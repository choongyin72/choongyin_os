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0"/>
  </p:notesMasterIdLst>
  <p:handoutMasterIdLst>
    <p:handoutMasterId r:id="rId51"/>
  </p:handoutMasterIdLst>
  <p:sldIdLst>
    <p:sldId id="257" r:id="rId5"/>
    <p:sldId id="5741" r:id="rId6"/>
    <p:sldId id="5742" r:id="rId7"/>
    <p:sldId id="1760" r:id="rId8"/>
    <p:sldId id="1761" r:id="rId9"/>
    <p:sldId id="264" r:id="rId10"/>
    <p:sldId id="5820" r:id="rId11"/>
    <p:sldId id="266" r:id="rId12"/>
    <p:sldId id="293" r:id="rId13"/>
    <p:sldId id="1558" r:id="rId14"/>
    <p:sldId id="282" r:id="rId15"/>
    <p:sldId id="263" r:id="rId16"/>
    <p:sldId id="1696" r:id="rId17"/>
    <p:sldId id="1697" r:id="rId18"/>
    <p:sldId id="1698" r:id="rId19"/>
    <p:sldId id="1699" r:id="rId20"/>
    <p:sldId id="1700" r:id="rId21"/>
    <p:sldId id="5773" r:id="rId22"/>
    <p:sldId id="1703" r:id="rId23"/>
    <p:sldId id="271" r:id="rId24"/>
    <p:sldId id="285" r:id="rId25"/>
    <p:sldId id="286" r:id="rId26"/>
    <p:sldId id="1702" r:id="rId27"/>
    <p:sldId id="288" r:id="rId28"/>
    <p:sldId id="1708" r:id="rId29"/>
    <p:sldId id="1709" r:id="rId30"/>
    <p:sldId id="1710" r:id="rId31"/>
    <p:sldId id="5774" r:id="rId32"/>
    <p:sldId id="5751" r:id="rId33"/>
    <p:sldId id="5803" r:id="rId34"/>
    <p:sldId id="5804" r:id="rId35"/>
    <p:sldId id="5805" r:id="rId36"/>
    <p:sldId id="5776" r:id="rId37"/>
    <p:sldId id="5824" r:id="rId38"/>
    <p:sldId id="5755" r:id="rId39"/>
    <p:sldId id="5813" r:id="rId40"/>
    <p:sldId id="5757" r:id="rId41"/>
    <p:sldId id="5823" r:id="rId42"/>
    <p:sldId id="5817" r:id="rId43"/>
    <p:sldId id="5822" r:id="rId44"/>
    <p:sldId id="5825" r:id="rId45"/>
    <p:sldId id="5828" r:id="rId46"/>
    <p:sldId id="5829" r:id="rId47"/>
    <p:sldId id="5726" r:id="rId48"/>
    <p:sldId id="1556" r:id="rId4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D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861CE5-63B5-4C36-AFE2-C8538FC5B97F}" v="157" dt="2025-10-03T06:47:45.757"/>
    <p1510:client id="{80B6566D-AC08-419A-B9D5-47445E518168}" v="20" dt="2025-10-03T07:49:04.0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1" d="100"/>
          <a:sy n="131" d="100"/>
        </p:scale>
        <p:origin x="144" y="240"/>
      </p:cViewPr>
      <p:guideLst>
        <p:guide orient="horz" pos="1620"/>
        <p:guide pos="288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 Kay Ling" userId="747f20cf-63e7-43ed-bc1f-f9bcd8254be9" providerId="ADAL" clId="{80B6566D-AC08-419A-B9D5-47445E518168}"/>
    <pc:docChg chg="undo custSel addSld delSld modSld">
      <pc:chgData name="See Kay Ling" userId="747f20cf-63e7-43ed-bc1f-f9bcd8254be9" providerId="ADAL" clId="{80B6566D-AC08-419A-B9D5-47445E518168}" dt="2025-10-03T07:49:07.050" v="1408" actId="478"/>
      <pc:docMkLst>
        <pc:docMk/>
      </pc:docMkLst>
      <pc:sldChg chg="addSp delSp modSp mod">
        <pc:chgData name="See Kay Ling" userId="747f20cf-63e7-43ed-bc1f-f9bcd8254be9" providerId="ADAL" clId="{80B6566D-AC08-419A-B9D5-47445E518168}" dt="2025-10-03T07:49:07.050" v="1408" actId="478"/>
        <pc:sldMkLst>
          <pc:docMk/>
          <pc:sldMk cId="1655051996" sldId="257"/>
        </pc:sldMkLst>
        <pc:spChg chg="mod">
          <ac:chgData name="See Kay Ling" userId="747f20cf-63e7-43ed-bc1f-f9bcd8254be9" providerId="ADAL" clId="{80B6566D-AC08-419A-B9D5-47445E518168}" dt="2025-10-03T07:31:02.074" v="1401" actId="20577"/>
          <ac:spMkLst>
            <pc:docMk/>
            <pc:sldMk cId="1655051996" sldId="257"/>
            <ac:spMk id="5" creationId="{9A76BD5B-CBE9-E040-AC9E-545A8BBFE53C}"/>
          </ac:spMkLst>
        </pc:spChg>
        <pc:spChg chg="mod">
          <ac:chgData name="See Kay Ling" userId="747f20cf-63e7-43ed-bc1f-f9bcd8254be9" providerId="ADAL" clId="{80B6566D-AC08-419A-B9D5-47445E518168}" dt="2025-10-03T07:31:21.382" v="1405" actId="1076"/>
          <ac:spMkLst>
            <pc:docMk/>
            <pc:sldMk cId="1655051996" sldId="257"/>
            <ac:spMk id="8" creationId="{41211A76-96DC-4C9D-A738-83660391AF16}"/>
          </ac:spMkLst>
        </pc:spChg>
        <pc:picChg chg="add del mod">
          <ac:chgData name="See Kay Ling" userId="747f20cf-63e7-43ed-bc1f-f9bcd8254be9" providerId="ADAL" clId="{80B6566D-AC08-419A-B9D5-47445E518168}" dt="2025-10-03T07:49:07.050" v="1408" actId="478"/>
          <ac:picMkLst>
            <pc:docMk/>
            <pc:sldMk cId="1655051996" sldId="257"/>
            <ac:picMk id="3" creationId="{6D978145-6242-E7A8-E47C-ECB18F2EB2FF}"/>
          </ac:picMkLst>
        </pc:picChg>
        <pc:picChg chg="add mod">
          <ac:chgData name="See Kay Ling" userId="747f20cf-63e7-43ed-bc1f-f9bcd8254be9" providerId="ADAL" clId="{80B6566D-AC08-419A-B9D5-47445E518168}" dt="2025-10-03T07:49:04.075" v="1407"/>
          <ac:picMkLst>
            <pc:docMk/>
            <pc:sldMk cId="1655051996" sldId="257"/>
            <ac:picMk id="4" creationId="{8788D350-4390-E3DF-4650-8F1637C5AEE6}"/>
          </ac:picMkLst>
        </pc:picChg>
        <pc:cxnChg chg="add del">
          <ac:chgData name="See Kay Ling" userId="747f20cf-63e7-43ed-bc1f-f9bcd8254be9" providerId="ADAL" clId="{80B6566D-AC08-419A-B9D5-47445E518168}" dt="2025-10-03T07:31:18.078" v="1404" actId="478"/>
          <ac:cxnSpMkLst>
            <pc:docMk/>
            <pc:sldMk cId="1655051996" sldId="257"/>
            <ac:cxnSpMk id="6" creationId="{843DBCF1-3EC2-824C-897C-46B6D0E9CF29}"/>
          </ac:cxnSpMkLst>
        </pc:cxnChg>
      </pc:sldChg>
      <pc:sldChg chg="delSp mod">
        <pc:chgData name="See Kay Ling" userId="747f20cf-63e7-43ed-bc1f-f9bcd8254be9" providerId="ADAL" clId="{80B6566D-AC08-419A-B9D5-47445E518168}" dt="2025-10-03T07:27:09.126" v="1364" actId="478"/>
        <pc:sldMkLst>
          <pc:docMk/>
          <pc:sldMk cId="2892846633" sldId="5742"/>
        </pc:sldMkLst>
        <pc:cxnChg chg="del">
          <ac:chgData name="See Kay Ling" userId="747f20cf-63e7-43ed-bc1f-f9bcd8254be9" providerId="ADAL" clId="{80B6566D-AC08-419A-B9D5-47445E518168}" dt="2025-10-03T07:27:09.126" v="1364" actId="478"/>
          <ac:cxnSpMkLst>
            <pc:docMk/>
            <pc:sldMk cId="2892846633" sldId="5742"/>
            <ac:cxnSpMk id="6" creationId="{843DBCF1-3EC2-824C-897C-46B6D0E9CF29}"/>
          </ac:cxnSpMkLst>
        </pc:cxnChg>
      </pc:sldChg>
      <pc:sldChg chg="addSp delSp modSp mod">
        <pc:chgData name="See Kay Ling" userId="747f20cf-63e7-43ed-bc1f-f9bcd8254be9" providerId="ADAL" clId="{80B6566D-AC08-419A-B9D5-47445E518168}" dt="2025-10-03T07:29:45.712" v="1368" actId="478"/>
        <pc:sldMkLst>
          <pc:docMk/>
          <pc:sldMk cId="2467176351" sldId="5774"/>
        </pc:sldMkLst>
        <pc:picChg chg="add del mod">
          <ac:chgData name="See Kay Ling" userId="747f20cf-63e7-43ed-bc1f-f9bcd8254be9" providerId="ADAL" clId="{80B6566D-AC08-419A-B9D5-47445E518168}" dt="2025-10-03T07:29:45.712" v="1368" actId="478"/>
          <ac:picMkLst>
            <pc:docMk/>
            <pc:sldMk cId="2467176351" sldId="5774"/>
            <ac:picMk id="7" creationId="{C62B96AD-2588-D6B6-8723-36721CA2CFB3}"/>
          </ac:picMkLst>
        </pc:picChg>
      </pc:sldChg>
      <pc:sldChg chg="del">
        <pc:chgData name="See Kay Ling" userId="747f20cf-63e7-43ed-bc1f-f9bcd8254be9" providerId="ADAL" clId="{80B6566D-AC08-419A-B9D5-47445E518168}" dt="2025-10-03T07:13:48.332" v="652" actId="2696"/>
        <pc:sldMkLst>
          <pc:docMk/>
          <pc:sldMk cId="863073103" sldId="5817"/>
        </pc:sldMkLst>
      </pc:sldChg>
      <pc:sldChg chg="add">
        <pc:chgData name="See Kay Ling" userId="747f20cf-63e7-43ed-bc1f-f9bcd8254be9" providerId="ADAL" clId="{80B6566D-AC08-419A-B9D5-47445E518168}" dt="2025-10-03T07:13:50.628" v="653"/>
        <pc:sldMkLst>
          <pc:docMk/>
          <pc:sldMk cId="1566151550" sldId="5817"/>
        </pc:sldMkLst>
      </pc:sldChg>
      <pc:sldChg chg="del">
        <pc:chgData name="See Kay Ling" userId="747f20cf-63e7-43ed-bc1f-f9bcd8254be9" providerId="ADAL" clId="{80B6566D-AC08-419A-B9D5-47445E518168}" dt="2025-10-03T06:57:17.625" v="0" actId="47"/>
        <pc:sldMkLst>
          <pc:docMk/>
          <pc:sldMk cId="1724979419" sldId="5819"/>
        </pc:sldMkLst>
      </pc:sldChg>
      <pc:sldChg chg="add">
        <pc:chgData name="See Kay Ling" userId="747f20cf-63e7-43ed-bc1f-f9bcd8254be9" providerId="ADAL" clId="{80B6566D-AC08-419A-B9D5-47445E518168}" dt="2025-10-03T07:13:50.628" v="653"/>
        <pc:sldMkLst>
          <pc:docMk/>
          <pc:sldMk cId="830646070" sldId="5822"/>
        </pc:sldMkLst>
      </pc:sldChg>
      <pc:sldChg chg="del">
        <pc:chgData name="See Kay Ling" userId="747f20cf-63e7-43ed-bc1f-f9bcd8254be9" providerId="ADAL" clId="{80B6566D-AC08-419A-B9D5-47445E518168}" dt="2025-10-03T07:13:48.332" v="652" actId="2696"/>
        <pc:sldMkLst>
          <pc:docMk/>
          <pc:sldMk cId="2922235933" sldId="5822"/>
        </pc:sldMkLst>
      </pc:sldChg>
      <pc:sldChg chg="modSp mod">
        <pc:chgData name="See Kay Ling" userId="747f20cf-63e7-43ed-bc1f-f9bcd8254be9" providerId="ADAL" clId="{80B6566D-AC08-419A-B9D5-47445E518168}" dt="2025-10-03T06:59:35.442" v="37" actId="13926"/>
        <pc:sldMkLst>
          <pc:docMk/>
          <pc:sldMk cId="1129674152" sldId="5823"/>
        </pc:sldMkLst>
        <pc:spChg chg="mod">
          <ac:chgData name="See Kay Ling" userId="747f20cf-63e7-43ed-bc1f-f9bcd8254be9" providerId="ADAL" clId="{80B6566D-AC08-419A-B9D5-47445E518168}" dt="2025-10-03T06:59:35.442" v="37" actId="13926"/>
          <ac:spMkLst>
            <pc:docMk/>
            <pc:sldMk cId="1129674152" sldId="5823"/>
            <ac:spMk id="4" creationId="{3271A7A4-540E-8A7D-0FAF-0D582B4D60B6}"/>
          </ac:spMkLst>
        </pc:spChg>
        <pc:spChg chg="mod">
          <ac:chgData name="See Kay Ling" userId="747f20cf-63e7-43ed-bc1f-f9bcd8254be9" providerId="ADAL" clId="{80B6566D-AC08-419A-B9D5-47445E518168}" dt="2025-10-03T06:58:48.379" v="31" actId="115"/>
          <ac:spMkLst>
            <pc:docMk/>
            <pc:sldMk cId="1129674152" sldId="5823"/>
            <ac:spMk id="6" creationId="{BE88A8A2-9A45-3B97-B92F-1237F7C6D414}"/>
          </ac:spMkLst>
        </pc:spChg>
      </pc:sldChg>
      <pc:sldChg chg="addSp delSp modSp mod">
        <pc:chgData name="See Kay Ling" userId="747f20cf-63e7-43ed-bc1f-f9bcd8254be9" providerId="ADAL" clId="{80B6566D-AC08-419A-B9D5-47445E518168}" dt="2025-10-03T07:25:59.002" v="1352" actId="1076"/>
        <pc:sldMkLst>
          <pc:docMk/>
          <pc:sldMk cId="2261512579" sldId="5825"/>
        </pc:sldMkLst>
        <pc:spChg chg="add mod">
          <ac:chgData name="See Kay Ling" userId="747f20cf-63e7-43ed-bc1f-f9bcd8254be9" providerId="ADAL" clId="{80B6566D-AC08-419A-B9D5-47445E518168}" dt="2025-10-03T07:17:35.874" v="934" actId="20577"/>
          <ac:spMkLst>
            <pc:docMk/>
            <pc:sldMk cId="2261512579" sldId="5825"/>
            <ac:spMk id="3" creationId="{48A9589A-9824-B2EF-0896-21FADD76B95D}"/>
          </ac:spMkLst>
        </pc:spChg>
        <pc:spChg chg="mod">
          <ac:chgData name="See Kay Ling" userId="747f20cf-63e7-43ed-bc1f-f9bcd8254be9" providerId="ADAL" clId="{80B6566D-AC08-419A-B9D5-47445E518168}" dt="2025-10-03T07:17:24.538" v="923" actId="115"/>
          <ac:spMkLst>
            <pc:docMk/>
            <pc:sldMk cId="2261512579" sldId="5825"/>
            <ac:spMk id="4" creationId="{B8B838A1-6489-0FC4-EFEA-905B903C1868}"/>
          </ac:spMkLst>
        </pc:spChg>
        <pc:spChg chg="del mod">
          <ac:chgData name="See Kay Ling" userId="747f20cf-63e7-43ed-bc1f-f9bcd8254be9" providerId="ADAL" clId="{80B6566D-AC08-419A-B9D5-47445E518168}" dt="2025-10-03T07:16:36.520" v="780" actId="478"/>
          <ac:spMkLst>
            <pc:docMk/>
            <pc:sldMk cId="2261512579" sldId="5825"/>
            <ac:spMk id="6" creationId="{31F8F51F-5CDF-5D8C-81EF-F2A7CF4BAF2E}"/>
          </ac:spMkLst>
        </pc:spChg>
        <pc:spChg chg="mod">
          <ac:chgData name="See Kay Ling" userId="747f20cf-63e7-43ed-bc1f-f9bcd8254be9" providerId="ADAL" clId="{80B6566D-AC08-419A-B9D5-47445E518168}" dt="2025-10-03T07:25:59.002" v="1352" actId="1076"/>
          <ac:spMkLst>
            <pc:docMk/>
            <pc:sldMk cId="2261512579" sldId="5825"/>
            <ac:spMk id="8" creationId="{AC0EBC66-F06D-B99E-8BB7-533E563AEB3C}"/>
          </ac:spMkLst>
        </pc:spChg>
        <pc:spChg chg="mod">
          <ac:chgData name="See Kay Ling" userId="747f20cf-63e7-43ed-bc1f-f9bcd8254be9" providerId="ADAL" clId="{80B6566D-AC08-419A-B9D5-47445E518168}" dt="2025-10-03T07:12:20.076" v="611" actId="1076"/>
          <ac:spMkLst>
            <pc:docMk/>
            <pc:sldMk cId="2261512579" sldId="5825"/>
            <ac:spMk id="10" creationId="{63D838C5-7DFF-90A4-0B64-269A327E4B68}"/>
          </ac:spMkLst>
        </pc:spChg>
        <pc:spChg chg="mod">
          <ac:chgData name="See Kay Ling" userId="747f20cf-63e7-43ed-bc1f-f9bcd8254be9" providerId="ADAL" clId="{80B6566D-AC08-419A-B9D5-47445E518168}" dt="2025-10-03T07:12:51.722" v="628" actId="14100"/>
          <ac:spMkLst>
            <pc:docMk/>
            <pc:sldMk cId="2261512579" sldId="5825"/>
            <ac:spMk id="13" creationId="{88224FFA-2EF4-6B89-881B-302335D77814}"/>
          </ac:spMkLst>
        </pc:spChg>
        <pc:picChg chg="del">
          <ac:chgData name="See Kay Ling" userId="747f20cf-63e7-43ed-bc1f-f9bcd8254be9" providerId="ADAL" clId="{80B6566D-AC08-419A-B9D5-47445E518168}" dt="2025-10-03T06:57:26.371" v="1" actId="478"/>
          <ac:picMkLst>
            <pc:docMk/>
            <pc:sldMk cId="2261512579" sldId="5825"/>
            <ac:picMk id="25" creationId="{BC778D41-03AF-A671-87F7-C32000480EB3}"/>
          </ac:picMkLst>
        </pc:picChg>
      </pc:sldChg>
      <pc:sldChg chg="modSp add del mod">
        <pc:chgData name="See Kay Ling" userId="747f20cf-63e7-43ed-bc1f-f9bcd8254be9" providerId="ADAL" clId="{80B6566D-AC08-419A-B9D5-47445E518168}" dt="2025-10-03T07:18:07.023" v="937" actId="47"/>
        <pc:sldMkLst>
          <pc:docMk/>
          <pc:sldMk cId="3702871052" sldId="5826"/>
        </pc:sldMkLst>
        <pc:spChg chg="mod">
          <ac:chgData name="See Kay Ling" userId="747f20cf-63e7-43ed-bc1f-f9bcd8254be9" providerId="ADAL" clId="{80B6566D-AC08-419A-B9D5-47445E518168}" dt="2025-10-03T07:01:52.243" v="65" actId="20577"/>
          <ac:spMkLst>
            <pc:docMk/>
            <pc:sldMk cId="3702871052" sldId="5826"/>
            <ac:spMk id="8" creationId="{C3B7B2C9-59B5-329B-C61C-B7444B165D32}"/>
          </ac:spMkLst>
        </pc:spChg>
      </pc:sldChg>
      <pc:sldChg chg="modSp add del">
        <pc:chgData name="See Kay Ling" userId="747f20cf-63e7-43ed-bc1f-f9bcd8254be9" providerId="ADAL" clId="{80B6566D-AC08-419A-B9D5-47445E518168}" dt="2025-10-03T07:18:46.977" v="953" actId="47"/>
        <pc:sldMkLst>
          <pc:docMk/>
          <pc:sldMk cId="2807103885" sldId="5827"/>
        </pc:sldMkLst>
        <pc:spChg chg="mod">
          <ac:chgData name="See Kay Ling" userId="747f20cf-63e7-43ed-bc1f-f9bcd8254be9" providerId="ADAL" clId="{80B6566D-AC08-419A-B9D5-47445E518168}" dt="2025-10-03T07:01:44.754" v="45"/>
          <ac:spMkLst>
            <pc:docMk/>
            <pc:sldMk cId="2807103885" sldId="5827"/>
            <ac:spMk id="8" creationId="{AD01F3F2-B7BF-ABD9-78A0-531C5F2129B9}"/>
          </ac:spMkLst>
        </pc:spChg>
      </pc:sldChg>
      <pc:sldChg chg="modSp add mod">
        <pc:chgData name="See Kay Ling" userId="747f20cf-63e7-43ed-bc1f-f9bcd8254be9" providerId="ADAL" clId="{80B6566D-AC08-419A-B9D5-47445E518168}" dt="2025-10-03T07:26:07.691" v="1354"/>
        <pc:sldMkLst>
          <pc:docMk/>
          <pc:sldMk cId="2869724174" sldId="5828"/>
        </pc:sldMkLst>
        <pc:spChg chg="mod">
          <ac:chgData name="See Kay Ling" userId="747f20cf-63e7-43ed-bc1f-f9bcd8254be9" providerId="ADAL" clId="{80B6566D-AC08-419A-B9D5-47445E518168}" dt="2025-10-03T07:18:21.001" v="945" actId="20577"/>
          <ac:spMkLst>
            <pc:docMk/>
            <pc:sldMk cId="2869724174" sldId="5828"/>
            <ac:spMk id="3" creationId="{13F03088-E2C5-970D-4B44-7C3BEAB71B20}"/>
          </ac:spMkLst>
        </pc:spChg>
        <pc:spChg chg="mod">
          <ac:chgData name="See Kay Ling" userId="747f20cf-63e7-43ed-bc1f-f9bcd8254be9" providerId="ADAL" clId="{80B6566D-AC08-419A-B9D5-47445E518168}" dt="2025-10-03T07:18:17.641" v="941" actId="20577"/>
          <ac:spMkLst>
            <pc:docMk/>
            <pc:sldMk cId="2869724174" sldId="5828"/>
            <ac:spMk id="4" creationId="{80E3A468-31F6-66A7-1FE6-64BF7D2DC11A}"/>
          </ac:spMkLst>
        </pc:spChg>
        <pc:spChg chg="mod">
          <ac:chgData name="See Kay Ling" userId="747f20cf-63e7-43ed-bc1f-f9bcd8254be9" providerId="ADAL" clId="{80B6566D-AC08-419A-B9D5-47445E518168}" dt="2025-10-03T07:26:07.691" v="1354"/>
          <ac:spMkLst>
            <pc:docMk/>
            <pc:sldMk cId="2869724174" sldId="5828"/>
            <ac:spMk id="8" creationId="{95AB8EE2-5A2E-AB0E-CC05-2961CB9201C1}"/>
          </ac:spMkLst>
        </pc:spChg>
      </pc:sldChg>
      <pc:sldChg chg="addSp delSp modSp add mod">
        <pc:chgData name="See Kay Ling" userId="747f20cf-63e7-43ed-bc1f-f9bcd8254be9" providerId="ADAL" clId="{80B6566D-AC08-419A-B9D5-47445E518168}" dt="2025-10-03T07:45:54.359" v="1406"/>
        <pc:sldMkLst>
          <pc:docMk/>
          <pc:sldMk cId="1090611846" sldId="5829"/>
        </pc:sldMkLst>
        <pc:spChg chg="del">
          <ac:chgData name="See Kay Ling" userId="747f20cf-63e7-43ed-bc1f-f9bcd8254be9" providerId="ADAL" clId="{80B6566D-AC08-419A-B9D5-47445E518168}" dt="2025-10-03T07:22:56.280" v="1180" actId="478"/>
          <ac:spMkLst>
            <pc:docMk/>
            <pc:sldMk cId="1090611846" sldId="5829"/>
            <ac:spMk id="3" creationId="{53854745-EB12-4788-4707-7E434E6B94D1}"/>
          </ac:spMkLst>
        </pc:spChg>
        <pc:spChg chg="mod">
          <ac:chgData name="See Kay Ling" userId="747f20cf-63e7-43ed-bc1f-f9bcd8254be9" providerId="ADAL" clId="{80B6566D-AC08-419A-B9D5-47445E518168}" dt="2025-10-03T07:23:10.934" v="1185" actId="115"/>
          <ac:spMkLst>
            <pc:docMk/>
            <pc:sldMk cId="1090611846" sldId="5829"/>
            <ac:spMk id="4" creationId="{0C8BF76D-5C58-6262-FDD3-5EC1C1BA8CA3}"/>
          </ac:spMkLst>
        </pc:spChg>
        <pc:spChg chg="add mod">
          <ac:chgData name="See Kay Ling" userId="747f20cf-63e7-43ed-bc1f-f9bcd8254be9" providerId="ADAL" clId="{80B6566D-AC08-419A-B9D5-47445E518168}" dt="2025-10-03T07:45:54.359" v="1406"/>
          <ac:spMkLst>
            <pc:docMk/>
            <pc:sldMk cId="1090611846" sldId="5829"/>
            <ac:spMk id="5" creationId="{08AE91AE-3D45-739A-8C70-66688E6E17EF}"/>
          </ac:spMkLst>
        </pc:spChg>
        <pc:spChg chg="mod">
          <ac:chgData name="See Kay Ling" userId="747f20cf-63e7-43ed-bc1f-f9bcd8254be9" providerId="ADAL" clId="{80B6566D-AC08-419A-B9D5-47445E518168}" dt="2025-10-03T07:26:15.170" v="1363" actId="20577"/>
          <ac:spMkLst>
            <pc:docMk/>
            <pc:sldMk cId="1090611846" sldId="5829"/>
            <ac:spMk id="8" creationId="{D1E70E7F-B91D-BCCB-98DF-C4692D2674D7}"/>
          </ac:spMkLst>
        </pc:spChg>
      </pc:sldChg>
    </pc:docChg>
  </pc:docChgLst>
  <pc:docChgLst>
    <pc:chgData name="See Kay Ling" userId="747f20cf-63e7-43ed-bc1f-f9bcd8254be9" providerId="ADAL" clId="{7F861CE5-63B5-4C36-AFE2-C8538FC5B97F}"/>
    <pc:docChg chg="undo custSel addSld delSld modSld sldOrd">
      <pc:chgData name="See Kay Ling" userId="747f20cf-63e7-43ed-bc1f-f9bcd8254be9" providerId="ADAL" clId="{7F861CE5-63B5-4C36-AFE2-C8538FC5B97F}" dt="2025-10-03T06:47:52.269" v="2767" actId="20577"/>
      <pc:docMkLst>
        <pc:docMk/>
      </pc:docMkLst>
      <pc:sldChg chg="addSp delSp modSp mod">
        <pc:chgData name="See Kay Ling" userId="747f20cf-63e7-43ed-bc1f-f9bcd8254be9" providerId="ADAL" clId="{7F861CE5-63B5-4C36-AFE2-C8538FC5B97F}" dt="2025-10-01T07:56:01.424" v="367" actId="478"/>
        <pc:sldMkLst>
          <pc:docMk/>
          <pc:sldMk cId="1378228692" sldId="264"/>
        </pc:sldMkLst>
        <pc:spChg chg="mod">
          <ac:chgData name="See Kay Ling" userId="747f20cf-63e7-43ed-bc1f-f9bcd8254be9" providerId="ADAL" clId="{7F861CE5-63B5-4C36-AFE2-C8538FC5B97F}" dt="2025-10-01T07:47:48.361" v="267" actId="113"/>
          <ac:spMkLst>
            <pc:docMk/>
            <pc:sldMk cId="1378228692" sldId="264"/>
            <ac:spMk id="8" creationId="{B98FFEB6-D139-2B45-9BE1-4143973041A3}"/>
          </ac:spMkLst>
        </pc:spChg>
      </pc:sldChg>
      <pc:sldChg chg="del">
        <pc:chgData name="See Kay Ling" userId="747f20cf-63e7-43ed-bc1f-f9bcd8254be9" providerId="ADAL" clId="{7F861CE5-63B5-4C36-AFE2-C8538FC5B97F}" dt="2025-10-01T07:42:07.364" v="190" actId="47"/>
        <pc:sldMkLst>
          <pc:docMk/>
          <pc:sldMk cId="4294515223" sldId="325"/>
        </pc:sldMkLst>
      </pc:sldChg>
      <pc:sldChg chg="addSp modSp add del mod">
        <pc:chgData name="See Kay Ling" userId="747f20cf-63e7-43ed-bc1f-f9bcd8254be9" providerId="ADAL" clId="{7F861CE5-63B5-4C36-AFE2-C8538FC5B97F}" dt="2025-10-01T14:31:51.910" v="1829" actId="2696"/>
        <pc:sldMkLst>
          <pc:docMk/>
          <pc:sldMk cId="238938449" sldId="347"/>
        </pc:sldMkLst>
      </pc:sldChg>
      <pc:sldChg chg="delSp modSp del mod">
        <pc:chgData name="See Kay Ling" userId="747f20cf-63e7-43ed-bc1f-f9bcd8254be9" providerId="ADAL" clId="{7F861CE5-63B5-4C36-AFE2-C8538FC5B97F}" dt="2025-10-01T07:59:50.546" v="514" actId="47"/>
        <pc:sldMkLst>
          <pc:docMk/>
          <pc:sldMk cId="2648978577" sldId="348"/>
        </pc:sldMkLst>
      </pc:sldChg>
      <pc:sldChg chg="modSp del mod">
        <pc:chgData name="See Kay Ling" userId="747f20cf-63e7-43ed-bc1f-f9bcd8254be9" providerId="ADAL" clId="{7F861CE5-63B5-4C36-AFE2-C8538FC5B97F}" dt="2025-10-03T06:47:01.548" v="2764" actId="47"/>
        <pc:sldMkLst>
          <pc:docMk/>
          <pc:sldMk cId="1439937695" sldId="1677"/>
        </pc:sldMkLst>
      </pc:sldChg>
      <pc:sldChg chg="add del">
        <pc:chgData name="See Kay Ling" userId="747f20cf-63e7-43ed-bc1f-f9bcd8254be9" providerId="ADAL" clId="{7F861CE5-63B5-4C36-AFE2-C8538FC5B97F}" dt="2025-10-01T08:16:52.829" v="577" actId="47"/>
        <pc:sldMkLst>
          <pc:docMk/>
          <pc:sldMk cId="2250904978" sldId="1680"/>
        </pc:sldMkLst>
      </pc:sldChg>
      <pc:sldChg chg="addSp delSp modSp mod">
        <pc:chgData name="See Kay Ling" userId="747f20cf-63e7-43ed-bc1f-f9bcd8254be9" providerId="ADAL" clId="{7F861CE5-63B5-4C36-AFE2-C8538FC5B97F}" dt="2025-10-01T07:30:04.410" v="189" actId="14100"/>
        <pc:sldMkLst>
          <pc:docMk/>
          <pc:sldMk cId="821979577" sldId="1760"/>
        </pc:sldMkLst>
        <pc:spChg chg="mod">
          <ac:chgData name="See Kay Ling" userId="747f20cf-63e7-43ed-bc1f-f9bcd8254be9" providerId="ADAL" clId="{7F861CE5-63B5-4C36-AFE2-C8538FC5B97F}" dt="2025-10-01T07:29:15.666" v="185" actId="20577"/>
          <ac:spMkLst>
            <pc:docMk/>
            <pc:sldMk cId="821979577" sldId="1760"/>
            <ac:spMk id="14" creationId="{2302514F-80DA-4036-9E85-DE7442F3D068}"/>
          </ac:spMkLst>
        </pc:spChg>
        <pc:picChg chg="add mod">
          <ac:chgData name="See Kay Ling" userId="747f20cf-63e7-43ed-bc1f-f9bcd8254be9" providerId="ADAL" clId="{7F861CE5-63B5-4C36-AFE2-C8538FC5B97F}" dt="2025-10-01T07:30:04.410" v="189" actId="14100"/>
          <ac:picMkLst>
            <pc:docMk/>
            <pc:sldMk cId="821979577" sldId="1760"/>
            <ac:picMk id="10" creationId="{797ABE3A-BA5A-547C-84F5-829D2A39BBA1}"/>
          </ac:picMkLst>
        </pc:picChg>
      </pc:sldChg>
      <pc:sldChg chg="modSp add del mod">
        <pc:chgData name="See Kay Ling" userId="747f20cf-63e7-43ed-bc1f-f9bcd8254be9" providerId="ADAL" clId="{7F861CE5-63B5-4C36-AFE2-C8538FC5B97F}" dt="2025-10-01T08:16:50.786" v="575" actId="47"/>
        <pc:sldMkLst>
          <pc:docMk/>
          <pc:sldMk cId="3203014743" sldId="5737"/>
        </pc:sldMkLst>
      </pc:sldChg>
      <pc:sldChg chg="modSp mod">
        <pc:chgData name="See Kay Ling" userId="747f20cf-63e7-43ed-bc1f-f9bcd8254be9" providerId="ADAL" clId="{7F861CE5-63B5-4C36-AFE2-C8538FC5B97F}" dt="2025-10-01T07:44:59.437" v="214" actId="14100"/>
        <pc:sldMkLst>
          <pc:docMk/>
          <pc:sldMk cId="3405959288" sldId="5741"/>
        </pc:sldMkLst>
        <pc:spChg chg="mod">
          <ac:chgData name="See Kay Ling" userId="747f20cf-63e7-43ed-bc1f-f9bcd8254be9" providerId="ADAL" clId="{7F861CE5-63B5-4C36-AFE2-C8538FC5B97F}" dt="2025-10-01T07:44:59.437" v="214" actId="14100"/>
          <ac:spMkLst>
            <pc:docMk/>
            <pc:sldMk cId="3405959288" sldId="5741"/>
            <ac:spMk id="24" creationId="{58291CC3-D89B-4E4F-ADFF-FBCA93C1E8AA}"/>
          </ac:spMkLst>
        </pc:spChg>
      </pc:sldChg>
      <pc:sldChg chg="modSp mod">
        <pc:chgData name="See Kay Ling" userId="747f20cf-63e7-43ed-bc1f-f9bcd8254be9" providerId="ADAL" clId="{7F861CE5-63B5-4C36-AFE2-C8538FC5B97F}" dt="2025-10-01T07:45:32.410" v="266" actId="1035"/>
        <pc:sldMkLst>
          <pc:docMk/>
          <pc:sldMk cId="2892846633" sldId="5742"/>
        </pc:sldMkLst>
        <pc:spChg chg="mod">
          <ac:chgData name="See Kay Ling" userId="747f20cf-63e7-43ed-bc1f-f9bcd8254be9" providerId="ADAL" clId="{7F861CE5-63B5-4C36-AFE2-C8538FC5B97F}" dt="2025-10-01T07:45:25.945" v="247" actId="20577"/>
          <ac:spMkLst>
            <pc:docMk/>
            <pc:sldMk cId="2892846633" sldId="5742"/>
            <ac:spMk id="5" creationId="{9A76BD5B-CBE9-E040-AC9E-545A8BBFE53C}"/>
          </ac:spMkLst>
        </pc:spChg>
        <pc:spChg chg="mod">
          <ac:chgData name="See Kay Ling" userId="747f20cf-63e7-43ed-bc1f-f9bcd8254be9" providerId="ADAL" clId="{7F861CE5-63B5-4C36-AFE2-C8538FC5B97F}" dt="2025-10-01T07:45:32.410" v="266" actId="1035"/>
          <ac:spMkLst>
            <pc:docMk/>
            <pc:sldMk cId="2892846633" sldId="5742"/>
            <ac:spMk id="7" creationId="{BDDF918B-C597-5940-9BEB-CC36782C21FF}"/>
          </ac:spMkLst>
        </pc:spChg>
      </pc:sldChg>
      <pc:sldChg chg="del">
        <pc:chgData name="See Kay Ling" userId="747f20cf-63e7-43ed-bc1f-f9bcd8254be9" providerId="ADAL" clId="{7F861CE5-63B5-4C36-AFE2-C8538FC5B97F}" dt="2025-10-01T07:19:32.938" v="130" actId="47"/>
        <pc:sldMkLst>
          <pc:docMk/>
          <pc:sldMk cId="3983239308" sldId="5743"/>
        </pc:sldMkLst>
      </pc:sldChg>
      <pc:sldChg chg="del">
        <pc:chgData name="See Kay Ling" userId="747f20cf-63e7-43ed-bc1f-f9bcd8254be9" providerId="ADAL" clId="{7F861CE5-63B5-4C36-AFE2-C8538FC5B97F}" dt="2025-10-01T07:19:32.938" v="130" actId="47"/>
        <pc:sldMkLst>
          <pc:docMk/>
          <pc:sldMk cId="950865349" sldId="5744"/>
        </pc:sldMkLst>
      </pc:sldChg>
      <pc:sldChg chg="del">
        <pc:chgData name="See Kay Ling" userId="747f20cf-63e7-43ed-bc1f-f9bcd8254be9" providerId="ADAL" clId="{7F861CE5-63B5-4C36-AFE2-C8538FC5B97F}" dt="2025-10-01T07:19:32.938" v="130" actId="47"/>
        <pc:sldMkLst>
          <pc:docMk/>
          <pc:sldMk cId="2845050978" sldId="5745"/>
        </pc:sldMkLst>
      </pc:sldChg>
      <pc:sldChg chg="del">
        <pc:chgData name="See Kay Ling" userId="747f20cf-63e7-43ed-bc1f-f9bcd8254be9" providerId="ADAL" clId="{7F861CE5-63B5-4C36-AFE2-C8538FC5B97F}" dt="2025-10-01T07:19:22.893" v="129" actId="47"/>
        <pc:sldMkLst>
          <pc:docMk/>
          <pc:sldMk cId="3959516003" sldId="5746"/>
        </pc:sldMkLst>
      </pc:sldChg>
      <pc:sldChg chg="del">
        <pc:chgData name="See Kay Ling" userId="747f20cf-63e7-43ed-bc1f-f9bcd8254be9" providerId="ADAL" clId="{7F861CE5-63B5-4C36-AFE2-C8538FC5B97F}" dt="2025-10-01T07:01:47.395" v="0" actId="47"/>
        <pc:sldMkLst>
          <pc:docMk/>
          <pc:sldMk cId="2744909048" sldId="5747"/>
        </pc:sldMkLst>
      </pc:sldChg>
      <pc:sldChg chg="del">
        <pc:chgData name="See Kay Ling" userId="747f20cf-63e7-43ed-bc1f-f9bcd8254be9" providerId="ADAL" clId="{7F861CE5-63B5-4C36-AFE2-C8538FC5B97F}" dt="2025-10-01T07:01:47.395" v="0" actId="47"/>
        <pc:sldMkLst>
          <pc:docMk/>
          <pc:sldMk cId="41831342" sldId="5748"/>
        </pc:sldMkLst>
      </pc:sldChg>
      <pc:sldChg chg="del">
        <pc:chgData name="See Kay Ling" userId="747f20cf-63e7-43ed-bc1f-f9bcd8254be9" providerId="ADAL" clId="{7F861CE5-63B5-4C36-AFE2-C8538FC5B97F}" dt="2025-10-01T07:01:47.395" v="0" actId="47"/>
        <pc:sldMkLst>
          <pc:docMk/>
          <pc:sldMk cId="818275399" sldId="5749"/>
        </pc:sldMkLst>
      </pc:sldChg>
      <pc:sldChg chg="del">
        <pc:chgData name="See Kay Ling" userId="747f20cf-63e7-43ed-bc1f-f9bcd8254be9" providerId="ADAL" clId="{7F861CE5-63B5-4C36-AFE2-C8538FC5B97F}" dt="2025-10-01T07:01:47.395" v="0" actId="47"/>
        <pc:sldMkLst>
          <pc:docMk/>
          <pc:sldMk cId="2070641627" sldId="5750"/>
        </pc:sldMkLst>
      </pc:sldChg>
      <pc:sldChg chg="modSp">
        <pc:chgData name="See Kay Ling" userId="747f20cf-63e7-43ed-bc1f-f9bcd8254be9" providerId="ADAL" clId="{7F861CE5-63B5-4C36-AFE2-C8538FC5B97F}" dt="2025-10-01T14:43:47.171" v="2082" actId="20577"/>
        <pc:sldMkLst>
          <pc:docMk/>
          <pc:sldMk cId="2978729315" sldId="5751"/>
        </pc:sldMkLst>
        <pc:graphicFrameChg chg="mod">
          <ac:chgData name="See Kay Ling" userId="747f20cf-63e7-43ed-bc1f-f9bcd8254be9" providerId="ADAL" clId="{7F861CE5-63B5-4C36-AFE2-C8538FC5B97F}" dt="2025-10-01T14:43:47.171" v="2082" actId="20577"/>
          <ac:graphicFrameMkLst>
            <pc:docMk/>
            <pc:sldMk cId="2978729315" sldId="5751"/>
            <ac:graphicFrameMk id="17" creationId="{E73BBB51-A1E2-467D-880A-E27A7B1A0680}"/>
          </ac:graphicFrameMkLst>
        </pc:graphicFrameChg>
      </pc:sldChg>
      <pc:sldChg chg="modSp">
        <pc:chgData name="See Kay Ling" userId="747f20cf-63e7-43ed-bc1f-f9bcd8254be9" providerId="ADAL" clId="{7F861CE5-63B5-4C36-AFE2-C8538FC5B97F}" dt="2025-10-01T14:44:20.858" v="2120" actId="20577"/>
        <pc:sldMkLst>
          <pc:docMk/>
          <pc:sldMk cId="816173946" sldId="5755"/>
        </pc:sldMkLst>
        <pc:graphicFrameChg chg="mod">
          <ac:chgData name="See Kay Ling" userId="747f20cf-63e7-43ed-bc1f-f9bcd8254be9" providerId="ADAL" clId="{7F861CE5-63B5-4C36-AFE2-C8538FC5B97F}" dt="2025-10-01T14:44:20.858" v="2120" actId="20577"/>
          <ac:graphicFrameMkLst>
            <pc:docMk/>
            <pc:sldMk cId="816173946" sldId="5755"/>
            <ac:graphicFrameMk id="17" creationId="{E73BBB51-A1E2-467D-880A-E27A7B1A0680}"/>
          </ac:graphicFrameMkLst>
        </pc:graphicFrameChg>
      </pc:sldChg>
      <pc:sldChg chg="modSp del mod">
        <pc:chgData name="See Kay Ling" userId="747f20cf-63e7-43ed-bc1f-f9bcd8254be9" providerId="ADAL" clId="{7F861CE5-63B5-4C36-AFE2-C8538FC5B97F}" dt="2025-10-01T14:33:21.577" v="1835" actId="47"/>
        <pc:sldMkLst>
          <pc:docMk/>
          <pc:sldMk cId="4150289356" sldId="5758"/>
        </pc:sldMkLst>
      </pc:sldChg>
      <pc:sldChg chg="addSp delSp modSp add del mod">
        <pc:chgData name="See Kay Ling" userId="747f20cf-63e7-43ed-bc1f-f9bcd8254be9" providerId="ADAL" clId="{7F861CE5-63B5-4C36-AFE2-C8538FC5B97F}" dt="2025-10-01T08:16:51.764" v="576" actId="47"/>
        <pc:sldMkLst>
          <pc:docMk/>
          <pc:sldMk cId="4048231438" sldId="5770"/>
        </pc:sldMkLst>
      </pc:sldChg>
      <pc:sldChg chg="modSp add del mod">
        <pc:chgData name="See Kay Ling" userId="747f20cf-63e7-43ed-bc1f-f9bcd8254be9" providerId="ADAL" clId="{7F861CE5-63B5-4C36-AFE2-C8538FC5B97F}" dt="2025-10-01T15:06:45.903" v="2139" actId="47"/>
        <pc:sldMkLst>
          <pc:docMk/>
          <pc:sldMk cId="1506181912" sldId="5777"/>
        </pc:sldMkLst>
      </pc:sldChg>
      <pc:sldChg chg="add del">
        <pc:chgData name="See Kay Ling" userId="747f20cf-63e7-43ed-bc1f-f9bcd8254be9" providerId="ADAL" clId="{7F861CE5-63B5-4C36-AFE2-C8538FC5B97F}" dt="2025-10-01T08:26:43.981" v="744" actId="47"/>
        <pc:sldMkLst>
          <pc:docMk/>
          <pc:sldMk cId="3748457937" sldId="5779"/>
        </pc:sldMkLst>
      </pc:sldChg>
      <pc:sldChg chg="add del">
        <pc:chgData name="See Kay Ling" userId="747f20cf-63e7-43ed-bc1f-f9bcd8254be9" providerId="ADAL" clId="{7F861CE5-63B5-4C36-AFE2-C8538FC5B97F}" dt="2025-10-01T08:26:43.981" v="744" actId="47"/>
        <pc:sldMkLst>
          <pc:docMk/>
          <pc:sldMk cId="3954590930" sldId="5780"/>
        </pc:sldMkLst>
      </pc:sldChg>
      <pc:sldChg chg="add del">
        <pc:chgData name="See Kay Ling" userId="747f20cf-63e7-43ed-bc1f-f9bcd8254be9" providerId="ADAL" clId="{7F861CE5-63B5-4C36-AFE2-C8538FC5B97F}" dt="2025-10-01T08:16:49.805" v="574" actId="47"/>
        <pc:sldMkLst>
          <pc:docMk/>
          <pc:sldMk cId="401428514" sldId="5784"/>
        </pc:sldMkLst>
      </pc:sldChg>
      <pc:sldChg chg="add del">
        <pc:chgData name="See Kay Ling" userId="747f20cf-63e7-43ed-bc1f-f9bcd8254be9" providerId="ADAL" clId="{7F861CE5-63B5-4C36-AFE2-C8538FC5B97F}" dt="2025-10-01T08:26:43.981" v="744" actId="47"/>
        <pc:sldMkLst>
          <pc:docMk/>
          <pc:sldMk cId="2884801251" sldId="5791"/>
        </pc:sldMkLst>
      </pc:sldChg>
      <pc:sldChg chg="add del">
        <pc:chgData name="See Kay Ling" userId="747f20cf-63e7-43ed-bc1f-f9bcd8254be9" providerId="ADAL" clId="{7F861CE5-63B5-4C36-AFE2-C8538FC5B97F}" dt="2025-10-01T08:16:53.790" v="578" actId="47"/>
        <pc:sldMkLst>
          <pc:docMk/>
          <pc:sldMk cId="188776480" sldId="5797"/>
        </pc:sldMkLst>
      </pc:sldChg>
      <pc:sldChg chg="add del">
        <pc:chgData name="See Kay Ling" userId="747f20cf-63e7-43ed-bc1f-f9bcd8254be9" providerId="ADAL" clId="{7F861CE5-63B5-4C36-AFE2-C8538FC5B97F}" dt="2025-10-01T08:16:55.595" v="579" actId="47"/>
        <pc:sldMkLst>
          <pc:docMk/>
          <pc:sldMk cId="3502307907" sldId="5798"/>
        </pc:sldMkLst>
      </pc:sldChg>
      <pc:sldChg chg="add del">
        <pc:chgData name="See Kay Ling" userId="747f20cf-63e7-43ed-bc1f-f9bcd8254be9" providerId="ADAL" clId="{7F861CE5-63B5-4C36-AFE2-C8538FC5B97F}" dt="2025-10-01T08:17:00.380" v="580" actId="47"/>
        <pc:sldMkLst>
          <pc:docMk/>
          <pc:sldMk cId="622824747" sldId="5799"/>
        </pc:sldMkLst>
      </pc:sldChg>
      <pc:sldChg chg="add del">
        <pc:chgData name="See Kay Ling" userId="747f20cf-63e7-43ed-bc1f-f9bcd8254be9" providerId="ADAL" clId="{7F861CE5-63B5-4C36-AFE2-C8538FC5B97F}" dt="2025-10-01T08:26:43.981" v="744" actId="47"/>
        <pc:sldMkLst>
          <pc:docMk/>
          <pc:sldMk cId="3969718720" sldId="5800"/>
        </pc:sldMkLst>
      </pc:sldChg>
      <pc:sldChg chg="modSp del mod">
        <pc:chgData name="See Kay Ling" userId="747f20cf-63e7-43ed-bc1f-f9bcd8254be9" providerId="ADAL" clId="{7F861CE5-63B5-4C36-AFE2-C8538FC5B97F}" dt="2025-10-01T15:06:45.903" v="2139" actId="47"/>
        <pc:sldMkLst>
          <pc:docMk/>
          <pc:sldMk cId="1477375149" sldId="5801"/>
        </pc:sldMkLst>
      </pc:sldChg>
      <pc:sldChg chg="modSp">
        <pc:chgData name="See Kay Ling" userId="747f20cf-63e7-43ed-bc1f-f9bcd8254be9" providerId="ADAL" clId="{7F861CE5-63B5-4C36-AFE2-C8538FC5B97F}" dt="2025-10-03T02:47:20.081" v="2698"/>
        <pc:sldMkLst>
          <pc:docMk/>
          <pc:sldMk cId="497526218" sldId="5804"/>
        </pc:sldMkLst>
        <pc:spChg chg="mod">
          <ac:chgData name="See Kay Ling" userId="747f20cf-63e7-43ed-bc1f-f9bcd8254be9" providerId="ADAL" clId="{7F861CE5-63B5-4C36-AFE2-C8538FC5B97F}" dt="2025-10-03T02:47:20.081" v="2698"/>
          <ac:spMkLst>
            <pc:docMk/>
            <pc:sldMk cId="497526218" sldId="5804"/>
            <ac:spMk id="13" creationId="{E33E8A85-5992-4ACC-AFF0-D0C913613511}"/>
          </ac:spMkLst>
        </pc:spChg>
      </pc:sldChg>
      <pc:sldChg chg="addSp delSp modSp add mod">
        <pc:chgData name="See Kay Ling" userId="747f20cf-63e7-43ed-bc1f-f9bcd8254be9" providerId="ADAL" clId="{7F861CE5-63B5-4C36-AFE2-C8538FC5B97F}" dt="2025-10-03T02:52:12.471" v="2731" actId="14100"/>
        <pc:sldMkLst>
          <pc:docMk/>
          <pc:sldMk cId="3403645435" sldId="5805"/>
        </pc:sldMkLst>
        <pc:spChg chg="add mod">
          <ac:chgData name="See Kay Ling" userId="747f20cf-63e7-43ed-bc1f-f9bcd8254be9" providerId="ADAL" clId="{7F861CE5-63B5-4C36-AFE2-C8538FC5B97F}" dt="2025-10-03T02:51:17.255" v="2720" actId="1076"/>
          <ac:spMkLst>
            <pc:docMk/>
            <pc:sldMk cId="3403645435" sldId="5805"/>
            <ac:spMk id="2" creationId="{DF68D18D-99B8-DAFA-D3B4-A09C752100C0}"/>
          </ac:spMkLst>
        </pc:spChg>
        <pc:spChg chg="add mod">
          <ac:chgData name="See Kay Ling" userId="747f20cf-63e7-43ed-bc1f-f9bcd8254be9" providerId="ADAL" clId="{7F861CE5-63B5-4C36-AFE2-C8538FC5B97F}" dt="2025-10-03T02:52:00.830" v="2728" actId="1076"/>
          <ac:spMkLst>
            <pc:docMk/>
            <pc:sldMk cId="3403645435" sldId="5805"/>
            <ac:spMk id="3" creationId="{2FBCA2DB-C9B7-6951-E20C-A35380C2A52E}"/>
          </ac:spMkLst>
        </pc:spChg>
        <pc:spChg chg="del">
          <ac:chgData name="See Kay Ling" userId="747f20cf-63e7-43ed-bc1f-f9bcd8254be9" providerId="ADAL" clId="{7F861CE5-63B5-4C36-AFE2-C8538FC5B97F}" dt="2025-10-03T02:51:12.309" v="2719" actId="478"/>
          <ac:spMkLst>
            <pc:docMk/>
            <pc:sldMk cId="3403645435" sldId="5805"/>
            <ac:spMk id="13" creationId="{E33E8A85-5992-4ACC-AFF0-D0C913613511}"/>
          </ac:spMkLst>
        </pc:spChg>
        <pc:picChg chg="add mod">
          <ac:chgData name="See Kay Ling" userId="747f20cf-63e7-43ed-bc1f-f9bcd8254be9" providerId="ADAL" clId="{7F861CE5-63B5-4C36-AFE2-C8538FC5B97F}" dt="2025-10-03T02:51:47.594" v="2725" actId="14100"/>
          <ac:picMkLst>
            <pc:docMk/>
            <pc:sldMk cId="3403645435" sldId="5805"/>
            <ac:picMk id="5" creationId="{63CE61D7-75DF-FA20-ED23-E59E771D7295}"/>
          </ac:picMkLst>
        </pc:picChg>
        <pc:picChg chg="add mod">
          <ac:chgData name="See Kay Ling" userId="747f20cf-63e7-43ed-bc1f-f9bcd8254be9" providerId="ADAL" clId="{7F861CE5-63B5-4C36-AFE2-C8538FC5B97F}" dt="2025-10-03T02:52:12.471" v="2731" actId="14100"/>
          <ac:picMkLst>
            <pc:docMk/>
            <pc:sldMk cId="3403645435" sldId="5805"/>
            <ac:picMk id="10" creationId="{35988D9F-3BE6-6CBC-0745-F6105AA66C36}"/>
          </ac:picMkLst>
        </pc:picChg>
      </pc:sldChg>
      <pc:sldChg chg="modSp add mod ord">
        <pc:chgData name="See Kay Ling" userId="747f20cf-63e7-43ed-bc1f-f9bcd8254be9" providerId="ADAL" clId="{7F861CE5-63B5-4C36-AFE2-C8538FC5B97F}" dt="2025-10-01T14:44:06.603" v="2085"/>
        <pc:sldMkLst>
          <pc:docMk/>
          <pc:sldMk cId="3893727451" sldId="5813"/>
        </pc:sldMkLst>
        <pc:spChg chg="mod">
          <ac:chgData name="See Kay Ling" userId="747f20cf-63e7-43ed-bc1f-f9bcd8254be9" providerId="ADAL" clId="{7F861CE5-63B5-4C36-AFE2-C8538FC5B97F}" dt="2025-10-01T14:32:44.689" v="1834" actId="20577"/>
          <ac:spMkLst>
            <pc:docMk/>
            <pc:sldMk cId="3893727451" sldId="5813"/>
            <ac:spMk id="10" creationId="{7BCE60FF-F092-4631-B329-5E129F2B6623}"/>
          </ac:spMkLst>
        </pc:spChg>
        <pc:spChg chg="mod">
          <ac:chgData name="See Kay Ling" userId="747f20cf-63e7-43ed-bc1f-f9bcd8254be9" providerId="ADAL" clId="{7F861CE5-63B5-4C36-AFE2-C8538FC5B97F}" dt="2025-10-01T14:44:00.018" v="2083" actId="20577"/>
          <ac:spMkLst>
            <pc:docMk/>
            <pc:sldMk cId="3893727451" sldId="5813"/>
            <ac:spMk id="11" creationId="{965CB31A-22CE-4F2E-A347-D5F98A098940}"/>
          </ac:spMkLst>
        </pc:spChg>
      </pc:sldChg>
      <pc:sldChg chg="addSp delSp modSp del mod">
        <pc:chgData name="See Kay Ling" userId="747f20cf-63e7-43ed-bc1f-f9bcd8254be9" providerId="ADAL" clId="{7F861CE5-63B5-4C36-AFE2-C8538FC5B97F}" dt="2025-10-01T07:19:59.159" v="131" actId="2696"/>
        <pc:sldMkLst>
          <pc:docMk/>
          <pc:sldMk cId="4099269933" sldId="5813"/>
        </pc:sldMkLst>
      </pc:sldChg>
      <pc:sldChg chg="add del">
        <pc:chgData name="See Kay Ling" userId="747f20cf-63e7-43ed-bc1f-f9bcd8254be9" providerId="ADAL" clId="{7F861CE5-63B5-4C36-AFE2-C8538FC5B97F}" dt="2025-10-01T08:26:43.981" v="744" actId="47"/>
        <pc:sldMkLst>
          <pc:docMk/>
          <pc:sldMk cId="736599989" sldId="5814"/>
        </pc:sldMkLst>
      </pc:sldChg>
      <pc:sldChg chg="del">
        <pc:chgData name="See Kay Ling" userId="747f20cf-63e7-43ed-bc1f-f9bcd8254be9" providerId="ADAL" clId="{7F861CE5-63B5-4C36-AFE2-C8538FC5B97F}" dt="2025-10-01T14:44:08.710" v="2086" actId="47"/>
        <pc:sldMkLst>
          <pc:docMk/>
          <pc:sldMk cId="1518712341" sldId="5815"/>
        </pc:sldMkLst>
      </pc:sldChg>
      <pc:sldChg chg="modSp mod">
        <pc:chgData name="See Kay Ling" userId="747f20cf-63e7-43ed-bc1f-f9bcd8254be9" providerId="ADAL" clId="{7F861CE5-63B5-4C36-AFE2-C8538FC5B97F}" dt="2025-10-01T08:19:34.585" v="605" actId="20577"/>
        <pc:sldMkLst>
          <pc:docMk/>
          <pc:sldMk cId="863073103" sldId="5817"/>
        </pc:sldMkLst>
      </pc:sldChg>
      <pc:sldChg chg="del">
        <pc:chgData name="See Kay Ling" userId="747f20cf-63e7-43ed-bc1f-f9bcd8254be9" providerId="ADAL" clId="{7F861CE5-63B5-4C36-AFE2-C8538FC5B97F}" dt="2025-10-01T08:17:15.361" v="581" actId="47"/>
        <pc:sldMkLst>
          <pc:docMk/>
          <pc:sldMk cId="49163962" sldId="5818"/>
        </pc:sldMkLst>
      </pc:sldChg>
      <pc:sldChg chg="addSp delSp modSp add mod">
        <pc:chgData name="See Kay Ling" userId="747f20cf-63e7-43ed-bc1f-f9bcd8254be9" providerId="ADAL" clId="{7F861CE5-63B5-4C36-AFE2-C8538FC5B97F}" dt="2025-10-01T15:07:19.451" v="2141" actId="20577"/>
        <pc:sldMkLst>
          <pc:docMk/>
          <pc:sldMk cId="1833912161" sldId="5820"/>
        </pc:sldMkLst>
        <pc:spChg chg="mod">
          <ac:chgData name="See Kay Ling" userId="747f20cf-63e7-43ed-bc1f-f9bcd8254be9" providerId="ADAL" clId="{7F861CE5-63B5-4C36-AFE2-C8538FC5B97F}" dt="2025-10-01T07:57:23.752" v="438" actId="20577"/>
          <ac:spMkLst>
            <pc:docMk/>
            <pc:sldMk cId="1833912161" sldId="5820"/>
            <ac:spMk id="5" creationId="{6B2A278C-205C-9945-6A8E-43D3A5D191B9}"/>
          </ac:spMkLst>
        </pc:spChg>
        <pc:spChg chg="mod">
          <ac:chgData name="See Kay Ling" userId="747f20cf-63e7-43ed-bc1f-f9bcd8254be9" providerId="ADAL" clId="{7F861CE5-63B5-4C36-AFE2-C8538FC5B97F}" dt="2025-10-01T15:07:19.451" v="2141" actId="20577"/>
          <ac:spMkLst>
            <pc:docMk/>
            <pc:sldMk cId="1833912161" sldId="5820"/>
            <ac:spMk id="8" creationId="{ABFD2569-4979-C170-3978-C5C2FECA26EF}"/>
          </ac:spMkLst>
        </pc:spChg>
        <pc:picChg chg="add mod ord">
          <ac:chgData name="See Kay Ling" userId="747f20cf-63e7-43ed-bc1f-f9bcd8254be9" providerId="ADAL" clId="{7F861CE5-63B5-4C36-AFE2-C8538FC5B97F}" dt="2025-10-01T07:56:24.026" v="369" actId="14100"/>
          <ac:picMkLst>
            <pc:docMk/>
            <pc:sldMk cId="1833912161" sldId="5820"/>
            <ac:picMk id="2" creationId="{90342E47-F355-AAC3-E54A-F874E14FC705}"/>
          </ac:picMkLst>
        </pc:picChg>
      </pc:sldChg>
      <pc:sldChg chg="add del">
        <pc:chgData name="See Kay Ling" userId="747f20cf-63e7-43ed-bc1f-f9bcd8254be9" providerId="ADAL" clId="{7F861CE5-63B5-4C36-AFE2-C8538FC5B97F}" dt="2025-10-01T08:26:43.981" v="744" actId="47"/>
        <pc:sldMkLst>
          <pc:docMk/>
          <pc:sldMk cId="2686347230" sldId="5821"/>
        </pc:sldMkLst>
      </pc:sldChg>
      <pc:sldChg chg="modSp add mod">
        <pc:chgData name="See Kay Ling" userId="747f20cf-63e7-43ed-bc1f-f9bcd8254be9" providerId="ADAL" clId="{7F861CE5-63B5-4C36-AFE2-C8538FC5B97F}" dt="2025-10-01T08:20:18.962" v="647" actId="20577"/>
        <pc:sldMkLst>
          <pc:docMk/>
          <pc:sldMk cId="2922235933" sldId="5822"/>
        </pc:sldMkLst>
      </pc:sldChg>
      <pc:sldChg chg="addSp delSp modSp add mod">
        <pc:chgData name="See Kay Ling" userId="747f20cf-63e7-43ed-bc1f-f9bcd8254be9" providerId="ADAL" clId="{7F861CE5-63B5-4C36-AFE2-C8538FC5B97F}" dt="2025-10-03T02:50:44.188" v="2700" actId="14100"/>
        <pc:sldMkLst>
          <pc:docMk/>
          <pc:sldMk cId="1129674152" sldId="5823"/>
        </pc:sldMkLst>
        <pc:spChg chg="add mod">
          <ac:chgData name="See Kay Ling" userId="747f20cf-63e7-43ed-bc1f-f9bcd8254be9" providerId="ADAL" clId="{7F861CE5-63B5-4C36-AFE2-C8538FC5B97F}" dt="2025-10-02T03:07:42.842" v="2570" actId="20577"/>
          <ac:spMkLst>
            <pc:docMk/>
            <pc:sldMk cId="1129674152" sldId="5823"/>
            <ac:spMk id="4" creationId="{3271A7A4-540E-8A7D-0FAF-0D582B4D60B6}"/>
          </ac:spMkLst>
        </pc:spChg>
        <pc:spChg chg="add mod">
          <ac:chgData name="See Kay Ling" userId="747f20cf-63e7-43ed-bc1f-f9bcd8254be9" providerId="ADAL" clId="{7F861CE5-63B5-4C36-AFE2-C8538FC5B97F}" dt="2025-10-02T03:13:08.469" v="2697" actId="20577"/>
          <ac:spMkLst>
            <pc:docMk/>
            <pc:sldMk cId="1129674152" sldId="5823"/>
            <ac:spMk id="6" creationId="{BE88A8A2-9A45-3B97-B92F-1237F7C6D414}"/>
          </ac:spMkLst>
        </pc:spChg>
        <pc:spChg chg="mod">
          <ac:chgData name="See Kay Ling" userId="747f20cf-63e7-43ed-bc1f-f9bcd8254be9" providerId="ADAL" clId="{7F861CE5-63B5-4C36-AFE2-C8538FC5B97F}" dt="2025-10-01T08:30:49.355" v="851" actId="20577"/>
          <ac:spMkLst>
            <pc:docMk/>
            <pc:sldMk cId="1129674152" sldId="5823"/>
            <ac:spMk id="8" creationId="{82F4F2FE-3FE8-A618-8F7E-95EC20BB1642}"/>
          </ac:spMkLst>
        </pc:spChg>
        <pc:spChg chg="add mod">
          <ac:chgData name="See Kay Ling" userId="747f20cf-63e7-43ed-bc1f-f9bcd8254be9" providerId="ADAL" clId="{7F861CE5-63B5-4C36-AFE2-C8538FC5B97F}" dt="2025-10-03T02:50:44.188" v="2700" actId="14100"/>
          <ac:spMkLst>
            <pc:docMk/>
            <pc:sldMk cId="1129674152" sldId="5823"/>
            <ac:spMk id="10" creationId="{1A8BB9AF-6DDC-6E3E-25B4-77E0A8583606}"/>
          </ac:spMkLst>
        </pc:spChg>
        <pc:spChg chg="add mod">
          <ac:chgData name="See Kay Ling" userId="747f20cf-63e7-43ed-bc1f-f9bcd8254be9" providerId="ADAL" clId="{7F861CE5-63B5-4C36-AFE2-C8538FC5B97F}" dt="2025-10-02T03:07:10.531" v="2492" actId="1038"/>
          <ac:spMkLst>
            <pc:docMk/>
            <pc:sldMk cId="1129674152" sldId="5823"/>
            <ac:spMk id="13" creationId="{FF00464A-B593-D5F9-3654-2F687CA97FEC}"/>
          </ac:spMkLst>
        </pc:spChg>
        <pc:spChg chg="add del mod">
          <ac:chgData name="See Kay Ling" userId="747f20cf-63e7-43ed-bc1f-f9bcd8254be9" providerId="ADAL" clId="{7F861CE5-63B5-4C36-AFE2-C8538FC5B97F}" dt="2025-10-02T03:06:03.035" v="2453" actId="478"/>
          <ac:spMkLst>
            <pc:docMk/>
            <pc:sldMk cId="1129674152" sldId="5823"/>
            <ac:spMk id="21" creationId="{E2BF16AF-7342-186F-3148-8EEEFAD37BC8}"/>
          </ac:spMkLst>
        </pc:spChg>
        <pc:picChg chg="add del mod">
          <ac:chgData name="See Kay Ling" userId="747f20cf-63e7-43ed-bc1f-f9bcd8254be9" providerId="ADAL" clId="{7F861CE5-63B5-4C36-AFE2-C8538FC5B97F}" dt="2025-10-02T03:00:09.270" v="2411" actId="478"/>
          <ac:picMkLst>
            <pc:docMk/>
            <pc:sldMk cId="1129674152" sldId="5823"/>
            <ac:picMk id="14" creationId="{B8BC7C69-F2D9-D5CD-F7B6-BF780605760E}"/>
          </ac:picMkLst>
        </pc:picChg>
        <pc:picChg chg="add del mod">
          <ac:chgData name="See Kay Ling" userId="747f20cf-63e7-43ed-bc1f-f9bcd8254be9" providerId="ADAL" clId="{7F861CE5-63B5-4C36-AFE2-C8538FC5B97F}" dt="2025-10-02T03:11:18.958" v="2661" actId="478"/>
          <ac:picMkLst>
            <pc:docMk/>
            <pc:sldMk cId="1129674152" sldId="5823"/>
            <ac:picMk id="23" creationId="{456BB808-CAE7-E4B0-D7B2-881FC844B92F}"/>
          </ac:picMkLst>
        </pc:picChg>
        <pc:picChg chg="add mod">
          <ac:chgData name="See Kay Ling" userId="747f20cf-63e7-43ed-bc1f-f9bcd8254be9" providerId="ADAL" clId="{7F861CE5-63B5-4C36-AFE2-C8538FC5B97F}" dt="2025-10-02T03:12:02.788" v="2665" actId="14100"/>
          <ac:picMkLst>
            <pc:docMk/>
            <pc:sldMk cId="1129674152" sldId="5823"/>
            <ac:picMk id="25" creationId="{CD784561-6596-39FE-A6B0-8CD3A6B73E09}"/>
          </ac:picMkLst>
        </pc:picChg>
      </pc:sldChg>
      <pc:sldChg chg="add del">
        <pc:chgData name="See Kay Ling" userId="747f20cf-63e7-43ed-bc1f-f9bcd8254be9" providerId="ADAL" clId="{7F861CE5-63B5-4C36-AFE2-C8538FC5B97F}" dt="2025-10-01T08:26:09.391" v="740"/>
        <pc:sldMkLst>
          <pc:docMk/>
          <pc:sldMk cId="2757050748" sldId="5823"/>
        </pc:sldMkLst>
      </pc:sldChg>
      <pc:sldChg chg="modSp add del mod">
        <pc:chgData name="See Kay Ling" userId="747f20cf-63e7-43ed-bc1f-f9bcd8254be9" providerId="ADAL" clId="{7F861CE5-63B5-4C36-AFE2-C8538FC5B97F}" dt="2025-10-01T15:06:45.903" v="2139" actId="47"/>
        <pc:sldMkLst>
          <pc:docMk/>
          <pc:sldMk cId="1634889586" sldId="5824"/>
        </pc:sldMkLst>
      </pc:sldChg>
      <pc:sldChg chg="delSp add del mod">
        <pc:chgData name="See Kay Ling" userId="747f20cf-63e7-43ed-bc1f-f9bcd8254be9" providerId="ADAL" clId="{7F861CE5-63B5-4C36-AFE2-C8538FC5B97F}" dt="2025-10-03T03:09:01" v="2736" actId="47"/>
        <pc:sldMkLst>
          <pc:docMk/>
          <pc:sldMk cId="2577437962" sldId="5824"/>
        </pc:sldMkLst>
        <pc:spChg chg="del">
          <ac:chgData name="See Kay Ling" userId="747f20cf-63e7-43ed-bc1f-f9bcd8254be9" providerId="ADAL" clId="{7F861CE5-63B5-4C36-AFE2-C8538FC5B97F}" dt="2025-10-03T03:08:56.387" v="2733" actId="478"/>
          <ac:spMkLst>
            <pc:docMk/>
            <pc:sldMk cId="2577437962" sldId="5824"/>
            <ac:spMk id="2" creationId="{1019C586-08DC-A096-71B5-464007FFB158}"/>
          </ac:spMkLst>
        </pc:spChg>
        <pc:spChg chg="del">
          <ac:chgData name="See Kay Ling" userId="747f20cf-63e7-43ed-bc1f-f9bcd8254be9" providerId="ADAL" clId="{7F861CE5-63B5-4C36-AFE2-C8538FC5B97F}" dt="2025-10-03T03:08:57.861" v="2734" actId="478"/>
          <ac:spMkLst>
            <pc:docMk/>
            <pc:sldMk cId="2577437962" sldId="5824"/>
            <ac:spMk id="3" creationId="{BD154DFF-7A02-01B1-CF09-D8E2F8E4E174}"/>
          </ac:spMkLst>
        </pc:spChg>
        <pc:picChg chg="del">
          <ac:chgData name="See Kay Ling" userId="747f20cf-63e7-43ed-bc1f-f9bcd8254be9" providerId="ADAL" clId="{7F861CE5-63B5-4C36-AFE2-C8538FC5B97F}" dt="2025-10-03T03:08:59.079" v="2735" actId="478"/>
          <ac:picMkLst>
            <pc:docMk/>
            <pc:sldMk cId="2577437962" sldId="5824"/>
            <ac:picMk id="5" creationId="{27A0C152-D4C7-2D51-1CA6-2E1568122570}"/>
          </ac:picMkLst>
        </pc:picChg>
      </pc:sldChg>
      <pc:sldChg chg="addSp modSp add mod">
        <pc:chgData name="See Kay Ling" userId="747f20cf-63e7-43ed-bc1f-f9bcd8254be9" providerId="ADAL" clId="{7F861CE5-63B5-4C36-AFE2-C8538FC5B97F}" dt="2025-10-03T03:15:16.391" v="2763" actId="1076"/>
        <pc:sldMkLst>
          <pc:docMk/>
          <pc:sldMk cId="4016527407" sldId="5824"/>
        </pc:sldMkLst>
        <pc:spChg chg="mod">
          <ac:chgData name="See Kay Ling" userId="747f20cf-63e7-43ed-bc1f-f9bcd8254be9" providerId="ADAL" clId="{7F861CE5-63B5-4C36-AFE2-C8538FC5B97F}" dt="2025-10-03T03:14:14.066" v="2761" actId="6549"/>
          <ac:spMkLst>
            <pc:docMk/>
            <pc:sldMk cId="4016527407" sldId="5824"/>
            <ac:spMk id="13" creationId="{921ADA30-E668-918F-C084-C649F32CD00A}"/>
          </ac:spMkLst>
        </pc:spChg>
        <pc:spChg chg="mod">
          <ac:chgData name="See Kay Ling" userId="747f20cf-63e7-43ed-bc1f-f9bcd8254be9" providerId="ADAL" clId="{7F861CE5-63B5-4C36-AFE2-C8538FC5B97F}" dt="2025-10-03T03:09:24.519" v="2746" actId="20577"/>
          <ac:spMkLst>
            <pc:docMk/>
            <pc:sldMk cId="4016527407" sldId="5824"/>
            <ac:spMk id="482" creationId="{68F48730-2C81-31B5-D607-E663120A203A}"/>
          </ac:spMkLst>
        </pc:spChg>
        <pc:picChg chg="add mod">
          <ac:chgData name="See Kay Ling" userId="747f20cf-63e7-43ed-bc1f-f9bcd8254be9" providerId="ADAL" clId="{7F861CE5-63B5-4C36-AFE2-C8538FC5B97F}" dt="2025-10-03T03:15:16.391" v="2763" actId="1076"/>
          <ac:picMkLst>
            <pc:docMk/>
            <pc:sldMk cId="4016527407" sldId="5824"/>
            <ac:picMk id="3" creationId="{B0167A57-BC96-5D0B-5BA8-8835FBC333E7}"/>
          </ac:picMkLst>
        </pc:picChg>
      </pc:sldChg>
      <pc:sldChg chg="modSp add mod">
        <pc:chgData name="See Kay Ling" userId="747f20cf-63e7-43ed-bc1f-f9bcd8254be9" providerId="ADAL" clId="{7F861CE5-63B5-4C36-AFE2-C8538FC5B97F}" dt="2025-10-03T06:47:52.269" v="2767" actId="20577"/>
        <pc:sldMkLst>
          <pc:docMk/>
          <pc:sldMk cId="2261512579" sldId="5825"/>
        </pc:sldMkLst>
        <pc:spChg chg="mod">
          <ac:chgData name="See Kay Ling" userId="747f20cf-63e7-43ed-bc1f-f9bcd8254be9" providerId="ADAL" clId="{7F861CE5-63B5-4C36-AFE2-C8538FC5B97F}" dt="2025-10-03T06:47:52.269" v="2767" actId="20577"/>
          <ac:spMkLst>
            <pc:docMk/>
            <pc:sldMk cId="2261512579" sldId="5825"/>
            <ac:spMk id="8" creationId="{AC0EBC66-F06D-B99E-8BB7-533E563AEB3C}"/>
          </ac:spMkLst>
        </pc:spChg>
      </pc:sldChg>
      <pc:sldMasterChg chg="delSldLayout">
        <pc:chgData name="See Kay Ling" userId="747f20cf-63e7-43ed-bc1f-f9bcd8254be9" providerId="ADAL" clId="{7F861CE5-63B5-4C36-AFE2-C8538FC5B97F}" dt="2025-10-01T14:31:51.910" v="1829" actId="2696"/>
        <pc:sldMasterMkLst>
          <pc:docMk/>
          <pc:sldMasterMk cId="802195330" sldId="2147483660"/>
        </pc:sldMasterMkLst>
        <pc:sldLayoutChg chg="del">
          <pc:chgData name="See Kay Ling" userId="747f20cf-63e7-43ed-bc1f-f9bcd8254be9" providerId="ADAL" clId="{7F861CE5-63B5-4C36-AFE2-C8538FC5B97F}" dt="2025-10-01T14:31:51.910" v="1829" actId="2696"/>
          <pc:sldLayoutMkLst>
            <pc:docMk/>
            <pc:sldMasterMk cId="802195330" sldId="2147483660"/>
            <pc:sldLayoutMk cId="1729419216" sldId="2147483700"/>
          </pc:sldLayoutMkLst>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51.png"/><Relationship Id="rId7" Type="http://schemas.openxmlformats.org/officeDocument/2006/relationships/image" Target="../media/image4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ata2.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image" Target="../media/image49.png"/></Relationships>
</file>

<file path=ppt/diagrams/_rels/data3.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image" Target="../media/image49.png"/></Relationships>
</file>

<file path=ppt/diagrams/_rels/data4.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image" Target="../media/image53.png"/></Relationships>
</file>

<file path=ppt/diagrams/_rels/data5.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image" Target="../media/image4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51.png"/><Relationship Id="rId7" Type="http://schemas.openxmlformats.org/officeDocument/2006/relationships/image" Target="../media/image4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rawing2.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image" Target="../media/image49.png"/></Relationships>
</file>

<file path=ppt/diagrams/_rels/drawing3.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image" Target="../media/image49.png"/></Relationships>
</file>

<file path=ppt/diagrams/_rels/drawing4.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image" Target="../media/image53.png"/></Relationships>
</file>

<file path=ppt/diagrams/_rels/drawing5.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image" Target="../media/image45.png"/></Relationships>
</file>

<file path=ppt/diagrams/colors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1F3113-9EC6-4B6F-B472-1E5C8F95B9AE}" type="doc">
      <dgm:prSet loTypeId="urn:microsoft.com/office/officeart/2018/2/layout/IconCircleList" loCatId="icon" qsTypeId="urn:microsoft.com/office/officeart/2005/8/quickstyle/simple1" qsCatId="simple" csTypeId="urn:microsoft.com/office/officeart/2005/8/colors/accent5_5" csCatId="accent5" phldr="1"/>
      <dgm:spPr/>
      <dgm:t>
        <a:bodyPr/>
        <a:lstStyle/>
        <a:p>
          <a:endParaRPr lang="ms-MY"/>
        </a:p>
      </dgm:t>
    </dgm:pt>
    <dgm:pt modelId="{AC1A9795-4773-4C6F-96FA-97C2393AF481}">
      <dgm:prSet phldrT="[Text]"/>
      <dgm:spPr/>
      <dgm:t>
        <a:bodyPr/>
        <a:lstStyle/>
        <a:p>
          <a:pPr>
            <a:lnSpc>
              <a:spcPct val="100000"/>
            </a:lnSpc>
          </a:pPr>
          <a:r>
            <a:rPr lang="en-US" b="1" dirty="0">
              <a:solidFill>
                <a:schemeClr val="bg2">
                  <a:lumMod val="95000"/>
                </a:schemeClr>
              </a:solidFill>
              <a:latin typeface="Arial" panose="020B0604020202020204" pitchFamily="34" charset="0"/>
              <a:cs typeface="Arial" panose="020B0604020202020204" pitchFamily="34" charset="0"/>
            </a:rPr>
            <a:t> 1. Manage Object</a:t>
          </a:r>
          <a:endParaRPr lang="ms-MY" b="1" dirty="0">
            <a:solidFill>
              <a:schemeClr val="bg2">
                <a:lumMod val="95000"/>
              </a:schemeClr>
            </a:solidFill>
            <a:latin typeface="Arial" panose="020B0604020202020204" pitchFamily="34" charset="0"/>
            <a:cs typeface="Arial" panose="020B0604020202020204" pitchFamily="34" charset="0"/>
          </a:endParaRPr>
        </a:p>
      </dgm:t>
    </dgm:pt>
    <dgm:pt modelId="{1541F8FE-C658-4A7F-A0E9-DB69E8914E96}" type="parTrans" cxnId="{C8E5590C-33EF-4B1E-ADDA-D84FEE8EEA41}">
      <dgm:prSet/>
      <dgm:spPr/>
      <dgm:t>
        <a:bodyPr/>
        <a:lstStyle/>
        <a:p>
          <a:endParaRPr lang="ms-MY" sz="1800">
            <a:latin typeface="Arial" panose="020B0604020202020204" pitchFamily="34" charset="0"/>
            <a:cs typeface="Arial" panose="020B0604020202020204" pitchFamily="34" charset="0"/>
          </a:endParaRPr>
        </a:p>
      </dgm:t>
    </dgm:pt>
    <dgm:pt modelId="{A03761FD-5B1C-4C06-994A-69BE84714CB3}" type="sibTrans" cxnId="{C8E5590C-33EF-4B1E-ADDA-D84FEE8EEA41}">
      <dgm:prSet/>
      <dgm:spPr/>
      <dgm:t>
        <a:bodyPr/>
        <a:lstStyle/>
        <a:p>
          <a:pPr>
            <a:lnSpc>
              <a:spcPct val="100000"/>
            </a:lnSpc>
          </a:pPr>
          <a:endParaRPr lang="ms-MY">
            <a:latin typeface="Arial" panose="020B0604020202020204" pitchFamily="34" charset="0"/>
            <a:cs typeface="Arial" panose="020B0604020202020204" pitchFamily="34" charset="0"/>
          </a:endParaRPr>
        </a:p>
      </dgm:t>
    </dgm:pt>
    <dgm:pt modelId="{D7BD50CE-5D4C-4DB1-A33D-84860F5747AC}">
      <dgm:prSet phldrT="[Text]"/>
      <dgm:spPr/>
      <dgm:t>
        <a:bodyPr/>
        <a:lstStyle/>
        <a:p>
          <a:pPr>
            <a:lnSpc>
              <a:spcPct val="100000"/>
            </a:lnSpc>
          </a:pPr>
          <a:r>
            <a:rPr lang="en-US" b="1">
              <a:solidFill>
                <a:schemeClr val="bg2">
                  <a:lumMod val="95000"/>
                </a:schemeClr>
              </a:solidFill>
              <a:latin typeface="Arial" panose="020B0604020202020204" pitchFamily="34" charset="0"/>
              <a:cs typeface="Arial" panose="020B0604020202020204" pitchFamily="34" charset="0"/>
            </a:rPr>
            <a:t> 2. Deferment</a:t>
          </a:r>
          <a:endParaRPr lang="ms-MY" b="1">
            <a:solidFill>
              <a:schemeClr val="bg2">
                <a:lumMod val="95000"/>
              </a:schemeClr>
            </a:solidFill>
            <a:latin typeface="Arial" panose="020B0604020202020204" pitchFamily="34" charset="0"/>
            <a:cs typeface="Arial" panose="020B0604020202020204" pitchFamily="34" charset="0"/>
          </a:endParaRPr>
        </a:p>
      </dgm:t>
    </dgm:pt>
    <dgm:pt modelId="{3974F02C-BF94-49F0-B307-5045D6B90BD4}" type="parTrans" cxnId="{755B16C4-439D-41B7-874A-F52FAF003438}">
      <dgm:prSet/>
      <dgm:spPr/>
      <dgm:t>
        <a:bodyPr/>
        <a:lstStyle/>
        <a:p>
          <a:endParaRPr lang="ms-MY" sz="1800">
            <a:latin typeface="Arial" panose="020B0604020202020204" pitchFamily="34" charset="0"/>
            <a:cs typeface="Arial" panose="020B0604020202020204" pitchFamily="34" charset="0"/>
          </a:endParaRPr>
        </a:p>
      </dgm:t>
    </dgm:pt>
    <dgm:pt modelId="{5876056F-B048-4322-A41A-4D0143028C4D}" type="sibTrans" cxnId="{755B16C4-439D-41B7-874A-F52FAF003438}">
      <dgm:prSet/>
      <dgm:spPr/>
      <dgm:t>
        <a:bodyPr/>
        <a:lstStyle/>
        <a:p>
          <a:pPr>
            <a:lnSpc>
              <a:spcPct val="100000"/>
            </a:lnSpc>
          </a:pPr>
          <a:endParaRPr lang="ms-MY">
            <a:latin typeface="Arial" panose="020B0604020202020204" pitchFamily="34" charset="0"/>
            <a:cs typeface="Arial" panose="020B0604020202020204" pitchFamily="34" charset="0"/>
          </a:endParaRPr>
        </a:p>
      </dgm:t>
    </dgm:pt>
    <dgm:pt modelId="{306A3A89-A432-4403-A993-F43FD78F6B8E}">
      <dgm:prSet phldrT="[Text]"/>
      <dgm:spPr/>
      <dgm:t>
        <a:bodyPr/>
        <a:lstStyle/>
        <a:p>
          <a:pPr>
            <a:lnSpc>
              <a:spcPct val="100000"/>
            </a:lnSpc>
          </a:pPr>
          <a:r>
            <a:rPr lang="en-US" b="1" dirty="0">
              <a:solidFill>
                <a:schemeClr val="bg2">
                  <a:lumMod val="95000"/>
                </a:schemeClr>
              </a:solidFill>
              <a:latin typeface="Arial" panose="020B0604020202020204" pitchFamily="34" charset="0"/>
              <a:cs typeface="Arial" panose="020B0604020202020204" pitchFamily="34" charset="0"/>
            </a:rPr>
            <a:t> 3. Tooltips on EC codes</a:t>
          </a:r>
          <a:endParaRPr lang="ms-MY" b="1" dirty="0">
            <a:solidFill>
              <a:schemeClr val="bg2">
                <a:lumMod val="95000"/>
              </a:schemeClr>
            </a:solidFill>
            <a:latin typeface="Arial" panose="020B0604020202020204" pitchFamily="34" charset="0"/>
            <a:cs typeface="Arial" panose="020B0604020202020204" pitchFamily="34" charset="0"/>
          </a:endParaRPr>
        </a:p>
      </dgm:t>
    </dgm:pt>
    <dgm:pt modelId="{04DDE97F-E620-4FCF-BD86-5455D8B90B49}" type="parTrans" cxnId="{049CD533-6BB7-4E6B-B45B-26D4877A547A}">
      <dgm:prSet/>
      <dgm:spPr/>
      <dgm:t>
        <a:bodyPr/>
        <a:lstStyle/>
        <a:p>
          <a:endParaRPr lang="ms-MY" sz="1800">
            <a:latin typeface="Arial" panose="020B0604020202020204" pitchFamily="34" charset="0"/>
            <a:cs typeface="Arial" panose="020B0604020202020204" pitchFamily="34" charset="0"/>
          </a:endParaRPr>
        </a:p>
      </dgm:t>
    </dgm:pt>
    <dgm:pt modelId="{E1BFE969-8C01-47E9-8579-77084C59E929}" type="sibTrans" cxnId="{049CD533-6BB7-4E6B-B45B-26D4877A547A}">
      <dgm:prSet/>
      <dgm:spPr/>
      <dgm:t>
        <a:bodyPr/>
        <a:lstStyle/>
        <a:p>
          <a:pPr>
            <a:lnSpc>
              <a:spcPct val="100000"/>
            </a:lnSpc>
          </a:pPr>
          <a:endParaRPr lang="ms-MY">
            <a:latin typeface="Arial" panose="020B0604020202020204" pitchFamily="34" charset="0"/>
            <a:cs typeface="Arial" panose="020B0604020202020204" pitchFamily="34" charset="0"/>
          </a:endParaRPr>
        </a:p>
      </dgm:t>
    </dgm:pt>
    <dgm:pt modelId="{8FC5F230-58C7-4F66-A0F2-04D350CF0F7A}">
      <dgm:prSet phldrT="[Text]"/>
      <dgm:spPr/>
      <dgm:t>
        <a:bodyPr/>
        <a:lstStyle/>
        <a:p>
          <a:pPr>
            <a:lnSpc>
              <a:spcPct val="100000"/>
            </a:lnSpc>
          </a:pPr>
          <a:r>
            <a:rPr lang="en-US" b="1" dirty="0">
              <a:solidFill>
                <a:schemeClr val="bg2">
                  <a:lumMod val="95000"/>
                </a:schemeClr>
              </a:solidFill>
              <a:latin typeface="Arial" panose="020B0604020202020204" pitchFamily="34" charset="0"/>
              <a:cs typeface="Arial" panose="020B0604020202020204" pitchFamily="34" charset="0"/>
            </a:rPr>
            <a:t>4. ECIS Agent</a:t>
          </a:r>
          <a:endParaRPr lang="ms-MY" b="1" dirty="0">
            <a:solidFill>
              <a:schemeClr val="bg2">
                <a:lumMod val="95000"/>
              </a:schemeClr>
            </a:solidFill>
            <a:latin typeface="Arial" panose="020B0604020202020204" pitchFamily="34" charset="0"/>
            <a:cs typeface="Arial" panose="020B0604020202020204" pitchFamily="34" charset="0"/>
          </a:endParaRPr>
        </a:p>
      </dgm:t>
    </dgm:pt>
    <dgm:pt modelId="{470AE02E-2545-49DB-8852-ABCE544B3CC9}" type="parTrans" cxnId="{103887B8-A4E3-45E7-ACE6-3E8984F2549B}">
      <dgm:prSet/>
      <dgm:spPr/>
      <dgm:t>
        <a:bodyPr/>
        <a:lstStyle/>
        <a:p>
          <a:endParaRPr lang="ms-MY" sz="1800">
            <a:latin typeface="Arial" panose="020B0604020202020204" pitchFamily="34" charset="0"/>
            <a:cs typeface="Arial" panose="020B0604020202020204" pitchFamily="34" charset="0"/>
          </a:endParaRPr>
        </a:p>
      </dgm:t>
    </dgm:pt>
    <dgm:pt modelId="{3D2B9D8E-64DC-495D-85CE-40AF482B5707}" type="sibTrans" cxnId="{103887B8-A4E3-45E7-ACE6-3E8984F2549B}">
      <dgm:prSet/>
      <dgm:spPr/>
      <dgm:t>
        <a:bodyPr/>
        <a:lstStyle/>
        <a:p>
          <a:endParaRPr lang="ms-MY">
            <a:latin typeface="Arial" panose="020B0604020202020204" pitchFamily="34" charset="0"/>
            <a:cs typeface="Arial" panose="020B0604020202020204" pitchFamily="34" charset="0"/>
          </a:endParaRPr>
        </a:p>
      </dgm:t>
    </dgm:pt>
    <dgm:pt modelId="{D002E58E-D8BC-4896-913C-BA1464B3805D}" type="pres">
      <dgm:prSet presAssocID="{821F3113-9EC6-4B6F-B472-1E5C8F95B9AE}" presName="root" presStyleCnt="0">
        <dgm:presLayoutVars>
          <dgm:dir/>
          <dgm:resizeHandles val="exact"/>
        </dgm:presLayoutVars>
      </dgm:prSet>
      <dgm:spPr/>
    </dgm:pt>
    <dgm:pt modelId="{6529BEAF-EFC5-4EB8-9147-A084BB8F3200}" type="pres">
      <dgm:prSet presAssocID="{821F3113-9EC6-4B6F-B472-1E5C8F95B9AE}" presName="container" presStyleCnt="0">
        <dgm:presLayoutVars>
          <dgm:dir/>
          <dgm:resizeHandles val="exact"/>
        </dgm:presLayoutVars>
      </dgm:prSet>
      <dgm:spPr/>
    </dgm:pt>
    <dgm:pt modelId="{0B7234ED-81E6-46C1-BA63-ED266F828393}" type="pres">
      <dgm:prSet presAssocID="{AC1A9795-4773-4C6F-96FA-97C2393AF481}" presName="compNode" presStyleCnt="0"/>
      <dgm:spPr/>
    </dgm:pt>
    <dgm:pt modelId="{28311680-4B48-446B-893D-C3A8181E60E9}" type="pres">
      <dgm:prSet presAssocID="{AC1A9795-4773-4C6F-96FA-97C2393AF481}" presName="iconBgRect" presStyleLbl="bgShp" presStyleIdx="0" presStyleCnt="4"/>
      <dgm:spPr/>
    </dgm:pt>
    <dgm:pt modelId="{73F7180B-1AFF-4CD3-8779-55ADFC6075FC}" type="pres">
      <dgm:prSet presAssocID="{AC1A9795-4773-4C6F-96FA-97C2393AF48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effectLst/>
      </dgm:spPr>
      <dgm:extLst>
        <a:ext uri="{E40237B7-FDA0-4F09-8148-C483321AD2D9}">
          <dgm14:cNvPr xmlns:dgm14="http://schemas.microsoft.com/office/drawing/2010/diagram" id="0" name="" descr="Tools"/>
        </a:ext>
      </dgm:extLst>
    </dgm:pt>
    <dgm:pt modelId="{CE579CF0-8011-43AB-B8D4-46F5F6359216}" type="pres">
      <dgm:prSet presAssocID="{AC1A9795-4773-4C6F-96FA-97C2393AF481}" presName="spaceRect" presStyleCnt="0"/>
      <dgm:spPr/>
    </dgm:pt>
    <dgm:pt modelId="{3592A391-8A60-42A7-AB2B-9A31BECB2C54}" type="pres">
      <dgm:prSet presAssocID="{AC1A9795-4773-4C6F-96FA-97C2393AF481}" presName="textRect" presStyleLbl="revTx" presStyleIdx="0" presStyleCnt="4" custScaleX="123280" custLinFactNeighborX="5904" custLinFactNeighborY="-961">
        <dgm:presLayoutVars>
          <dgm:chMax val="1"/>
          <dgm:chPref val="1"/>
        </dgm:presLayoutVars>
      </dgm:prSet>
      <dgm:spPr/>
    </dgm:pt>
    <dgm:pt modelId="{49AFB5CB-E931-476F-8353-841DC3426A64}" type="pres">
      <dgm:prSet presAssocID="{A03761FD-5B1C-4C06-994A-69BE84714CB3}" presName="sibTrans" presStyleLbl="sibTrans2D1" presStyleIdx="0" presStyleCnt="0"/>
      <dgm:spPr/>
    </dgm:pt>
    <dgm:pt modelId="{FC987CF7-68D5-43E0-9731-D961D7F38813}" type="pres">
      <dgm:prSet presAssocID="{D7BD50CE-5D4C-4DB1-A33D-84860F5747AC}" presName="compNode" presStyleCnt="0"/>
      <dgm:spPr/>
    </dgm:pt>
    <dgm:pt modelId="{644CEE06-B6C3-4558-A160-8945FAC03A72}" type="pres">
      <dgm:prSet presAssocID="{D7BD50CE-5D4C-4DB1-A33D-84860F5747AC}" presName="iconBgRect" presStyleLbl="bgShp" presStyleIdx="1" presStyleCnt="4"/>
      <dgm:spPr/>
    </dgm:pt>
    <dgm:pt modelId="{CB1742D3-70D5-44EE-B2E9-0097908B5FCF}" type="pres">
      <dgm:prSet presAssocID="{D7BD50CE-5D4C-4DB1-A33D-84860F5747AC}"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Aperture with solid fill"/>
        </a:ext>
      </dgm:extLst>
    </dgm:pt>
    <dgm:pt modelId="{B6CF570B-A698-48BF-9C59-99C2DCE9D5C9}" type="pres">
      <dgm:prSet presAssocID="{D7BD50CE-5D4C-4DB1-A33D-84860F5747AC}" presName="spaceRect" presStyleCnt="0"/>
      <dgm:spPr/>
    </dgm:pt>
    <dgm:pt modelId="{9E740E55-DE42-4F16-9FF3-E4E4C557465A}" type="pres">
      <dgm:prSet presAssocID="{D7BD50CE-5D4C-4DB1-A33D-84860F5747AC}" presName="textRect" presStyleLbl="revTx" presStyleIdx="1" presStyleCnt="4" custScaleX="119809">
        <dgm:presLayoutVars>
          <dgm:chMax val="1"/>
          <dgm:chPref val="1"/>
        </dgm:presLayoutVars>
      </dgm:prSet>
      <dgm:spPr/>
    </dgm:pt>
    <dgm:pt modelId="{B2ED8165-8C50-4622-9A2A-86E5CC8C93E2}" type="pres">
      <dgm:prSet presAssocID="{5876056F-B048-4322-A41A-4D0143028C4D}" presName="sibTrans" presStyleLbl="sibTrans2D1" presStyleIdx="0" presStyleCnt="0"/>
      <dgm:spPr/>
    </dgm:pt>
    <dgm:pt modelId="{09AA485D-A0E8-4B4F-B724-8E9A5BE309E9}" type="pres">
      <dgm:prSet presAssocID="{306A3A89-A432-4403-A993-F43FD78F6B8E}" presName="compNode" presStyleCnt="0"/>
      <dgm:spPr/>
    </dgm:pt>
    <dgm:pt modelId="{07856FCC-081C-4D96-88A6-FABCEFCBE493}" type="pres">
      <dgm:prSet presAssocID="{306A3A89-A432-4403-A993-F43FD78F6B8E}" presName="iconBgRect" presStyleLbl="bgShp" presStyleIdx="2" presStyleCnt="4"/>
      <dgm:spPr/>
    </dgm:pt>
    <dgm:pt modelId="{94F8C373-C94A-446A-A88F-2505E5EB047B}" type="pres">
      <dgm:prSet presAssocID="{306A3A89-A432-4403-A993-F43FD78F6B8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F12C9C16-43F0-4391-A1B6-0A7EE81C6C0C}" type="pres">
      <dgm:prSet presAssocID="{306A3A89-A432-4403-A993-F43FD78F6B8E}" presName="spaceRect" presStyleCnt="0"/>
      <dgm:spPr/>
    </dgm:pt>
    <dgm:pt modelId="{AFFC46CC-F32F-45D0-B0C7-FB064C836C54}" type="pres">
      <dgm:prSet presAssocID="{306A3A89-A432-4403-A993-F43FD78F6B8E}" presName="textRect" presStyleLbl="revTx" presStyleIdx="2" presStyleCnt="4" custScaleX="137390" custLinFactNeighborX="10660" custLinFactNeighborY="52">
        <dgm:presLayoutVars>
          <dgm:chMax val="1"/>
          <dgm:chPref val="1"/>
        </dgm:presLayoutVars>
      </dgm:prSet>
      <dgm:spPr/>
    </dgm:pt>
    <dgm:pt modelId="{659263F5-DF2B-4ECB-A5AD-DAB4A2205DD5}" type="pres">
      <dgm:prSet presAssocID="{E1BFE969-8C01-47E9-8579-77084C59E929}" presName="sibTrans" presStyleLbl="sibTrans2D1" presStyleIdx="0" presStyleCnt="0"/>
      <dgm:spPr/>
    </dgm:pt>
    <dgm:pt modelId="{588C4DC4-2611-41B3-BBC9-C8476B316CCB}" type="pres">
      <dgm:prSet presAssocID="{8FC5F230-58C7-4F66-A0F2-04D350CF0F7A}" presName="compNode" presStyleCnt="0"/>
      <dgm:spPr/>
    </dgm:pt>
    <dgm:pt modelId="{3FBF7FEA-9747-417F-9748-4E0BE2C228BC}" type="pres">
      <dgm:prSet presAssocID="{8FC5F230-58C7-4F66-A0F2-04D350CF0F7A}" presName="iconBgRect" presStyleLbl="bgShp" presStyleIdx="3" presStyleCnt="4"/>
      <dgm:spPr/>
    </dgm:pt>
    <dgm:pt modelId="{A4C3E95D-5FB2-470A-8C65-4292A4DFECA2}" type="pres">
      <dgm:prSet presAssocID="{8FC5F230-58C7-4F66-A0F2-04D350CF0F7A}"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aily calendar with solid fill"/>
        </a:ext>
      </dgm:extLst>
    </dgm:pt>
    <dgm:pt modelId="{86141B27-E7F1-403F-B605-8B4821B3D752}" type="pres">
      <dgm:prSet presAssocID="{8FC5F230-58C7-4F66-A0F2-04D350CF0F7A}" presName="spaceRect" presStyleCnt="0"/>
      <dgm:spPr/>
    </dgm:pt>
    <dgm:pt modelId="{9D3CC950-1ED7-4B2F-A0BA-ABD5F8840E41}" type="pres">
      <dgm:prSet presAssocID="{8FC5F230-58C7-4F66-A0F2-04D350CF0F7A}" presName="textRect" presStyleLbl="revTx" presStyleIdx="3" presStyleCnt="4">
        <dgm:presLayoutVars>
          <dgm:chMax val="1"/>
          <dgm:chPref val="1"/>
        </dgm:presLayoutVars>
      </dgm:prSet>
      <dgm:spPr/>
    </dgm:pt>
  </dgm:ptLst>
  <dgm:cxnLst>
    <dgm:cxn modelId="{C8E5590C-33EF-4B1E-ADDA-D84FEE8EEA41}" srcId="{821F3113-9EC6-4B6F-B472-1E5C8F95B9AE}" destId="{AC1A9795-4773-4C6F-96FA-97C2393AF481}" srcOrd="0" destOrd="0" parTransId="{1541F8FE-C658-4A7F-A0E9-DB69E8914E96}" sibTransId="{A03761FD-5B1C-4C06-994A-69BE84714CB3}"/>
    <dgm:cxn modelId="{FC0ECB1F-3CEE-4839-A902-3BF6CCF6E174}" type="presOf" srcId="{8FC5F230-58C7-4F66-A0F2-04D350CF0F7A}" destId="{9D3CC950-1ED7-4B2F-A0BA-ABD5F8840E41}" srcOrd="0" destOrd="0" presId="urn:microsoft.com/office/officeart/2018/2/layout/IconCircleList"/>
    <dgm:cxn modelId="{2CA26E2E-B50E-43E3-83B7-59D822BF27D3}" type="presOf" srcId="{E1BFE969-8C01-47E9-8579-77084C59E929}" destId="{659263F5-DF2B-4ECB-A5AD-DAB4A2205DD5}" srcOrd="0" destOrd="0" presId="urn:microsoft.com/office/officeart/2018/2/layout/IconCircleList"/>
    <dgm:cxn modelId="{E7AEC933-0C17-49F6-AE69-E28339761AF4}" type="presOf" srcId="{306A3A89-A432-4403-A993-F43FD78F6B8E}" destId="{AFFC46CC-F32F-45D0-B0C7-FB064C836C54}" srcOrd="0" destOrd="0" presId="urn:microsoft.com/office/officeart/2018/2/layout/IconCircleList"/>
    <dgm:cxn modelId="{049CD533-6BB7-4E6B-B45B-26D4877A547A}" srcId="{821F3113-9EC6-4B6F-B472-1E5C8F95B9AE}" destId="{306A3A89-A432-4403-A993-F43FD78F6B8E}" srcOrd="2" destOrd="0" parTransId="{04DDE97F-E620-4FCF-BD86-5455D8B90B49}" sibTransId="{E1BFE969-8C01-47E9-8579-77084C59E929}"/>
    <dgm:cxn modelId="{B0AC6F80-F0E2-4F04-94D8-C2EA7814D7CB}" type="presOf" srcId="{5876056F-B048-4322-A41A-4D0143028C4D}" destId="{B2ED8165-8C50-4622-9A2A-86E5CC8C93E2}" srcOrd="0" destOrd="0" presId="urn:microsoft.com/office/officeart/2018/2/layout/IconCircleList"/>
    <dgm:cxn modelId="{848793A2-5DCD-4EE5-BE58-B4D71AA3D7BE}" type="presOf" srcId="{AC1A9795-4773-4C6F-96FA-97C2393AF481}" destId="{3592A391-8A60-42A7-AB2B-9A31BECB2C54}" srcOrd="0" destOrd="0" presId="urn:microsoft.com/office/officeart/2018/2/layout/IconCircleList"/>
    <dgm:cxn modelId="{103887B8-A4E3-45E7-ACE6-3E8984F2549B}" srcId="{821F3113-9EC6-4B6F-B472-1E5C8F95B9AE}" destId="{8FC5F230-58C7-4F66-A0F2-04D350CF0F7A}" srcOrd="3" destOrd="0" parTransId="{470AE02E-2545-49DB-8852-ABCE544B3CC9}" sibTransId="{3D2B9D8E-64DC-495D-85CE-40AF482B5707}"/>
    <dgm:cxn modelId="{6170D9C3-175D-40F4-B394-7C640AFF12E9}" type="presOf" srcId="{D7BD50CE-5D4C-4DB1-A33D-84860F5747AC}" destId="{9E740E55-DE42-4F16-9FF3-E4E4C557465A}" srcOrd="0" destOrd="0" presId="urn:microsoft.com/office/officeart/2018/2/layout/IconCircleList"/>
    <dgm:cxn modelId="{755B16C4-439D-41B7-874A-F52FAF003438}" srcId="{821F3113-9EC6-4B6F-B472-1E5C8F95B9AE}" destId="{D7BD50CE-5D4C-4DB1-A33D-84860F5747AC}" srcOrd="1" destOrd="0" parTransId="{3974F02C-BF94-49F0-B307-5045D6B90BD4}" sibTransId="{5876056F-B048-4322-A41A-4D0143028C4D}"/>
    <dgm:cxn modelId="{191C56C9-2A7C-48BA-90AD-EBD578E8F04A}" type="presOf" srcId="{A03761FD-5B1C-4C06-994A-69BE84714CB3}" destId="{49AFB5CB-E931-476F-8353-841DC3426A64}" srcOrd="0" destOrd="0" presId="urn:microsoft.com/office/officeart/2018/2/layout/IconCircleList"/>
    <dgm:cxn modelId="{1C35F5E1-8A54-45F6-94C0-905A60EDE81C}" type="presOf" srcId="{821F3113-9EC6-4B6F-B472-1E5C8F95B9AE}" destId="{D002E58E-D8BC-4896-913C-BA1464B3805D}" srcOrd="0" destOrd="0" presId="urn:microsoft.com/office/officeart/2018/2/layout/IconCircleList"/>
    <dgm:cxn modelId="{5F79DFBF-A477-401F-8563-B0124212FA69}" type="presParOf" srcId="{D002E58E-D8BC-4896-913C-BA1464B3805D}" destId="{6529BEAF-EFC5-4EB8-9147-A084BB8F3200}" srcOrd="0" destOrd="0" presId="urn:microsoft.com/office/officeart/2018/2/layout/IconCircleList"/>
    <dgm:cxn modelId="{28C79C64-833A-4316-B675-DE2CE3282CF8}" type="presParOf" srcId="{6529BEAF-EFC5-4EB8-9147-A084BB8F3200}" destId="{0B7234ED-81E6-46C1-BA63-ED266F828393}" srcOrd="0" destOrd="0" presId="urn:microsoft.com/office/officeart/2018/2/layout/IconCircleList"/>
    <dgm:cxn modelId="{8AF8EC99-167C-44DE-908A-E927B520EAC6}" type="presParOf" srcId="{0B7234ED-81E6-46C1-BA63-ED266F828393}" destId="{28311680-4B48-446B-893D-C3A8181E60E9}" srcOrd="0" destOrd="0" presId="urn:microsoft.com/office/officeart/2018/2/layout/IconCircleList"/>
    <dgm:cxn modelId="{EFC3A071-5A29-4DAB-8FC2-AD6326D12292}" type="presParOf" srcId="{0B7234ED-81E6-46C1-BA63-ED266F828393}" destId="{73F7180B-1AFF-4CD3-8779-55ADFC6075FC}" srcOrd="1" destOrd="0" presId="urn:microsoft.com/office/officeart/2018/2/layout/IconCircleList"/>
    <dgm:cxn modelId="{8E2398BD-95B5-4896-B01A-167801D229F0}" type="presParOf" srcId="{0B7234ED-81E6-46C1-BA63-ED266F828393}" destId="{CE579CF0-8011-43AB-B8D4-46F5F6359216}" srcOrd="2" destOrd="0" presId="urn:microsoft.com/office/officeart/2018/2/layout/IconCircleList"/>
    <dgm:cxn modelId="{144CED1C-5661-4C23-93D3-EF73F3575F19}" type="presParOf" srcId="{0B7234ED-81E6-46C1-BA63-ED266F828393}" destId="{3592A391-8A60-42A7-AB2B-9A31BECB2C54}" srcOrd="3" destOrd="0" presId="urn:microsoft.com/office/officeart/2018/2/layout/IconCircleList"/>
    <dgm:cxn modelId="{AE099BBD-8E8A-4A6F-AE15-D1EE907E4959}" type="presParOf" srcId="{6529BEAF-EFC5-4EB8-9147-A084BB8F3200}" destId="{49AFB5CB-E931-476F-8353-841DC3426A64}" srcOrd="1" destOrd="0" presId="urn:microsoft.com/office/officeart/2018/2/layout/IconCircleList"/>
    <dgm:cxn modelId="{75EC6C73-97D0-4847-8225-73CE936AE81F}" type="presParOf" srcId="{6529BEAF-EFC5-4EB8-9147-A084BB8F3200}" destId="{FC987CF7-68D5-43E0-9731-D961D7F38813}" srcOrd="2" destOrd="0" presId="urn:microsoft.com/office/officeart/2018/2/layout/IconCircleList"/>
    <dgm:cxn modelId="{408C7EE5-8102-4FC8-A349-F9D52688C2C2}" type="presParOf" srcId="{FC987CF7-68D5-43E0-9731-D961D7F38813}" destId="{644CEE06-B6C3-4558-A160-8945FAC03A72}" srcOrd="0" destOrd="0" presId="urn:microsoft.com/office/officeart/2018/2/layout/IconCircleList"/>
    <dgm:cxn modelId="{29E280E2-56BA-4BCA-8BBC-AE3156FD6B83}" type="presParOf" srcId="{FC987CF7-68D5-43E0-9731-D961D7F38813}" destId="{CB1742D3-70D5-44EE-B2E9-0097908B5FCF}" srcOrd="1" destOrd="0" presId="urn:microsoft.com/office/officeart/2018/2/layout/IconCircleList"/>
    <dgm:cxn modelId="{AB82229C-F471-4CEC-9696-95B5F5D93D8E}" type="presParOf" srcId="{FC987CF7-68D5-43E0-9731-D961D7F38813}" destId="{B6CF570B-A698-48BF-9C59-99C2DCE9D5C9}" srcOrd="2" destOrd="0" presId="urn:microsoft.com/office/officeart/2018/2/layout/IconCircleList"/>
    <dgm:cxn modelId="{64DEB747-F731-4B82-B928-6B707AE35C93}" type="presParOf" srcId="{FC987CF7-68D5-43E0-9731-D961D7F38813}" destId="{9E740E55-DE42-4F16-9FF3-E4E4C557465A}" srcOrd="3" destOrd="0" presId="urn:microsoft.com/office/officeart/2018/2/layout/IconCircleList"/>
    <dgm:cxn modelId="{FDFFE916-29E8-48F1-AF0F-AB616BBF3546}" type="presParOf" srcId="{6529BEAF-EFC5-4EB8-9147-A084BB8F3200}" destId="{B2ED8165-8C50-4622-9A2A-86E5CC8C93E2}" srcOrd="3" destOrd="0" presId="urn:microsoft.com/office/officeart/2018/2/layout/IconCircleList"/>
    <dgm:cxn modelId="{295F7501-89F5-4950-B9CC-070958628695}" type="presParOf" srcId="{6529BEAF-EFC5-4EB8-9147-A084BB8F3200}" destId="{09AA485D-A0E8-4B4F-B724-8E9A5BE309E9}" srcOrd="4" destOrd="0" presId="urn:microsoft.com/office/officeart/2018/2/layout/IconCircleList"/>
    <dgm:cxn modelId="{93FCD099-2FE9-4E42-A898-4E7A6D9040E9}" type="presParOf" srcId="{09AA485D-A0E8-4B4F-B724-8E9A5BE309E9}" destId="{07856FCC-081C-4D96-88A6-FABCEFCBE493}" srcOrd="0" destOrd="0" presId="urn:microsoft.com/office/officeart/2018/2/layout/IconCircleList"/>
    <dgm:cxn modelId="{DB32CB88-0626-43BD-83B7-049D73F4D25A}" type="presParOf" srcId="{09AA485D-A0E8-4B4F-B724-8E9A5BE309E9}" destId="{94F8C373-C94A-446A-A88F-2505E5EB047B}" srcOrd="1" destOrd="0" presId="urn:microsoft.com/office/officeart/2018/2/layout/IconCircleList"/>
    <dgm:cxn modelId="{E26F015B-3BC6-46FA-B234-7003ABF3B709}" type="presParOf" srcId="{09AA485D-A0E8-4B4F-B724-8E9A5BE309E9}" destId="{F12C9C16-43F0-4391-A1B6-0A7EE81C6C0C}" srcOrd="2" destOrd="0" presId="urn:microsoft.com/office/officeart/2018/2/layout/IconCircleList"/>
    <dgm:cxn modelId="{B1011D7E-7FC4-4858-AEF0-4CE137CE4FBD}" type="presParOf" srcId="{09AA485D-A0E8-4B4F-B724-8E9A5BE309E9}" destId="{AFFC46CC-F32F-45D0-B0C7-FB064C836C54}" srcOrd="3" destOrd="0" presId="urn:microsoft.com/office/officeart/2018/2/layout/IconCircleList"/>
    <dgm:cxn modelId="{3D15F0D5-04EE-4969-BF7A-8D9780364D36}" type="presParOf" srcId="{6529BEAF-EFC5-4EB8-9147-A084BB8F3200}" destId="{659263F5-DF2B-4ECB-A5AD-DAB4A2205DD5}" srcOrd="5" destOrd="0" presId="urn:microsoft.com/office/officeart/2018/2/layout/IconCircleList"/>
    <dgm:cxn modelId="{9C7A5FBA-23BC-4FC5-AAFB-3E47EAC59DFC}" type="presParOf" srcId="{6529BEAF-EFC5-4EB8-9147-A084BB8F3200}" destId="{588C4DC4-2611-41B3-BBC9-C8476B316CCB}" srcOrd="6" destOrd="0" presId="urn:microsoft.com/office/officeart/2018/2/layout/IconCircleList"/>
    <dgm:cxn modelId="{291FD912-11FB-47A8-B9D5-196C46D6CAB8}" type="presParOf" srcId="{588C4DC4-2611-41B3-BBC9-C8476B316CCB}" destId="{3FBF7FEA-9747-417F-9748-4E0BE2C228BC}" srcOrd="0" destOrd="0" presId="urn:microsoft.com/office/officeart/2018/2/layout/IconCircleList"/>
    <dgm:cxn modelId="{B87D3A33-7303-4607-B581-71A27F7693D8}" type="presParOf" srcId="{588C4DC4-2611-41B3-BBC9-C8476B316CCB}" destId="{A4C3E95D-5FB2-470A-8C65-4292A4DFECA2}" srcOrd="1" destOrd="0" presId="urn:microsoft.com/office/officeart/2018/2/layout/IconCircleList"/>
    <dgm:cxn modelId="{0919F2B3-82C3-4BB4-B9A0-E9A0B43582A2}" type="presParOf" srcId="{588C4DC4-2611-41B3-BBC9-C8476B316CCB}" destId="{86141B27-E7F1-403F-B605-8B4821B3D752}" srcOrd="2" destOrd="0" presId="urn:microsoft.com/office/officeart/2018/2/layout/IconCircleList"/>
    <dgm:cxn modelId="{9AC70BA6-730E-4BCC-8E6B-3B9F64FBA8AC}" type="presParOf" srcId="{588C4DC4-2611-41B3-BBC9-C8476B316CCB}" destId="{9D3CC950-1ED7-4B2F-A0BA-ABD5F8840E41}" srcOrd="3" destOrd="0" presId="urn:microsoft.com/office/officeart/2018/2/layout/IconCircl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1F3113-9EC6-4B6F-B472-1E5C8F95B9AE}" type="doc">
      <dgm:prSet loTypeId="urn:microsoft.com/office/officeart/2018/2/layout/IconCircleList" loCatId="icon" qsTypeId="urn:microsoft.com/office/officeart/2005/8/quickstyle/simple1" qsCatId="simple" csTypeId="urn:microsoft.com/office/officeart/2005/8/colors/accent5_5" csCatId="accent5" phldr="1"/>
      <dgm:spPr/>
      <dgm:t>
        <a:bodyPr/>
        <a:lstStyle/>
        <a:p>
          <a:endParaRPr lang="ms-MY"/>
        </a:p>
      </dgm:t>
    </dgm:pt>
    <dgm:pt modelId="{AC1A9795-4773-4C6F-96FA-97C2393AF481}">
      <dgm:prSet phldrT="[Text]" custT="1"/>
      <dgm:spPr/>
      <dgm:t>
        <a:bodyPr/>
        <a:lstStyle/>
        <a:p>
          <a:pPr>
            <a:lnSpc>
              <a:spcPct val="100000"/>
            </a:lnSpc>
          </a:pPr>
          <a:r>
            <a:rPr lang="en-US" sz="4000" b="1" dirty="0">
              <a:solidFill>
                <a:schemeClr val="bg2">
                  <a:lumMod val="95000"/>
                </a:schemeClr>
              </a:solidFill>
              <a:latin typeface="Arial" panose="020B0604020202020204" pitchFamily="34" charset="0"/>
              <a:cs typeface="Arial" panose="020B0604020202020204" pitchFamily="34" charset="0"/>
            </a:rPr>
            <a:t>1. Manage Object</a:t>
          </a:r>
          <a:endParaRPr lang="ms-MY" sz="4000" b="1" dirty="0">
            <a:solidFill>
              <a:schemeClr val="bg2">
                <a:lumMod val="95000"/>
              </a:schemeClr>
            </a:solidFill>
            <a:latin typeface="Arial" panose="020B0604020202020204" pitchFamily="34" charset="0"/>
            <a:cs typeface="Arial" panose="020B0604020202020204" pitchFamily="34" charset="0"/>
          </a:endParaRPr>
        </a:p>
      </dgm:t>
    </dgm:pt>
    <dgm:pt modelId="{1541F8FE-C658-4A7F-A0E9-DB69E8914E96}" type="parTrans" cxnId="{C8E5590C-33EF-4B1E-ADDA-D84FEE8EEA41}">
      <dgm:prSet/>
      <dgm:spPr/>
      <dgm:t>
        <a:bodyPr/>
        <a:lstStyle/>
        <a:p>
          <a:endParaRPr lang="ms-MY" sz="1800">
            <a:latin typeface="Arial" panose="020B0604020202020204" pitchFamily="34" charset="0"/>
            <a:cs typeface="Arial" panose="020B0604020202020204" pitchFamily="34" charset="0"/>
          </a:endParaRPr>
        </a:p>
      </dgm:t>
    </dgm:pt>
    <dgm:pt modelId="{A03761FD-5B1C-4C06-994A-69BE84714CB3}" type="sibTrans" cxnId="{C8E5590C-33EF-4B1E-ADDA-D84FEE8EEA41}">
      <dgm:prSet/>
      <dgm:spPr/>
      <dgm:t>
        <a:bodyPr/>
        <a:lstStyle/>
        <a:p>
          <a:pPr>
            <a:lnSpc>
              <a:spcPct val="100000"/>
            </a:lnSpc>
          </a:pPr>
          <a:endParaRPr lang="ms-MY">
            <a:latin typeface="Arial" panose="020B0604020202020204" pitchFamily="34" charset="0"/>
            <a:cs typeface="Arial" panose="020B0604020202020204" pitchFamily="34" charset="0"/>
          </a:endParaRPr>
        </a:p>
      </dgm:t>
    </dgm:pt>
    <dgm:pt modelId="{D002E58E-D8BC-4896-913C-BA1464B3805D}" type="pres">
      <dgm:prSet presAssocID="{821F3113-9EC6-4B6F-B472-1E5C8F95B9AE}" presName="root" presStyleCnt="0">
        <dgm:presLayoutVars>
          <dgm:dir/>
          <dgm:resizeHandles val="exact"/>
        </dgm:presLayoutVars>
      </dgm:prSet>
      <dgm:spPr/>
    </dgm:pt>
    <dgm:pt modelId="{6529BEAF-EFC5-4EB8-9147-A084BB8F3200}" type="pres">
      <dgm:prSet presAssocID="{821F3113-9EC6-4B6F-B472-1E5C8F95B9AE}" presName="container" presStyleCnt="0">
        <dgm:presLayoutVars>
          <dgm:dir/>
          <dgm:resizeHandles val="exact"/>
        </dgm:presLayoutVars>
      </dgm:prSet>
      <dgm:spPr/>
    </dgm:pt>
    <dgm:pt modelId="{0B7234ED-81E6-46C1-BA63-ED266F828393}" type="pres">
      <dgm:prSet presAssocID="{AC1A9795-4773-4C6F-96FA-97C2393AF481}" presName="compNode" presStyleCnt="0"/>
      <dgm:spPr/>
    </dgm:pt>
    <dgm:pt modelId="{28311680-4B48-446B-893D-C3A8181E60E9}" type="pres">
      <dgm:prSet presAssocID="{AC1A9795-4773-4C6F-96FA-97C2393AF481}" presName="iconBgRect" presStyleLbl="bgShp" presStyleIdx="0" presStyleCnt="1"/>
      <dgm:spPr/>
    </dgm:pt>
    <dgm:pt modelId="{73F7180B-1AFF-4CD3-8779-55ADFC6075FC}" type="pres">
      <dgm:prSet presAssocID="{AC1A9795-4773-4C6F-96FA-97C2393AF481}"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effectLst/>
      </dgm:spPr>
      <dgm:extLst>
        <a:ext uri="{E40237B7-FDA0-4F09-8148-C483321AD2D9}">
          <dgm14:cNvPr xmlns:dgm14="http://schemas.microsoft.com/office/drawing/2010/diagram" id="0" name="" descr="Tools"/>
        </a:ext>
      </dgm:extLst>
    </dgm:pt>
    <dgm:pt modelId="{CE579CF0-8011-43AB-B8D4-46F5F6359216}" type="pres">
      <dgm:prSet presAssocID="{AC1A9795-4773-4C6F-96FA-97C2393AF481}" presName="spaceRect" presStyleCnt="0"/>
      <dgm:spPr/>
    </dgm:pt>
    <dgm:pt modelId="{3592A391-8A60-42A7-AB2B-9A31BECB2C54}" type="pres">
      <dgm:prSet presAssocID="{AC1A9795-4773-4C6F-96FA-97C2393AF481}" presName="textRect" presStyleLbl="revTx" presStyleIdx="0" presStyleCnt="1" custScaleX="114995" custScaleY="90232">
        <dgm:presLayoutVars>
          <dgm:chMax val="1"/>
          <dgm:chPref val="1"/>
        </dgm:presLayoutVars>
      </dgm:prSet>
      <dgm:spPr/>
    </dgm:pt>
  </dgm:ptLst>
  <dgm:cxnLst>
    <dgm:cxn modelId="{C8E5590C-33EF-4B1E-ADDA-D84FEE8EEA41}" srcId="{821F3113-9EC6-4B6F-B472-1E5C8F95B9AE}" destId="{AC1A9795-4773-4C6F-96FA-97C2393AF481}" srcOrd="0" destOrd="0" parTransId="{1541F8FE-C658-4A7F-A0E9-DB69E8914E96}" sibTransId="{A03761FD-5B1C-4C06-994A-69BE84714CB3}"/>
    <dgm:cxn modelId="{848793A2-5DCD-4EE5-BE58-B4D71AA3D7BE}" type="presOf" srcId="{AC1A9795-4773-4C6F-96FA-97C2393AF481}" destId="{3592A391-8A60-42A7-AB2B-9A31BECB2C54}" srcOrd="0" destOrd="0" presId="urn:microsoft.com/office/officeart/2018/2/layout/IconCircleList"/>
    <dgm:cxn modelId="{1C35F5E1-8A54-45F6-94C0-905A60EDE81C}" type="presOf" srcId="{821F3113-9EC6-4B6F-B472-1E5C8F95B9AE}" destId="{D002E58E-D8BC-4896-913C-BA1464B3805D}" srcOrd="0" destOrd="0" presId="urn:microsoft.com/office/officeart/2018/2/layout/IconCircleList"/>
    <dgm:cxn modelId="{5F79DFBF-A477-401F-8563-B0124212FA69}" type="presParOf" srcId="{D002E58E-D8BC-4896-913C-BA1464B3805D}" destId="{6529BEAF-EFC5-4EB8-9147-A084BB8F3200}" srcOrd="0" destOrd="0" presId="urn:microsoft.com/office/officeart/2018/2/layout/IconCircleList"/>
    <dgm:cxn modelId="{28C79C64-833A-4316-B675-DE2CE3282CF8}" type="presParOf" srcId="{6529BEAF-EFC5-4EB8-9147-A084BB8F3200}" destId="{0B7234ED-81E6-46C1-BA63-ED266F828393}" srcOrd="0" destOrd="0" presId="urn:microsoft.com/office/officeart/2018/2/layout/IconCircleList"/>
    <dgm:cxn modelId="{8AF8EC99-167C-44DE-908A-E927B520EAC6}" type="presParOf" srcId="{0B7234ED-81E6-46C1-BA63-ED266F828393}" destId="{28311680-4B48-446B-893D-C3A8181E60E9}" srcOrd="0" destOrd="0" presId="urn:microsoft.com/office/officeart/2018/2/layout/IconCircleList"/>
    <dgm:cxn modelId="{EFC3A071-5A29-4DAB-8FC2-AD6326D12292}" type="presParOf" srcId="{0B7234ED-81E6-46C1-BA63-ED266F828393}" destId="{73F7180B-1AFF-4CD3-8779-55ADFC6075FC}" srcOrd="1" destOrd="0" presId="urn:microsoft.com/office/officeart/2018/2/layout/IconCircleList"/>
    <dgm:cxn modelId="{8E2398BD-95B5-4896-B01A-167801D229F0}" type="presParOf" srcId="{0B7234ED-81E6-46C1-BA63-ED266F828393}" destId="{CE579CF0-8011-43AB-B8D4-46F5F6359216}" srcOrd="2" destOrd="0" presId="urn:microsoft.com/office/officeart/2018/2/layout/IconCircleList"/>
    <dgm:cxn modelId="{144CED1C-5661-4C23-93D3-EF73F3575F19}" type="presParOf" srcId="{0B7234ED-81E6-46C1-BA63-ED266F828393}" destId="{3592A391-8A60-42A7-AB2B-9A31BECB2C54}" srcOrd="3" destOrd="0" presId="urn:microsoft.com/office/officeart/2018/2/layout/IconCircl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1F3113-9EC6-4B6F-B472-1E5C8F95B9AE}" type="doc">
      <dgm:prSet loTypeId="urn:microsoft.com/office/officeart/2018/2/layout/IconCircleList" loCatId="icon" qsTypeId="urn:microsoft.com/office/officeart/2005/8/quickstyle/simple1" qsCatId="simple" csTypeId="urn:microsoft.com/office/officeart/2005/8/colors/accent5_5" csCatId="accent5" phldr="1"/>
      <dgm:spPr/>
      <dgm:t>
        <a:bodyPr/>
        <a:lstStyle/>
        <a:p>
          <a:endParaRPr lang="ms-MY"/>
        </a:p>
      </dgm:t>
    </dgm:pt>
    <dgm:pt modelId="{AC1A9795-4773-4C6F-96FA-97C2393AF481}">
      <dgm:prSet phldrT="[Text]" custT="1"/>
      <dgm:spPr/>
      <dgm:t>
        <a:bodyPr/>
        <a:lstStyle/>
        <a:p>
          <a:pPr>
            <a:lnSpc>
              <a:spcPct val="100000"/>
            </a:lnSpc>
          </a:pPr>
          <a:r>
            <a:rPr lang="en-US" sz="4000" b="1" dirty="0">
              <a:solidFill>
                <a:schemeClr val="bg2">
                  <a:lumMod val="95000"/>
                </a:schemeClr>
              </a:solidFill>
              <a:latin typeface="Arial" panose="020B0604020202020204" pitchFamily="34" charset="0"/>
              <a:cs typeface="Arial" panose="020B0604020202020204" pitchFamily="34" charset="0"/>
            </a:rPr>
            <a:t>2. Deferment</a:t>
          </a:r>
          <a:endParaRPr lang="ms-MY" sz="4000" b="1" dirty="0">
            <a:solidFill>
              <a:schemeClr val="bg2">
                <a:lumMod val="95000"/>
              </a:schemeClr>
            </a:solidFill>
            <a:latin typeface="Arial" panose="020B0604020202020204" pitchFamily="34" charset="0"/>
            <a:cs typeface="Arial" panose="020B0604020202020204" pitchFamily="34" charset="0"/>
          </a:endParaRPr>
        </a:p>
      </dgm:t>
    </dgm:pt>
    <dgm:pt modelId="{1541F8FE-C658-4A7F-A0E9-DB69E8914E96}" type="parTrans" cxnId="{C8E5590C-33EF-4B1E-ADDA-D84FEE8EEA41}">
      <dgm:prSet/>
      <dgm:spPr/>
      <dgm:t>
        <a:bodyPr/>
        <a:lstStyle/>
        <a:p>
          <a:endParaRPr lang="ms-MY" sz="1800">
            <a:latin typeface="Arial" panose="020B0604020202020204" pitchFamily="34" charset="0"/>
            <a:cs typeface="Arial" panose="020B0604020202020204" pitchFamily="34" charset="0"/>
          </a:endParaRPr>
        </a:p>
      </dgm:t>
    </dgm:pt>
    <dgm:pt modelId="{A03761FD-5B1C-4C06-994A-69BE84714CB3}" type="sibTrans" cxnId="{C8E5590C-33EF-4B1E-ADDA-D84FEE8EEA41}">
      <dgm:prSet/>
      <dgm:spPr/>
      <dgm:t>
        <a:bodyPr/>
        <a:lstStyle/>
        <a:p>
          <a:pPr>
            <a:lnSpc>
              <a:spcPct val="100000"/>
            </a:lnSpc>
          </a:pPr>
          <a:endParaRPr lang="ms-MY">
            <a:latin typeface="Arial" panose="020B0604020202020204" pitchFamily="34" charset="0"/>
            <a:cs typeface="Arial" panose="020B0604020202020204" pitchFamily="34" charset="0"/>
          </a:endParaRPr>
        </a:p>
      </dgm:t>
    </dgm:pt>
    <dgm:pt modelId="{D002E58E-D8BC-4896-913C-BA1464B3805D}" type="pres">
      <dgm:prSet presAssocID="{821F3113-9EC6-4B6F-B472-1E5C8F95B9AE}" presName="root" presStyleCnt="0">
        <dgm:presLayoutVars>
          <dgm:dir/>
          <dgm:resizeHandles val="exact"/>
        </dgm:presLayoutVars>
      </dgm:prSet>
      <dgm:spPr/>
    </dgm:pt>
    <dgm:pt modelId="{6529BEAF-EFC5-4EB8-9147-A084BB8F3200}" type="pres">
      <dgm:prSet presAssocID="{821F3113-9EC6-4B6F-B472-1E5C8F95B9AE}" presName="container" presStyleCnt="0">
        <dgm:presLayoutVars>
          <dgm:dir/>
          <dgm:resizeHandles val="exact"/>
        </dgm:presLayoutVars>
      </dgm:prSet>
      <dgm:spPr/>
    </dgm:pt>
    <dgm:pt modelId="{0B7234ED-81E6-46C1-BA63-ED266F828393}" type="pres">
      <dgm:prSet presAssocID="{AC1A9795-4773-4C6F-96FA-97C2393AF481}" presName="compNode" presStyleCnt="0"/>
      <dgm:spPr/>
    </dgm:pt>
    <dgm:pt modelId="{28311680-4B48-446B-893D-C3A8181E60E9}" type="pres">
      <dgm:prSet presAssocID="{AC1A9795-4773-4C6F-96FA-97C2393AF481}" presName="iconBgRect" presStyleLbl="bgShp" presStyleIdx="0" presStyleCnt="1"/>
      <dgm:spPr/>
    </dgm:pt>
    <dgm:pt modelId="{73F7180B-1AFF-4CD3-8779-55ADFC6075FC}" type="pres">
      <dgm:prSet presAssocID="{AC1A9795-4773-4C6F-96FA-97C2393AF481}"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effectLst/>
      </dgm:spPr>
      <dgm:extLst>
        <a:ext uri="{E40237B7-FDA0-4F09-8148-C483321AD2D9}">
          <dgm14:cNvPr xmlns:dgm14="http://schemas.microsoft.com/office/drawing/2010/diagram" id="0" name="" descr="Tools"/>
        </a:ext>
      </dgm:extLst>
    </dgm:pt>
    <dgm:pt modelId="{CE579CF0-8011-43AB-B8D4-46F5F6359216}" type="pres">
      <dgm:prSet presAssocID="{AC1A9795-4773-4C6F-96FA-97C2393AF481}" presName="spaceRect" presStyleCnt="0"/>
      <dgm:spPr/>
    </dgm:pt>
    <dgm:pt modelId="{3592A391-8A60-42A7-AB2B-9A31BECB2C54}" type="pres">
      <dgm:prSet presAssocID="{AC1A9795-4773-4C6F-96FA-97C2393AF481}" presName="textRect" presStyleLbl="revTx" presStyleIdx="0" presStyleCnt="1" custScaleX="114995">
        <dgm:presLayoutVars>
          <dgm:chMax val="1"/>
          <dgm:chPref val="1"/>
        </dgm:presLayoutVars>
      </dgm:prSet>
      <dgm:spPr/>
    </dgm:pt>
  </dgm:ptLst>
  <dgm:cxnLst>
    <dgm:cxn modelId="{C8E5590C-33EF-4B1E-ADDA-D84FEE8EEA41}" srcId="{821F3113-9EC6-4B6F-B472-1E5C8F95B9AE}" destId="{AC1A9795-4773-4C6F-96FA-97C2393AF481}" srcOrd="0" destOrd="0" parTransId="{1541F8FE-C658-4A7F-A0E9-DB69E8914E96}" sibTransId="{A03761FD-5B1C-4C06-994A-69BE84714CB3}"/>
    <dgm:cxn modelId="{848793A2-5DCD-4EE5-BE58-B4D71AA3D7BE}" type="presOf" srcId="{AC1A9795-4773-4C6F-96FA-97C2393AF481}" destId="{3592A391-8A60-42A7-AB2B-9A31BECB2C54}" srcOrd="0" destOrd="0" presId="urn:microsoft.com/office/officeart/2018/2/layout/IconCircleList"/>
    <dgm:cxn modelId="{1C35F5E1-8A54-45F6-94C0-905A60EDE81C}" type="presOf" srcId="{821F3113-9EC6-4B6F-B472-1E5C8F95B9AE}" destId="{D002E58E-D8BC-4896-913C-BA1464B3805D}" srcOrd="0" destOrd="0" presId="urn:microsoft.com/office/officeart/2018/2/layout/IconCircleList"/>
    <dgm:cxn modelId="{5F79DFBF-A477-401F-8563-B0124212FA69}" type="presParOf" srcId="{D002E58E-D8BC-4896-913C-BA1464B3805D}" destId="{6529BEAF-EFC5-4EB8-9147-A084BB8F3200}" srcOrd="0" destOrd="0" presId="urn:microsoft.com/office/officeart/2018/2/layout/IconCircleList"/>
    <dgm:cxn modelId="{28C79C64-833A-4316-B675-DE2CE3282CF8}" type="presParOf" srcId="{6529BEAF-EFC5-4EB8-9147-A084BB8F3200}" destId="{0B7234ED-81E6-46C1-BA63-ED266F828393}" srcOrd="0" destOrd="0" presId="urn:microsoft.com/office/officeart/2018/2/layout/IconCircleList"/>
    <dgm:cxn modelId="{8AF8EC99-167C-44DE-908A-E927B520EAC6}" type="presParOf" srcId="{0B7234ED-81E6-46C1-BA63-ED266F828393}" destId="{28311680-4B48-446B-893D-C3A8181E60E9}" srcOrd="0" destOrd="0" presId="urn:microsoft.com/office/officeart/2018/2/layout/IconCircleList"/>
    <dgm:cxn modelId="{EFC3A071-5A29-4DAB-8FC2-AD6326D12292}" type="presParOf" srcId="{0B7234ED-81E6-46C1-BA63-ED266F828393}" destId="{73F7180B-1AFF-4CD3-8779-55ADFC6075FC}" srcOrd="1" destOrd="0" presId="urn:microsoft.com/office/officeart/2018/2/layout/IconCircleList"/>
    <dgm:cxn modelId="{8E2398BD-95B5-4896-B01A-167801D229F0}" type="presParOf" srcId="{0B7234ED-81E6-46C1-BA63-ED266F828393}" destId="{CE579CF0-8011-43AB-B8D4-46F5F6359216}" srcOrd="2" destOrd="0" presId="urn:microsoft.com/office/officeart/2018/2/layout/IconCircleList"/>
    <dgm:cxn modelId="{144CED1C-5661-4C23-93D3-EF73F3575F19}" type="presParOf" srcId="{0B7234ED-81E6-46C1-BA63-ED266F828393}" destId="{3592A391-8A60-42A7-AB2B-9A31BECB2C54}" srcOrd="3" destOrd="0" presId="urn:microsoft.com/office/officeart/2018/2/layout/IconCircl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21F3113-9EC6-4B6F-B472-1E5C8F95B9AE}" type="doc">
      <dgm:prSet loTypeId="urn:microsoft.com/office/officeart/2018/2/layout/IconCircleList" loCatId="icon" qsTypeId="urn:microsoft.com/office/officeart/2005/8/quickstyle/simple1" qsCatId="simple" csTypeId="urn:microsoft.com/office/officeart/2005/8/colors/accent5_5" csCatId="accent5" phldr="1"/>
      <dgm:spPr/>
      <dgm:t>
        <a:bodyPr/>
        <a:lstStyle/>
        <a:p>
          <a:endParaRPr lang="ms-MY"/>
        </a:p>
      </dgm:t>
    </dgm:pt>
    <dgm:pt modelId="{306A3A89-A432-4403-A993-F43FD78F6B8E}">
      <dgm:prSet phldrT="[Text]" custT="1"/>
      <dgm:spPr/>
      <dgm:t>
        <a:bodyPr/>
        <a:lstStyle/>
        <a:p>
          <a:pPr>
            <a:lnSpc>
              <a:spcPct val="100000"/>
            </a:lnSpc>
          </a:pPr>
          <a:r>
            <a:rPr lang="en-US" sz="4000" b="1" dirty="0">
              <a:solidFill>
                <a:schemeClr val="bg2">
                  <a:lumMod val="95000"/>
                </a:schemeClr>
              </a:solidFill>
              <a:latin typeface="Arial" panose="020B0604020202020204" pitchFamily="34" charset="0"/>
              <a:cs typeface="Arial" panose="020B0604020202020204" pitchFamily="34" charset="0"/>
            </a:rPr>
            <a:t>3. Tooltips on EC Codes</a:t>
          </a:r>
          <a:endParaRPr lang="ms-MY" sz="4000" b="1" dirty="0">
            <a:solidFill>
              <a:schemeClr val="bg2">
                <a:lumMod val="95000"/>
              </a:schemeClr>
            </a:solidFill>
            <a:latin typeface="Arial" panose="020B0604020202020204" pitchFamily="34" charset="0"/>
            <a:cs typeface="Arial" panose="020B0604020202020204" pitchFamily="34" charset="0"/>
          </a:endParaRPr>
        </a:p>
      </dgm:t>
    </dgm:pt>
    <dgm:pt modelId="{04DDE97F-E620-4FCF-BD86-5455D8B90B49}" type="parTrans" cxnId="{049CD533-6BB7-4E6B-B45B-26D4877A547A}">
      <dgm:prSet/>
      <dgm:spPr/>
      <dgm:t>
        <a:bodyPr/>
        <a:lstStyle/>
        <a:p>
          <a:endParaRPr lang="ms-MY" sz="1800">
            <a:latin typeface="Arial" panose="020B0604020202020204" pitchFamily="34" charset="0"/>
            <a:cs typeface="Arial" panose="020B0604020202020204" pitchFamily="34" charset="0"/>
          </a:endParaRPr>
        </a:p>
      </dgm:t>
    </dgm:pt>
    <dgm:pt modelId="{E1BFE969-8C01-47E9-8579-77084C59E929}" type="sibTrans" cxnId="{049CD533-6BB7-4E6B-B45B-26D4877A547A}">
      <dgm:prSet/>
      <dgm:spPr/>
      <dgm:t>
        <a:bodyPr/>
        <a:lstStyle/>
        <a:p>
          <a:pPr>
            <a:lnSpc>
              <a:spcPct val="100000"/>
            </a:lnSpc>
          </a:pPr>
          <a:endParaRPr lang="ms-MY">
            <a:latin typeface="Arial" panose="020B0604020202020204" pitchFamily="34" charset="0"/>
            <a:cs typeface="Arial" panose="020B0604020202020204" pitchFamily="34" charset="0"/>
          </a:endParaRPr>
        </a:p>
      </dgm:t>
    </dgm:pt>
    <dgm:pt modelId="{D002E58E-D8BC-4896-913C-BA1464B3805D}" type="pres">
      <dgm:prSet presAssocID="{821F3113-9EC6-4B6F-B472-1E5C8F95B9AE}" presName="root" presStyleCnt="0">
        <dgm:presLayoutVars>
          <dgm:dir/>
          <dgm:resizeHandles val="exact"/>
        </dgm:presLayoutVars>
      </dgm:prSet>
      <dgm:spPr/>
    </dgm:pt>
    <dgm:pt modelId="{6529BEAF-EFC5-4EB8-9147-A084BB8F3200}" type="pres">
      <dgm:prSet presAssocID="{821F3113-9EC6-4B6F-B472-1E5C8F95B9AE}" presName="container" presStyleCnt="0">
        <dgm:presLayoutVars>
          <dgm:dir/>
          <dgm:resizeHandles val="exact"/>
        </dgm:presLayoutVars>
      </dgm:prSet>
      <dgm:spPr/>
    </dgm:pt>
    <dgm:pt modelId="{09AA485D-A0E8-4B4F-B724-8E9A5BE309E9}" type="pres">
      <dgm:prSet presAssocID="{306A3A89-A432-4403-A993-F43FD78F6B8E}" presName="compNode" presStyleCnt="0"/>
      <dgm:spPr/>
    </dgm:pt>
    <dgm:pt modelId="{07856FCC-081C-4D96-88A6-FABCEFCBE493}" type="pres">
      <dgm:prSet presAssocID="{306A3A89-A432-4403-A993-F43FD78F6B8E}" presName="iconBgRect" presStyleLbl="bgShp" presStyleIdx="0" presStyleCnt="1"/>
      <dgm:spPr>
        <a:solidFill>
          <a:schemeClr val="tx1">
            <a:lumMod val="10000"/>
            <a:lumOff val="90000"/>
          </a:schemeClr>
        </a:solidFill>
      </dgm:spPr>
    </dgm:pt>
    <dgm:pt modelId="{94F8C373-C94A-446A-A88F-2505E5EB047B}" type="pres">
      <dgm:prSet presAssocID="{306A3A89-A432-4403-A993-F43FD78F6B8E}"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pward trend"/>
        </a:ext>
      </dgm:extLst>
    </dgm:pt>
    <dgm:pt modelId="{F12C9C16-43F0-4391-A1B6-0A7EE81C6C0C}" type="pres">
      <dgm:prSet presAssocID="{306A3A89-A432-4403-A993-F43FD78F6B8E}" presName="spaceRect" presStyleCnt="0"/>
      <dgm:spPr/>
    </dgm:pt>
    <dgm:pt modelId="{AFFC46CC-F32F-45D0-B0C7-FB064C836C54}" type="pres">
      <dgm:prSet presAssocID="{306A3A89-A432-4403-A993-F43FD78F6B8E}" presName="textRect" presStyleLbl="revTx" presStyleIdx="0" presStyleCnt="1">
        <dgm:presLayoutVars>
          <dgm:chMax val="1"/>
          <dgm:chPref val="1"/>
        </dgm:presLayoutVars>
      </dgm:prSet>
      <dgm:spPr/>
    </dgm:pt>
  </dgm:ptLst>
  <dgm:cxnLst>
    <dgm:cxn modelId="{E7AEC933-0C17-49F6-AE69-E28339761AF4}" type="presOf" srcId="{306A3A89-A432-4403-A993-F43FD78F6B8E}" destId="{AFFC46CC-F32F-45D0-B0C7-FB064C836C54}" srcOrd="0" destOrd="0" presId="urn:microsoft.com/office/officeart/2018/2/layout/IconCircleList"/>
    <dgm:cxn modelId="{049CD533-6BB7-4E6B-B45B-26D4877A547A}" srcId="{821F3113-9EC6-4B6F-B472-1E5C8F95B9AE}" destId="{306A3A89-A432-4403-A993-F43FD78F6B8E}" srcOrd="0" destOrd="0" parTransId="{04DDE97F-E620-4FCF-BD86-5455D8B90B49}" sibTransId="{E1BFE969-8C01-47E9-8579-77084C59E929}"/>
    <dgm:cxn modelId="{1C35F5E1-8A54-45F6-94C0-905A60EDE81C}" type="presOf" srcId="{821F3113-9EC6-4B6F-B472-1E5C8F95B9AE}" destId="{D002E58E-D8BC-4896-913C-BA1464B3805D}" srcOrd="0" destOrd="0" presId="urn:microsoft.com/office/officeart/2018/2/layout/IconCircleList"/>
    <dgm:cxn modelId="{5F79DFBF-A477-401F-8563-B0124212FA69}" type="presParOf" srcId="{D002E58E-D8BC-4896-913C-BA1464B3805D}" destId="{6529BEAF-EFC5-4EB8-9147-A084BB8F3200}" srcOrd="0" destOrd="0" presId="urn:microsoft.com/office/officeart/2018/2/layout/IconCircleList"/>
    <dgm:cxn modelId="{295F7501-89F5-4950-B9CC-070958628695}" type="presParOf" srcId="{6529BEAF-EFC5-4EB8-9147-A084BB8F3200}" destId="{09AA485D-A0E8-4B4F-B724-8E9A5BE309E9}" srcOrd="0" destOrd="0" presId="urn:microsoft.com/office/officeart/2018/2/layout/IconCircleList"/>
    <dgm:cxn modelId="{93FCD099-2FE9-4E42-A898-4E7A6D9040E9}" type="presParOf" srcId="{09AA485D-A0E8-4B4F-B724-8E9A5BE309E9}" destId="{07856FCC-081C-4D96-88A6-FABCEFCBE493}" srcOrd="0" destOrd="0" presId="urn:microsoft.com/office/officeart/2018/2/layout/IconCircleList"/>
    <dgm:cxn modelId="{DB32CB88-0626-43BD-83B7-049D73F4D25A}" type="presParOf" srcId="{09AA485D-A0E8-4B4F-B724-8E9A5BE309E9}" destId="{94F8C373-C94A-446A-A88F-2505E5EB047B}" srcOrd="1" destOrd="0" presId="urn:microsoft.com/office/officeart/2018/2/layout/IconCircleList"/>
    <dgm:cxn modelId="{E26F015B-3BC6-46FA-B234-7003ABF3B709}" type="presParOf" srcId="{09AA485D-A0E8-4B4F-B724-8E9A5BE309E9}" destId="{F12C9C16-43F0-4391-A1B6-0A7EE81C6C0C}" srcOrd="2" destOrd="0" presId="urn:microsoft.com/office/officeart/2018/2/layout/IconCircleList"/>
    <dgm:cxn modelId="{B1011D7E-7FC4-4858-AEF0-4CE137CE4FBD}" type="presParOf" srcId="{09AA485D-A0E8-4B4F-B724-8E9A5BE309E9}" destId="{AFFC46CC-F32F-45D0-B0C7-FB064C836C54}" srcOrd="3" destOrd="0" presId="urn:microsoft.com/office/officeart/2018/2/layout/IconCircl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1F3113-9EC6-4B6F-B472-1E5C8F95B9AE}" type="doc">
      <dgm:prSet loTypeId="urn:microsoft.com/office/officeart/2018/2/layout/IconCircleList" loCatId="icon" qsTypeId="urn:microsoft.com/office/officeart/2005/8/quickstyle/simple1" qsCatId="simple" csTypeId="urn:microsoft.com/office/officeart/2005/8/colors/accent5_5" csCatId="accent5" phldr="1"/>
      <dgm:spPr/>
      <dgm:t>
        <a:bodyPr/>
        <a:lstStyle/>
        <a:p>
          <a:endParaRPr lang="ms-MY"/>
        </a:p>
      </dgm:t>
    </dgm:pt>
    <dgm:pt modelId="{8FC5F230-58C7-4F66-A0F2-04D350CF0F7A}">
      <dgm:prSet phldrT="[Text]" custT="1"/>
      <dgm:spPr/>
      <dgm:t>
        <a:bodyPr/>
        <a:lstStyle/>
        <a:p>
          <a:pPr>
            <a:lnSpc>
              <a:spcPct val="100000"/>
            </a:lnSpc>
          </a:pPr>
          <a:r>
            <a:rPr lang="en-US" sz="4000" b="1" dirty="0">
              <a:solidFill>
                <a:schemeClr val="bg2">
                  <a:lumMod val="95000"/>
                </a:schemeClr>
              </a:solidFill>
              <a:latin typeface="Arial" panose="020B0604020202020204" pitchFamily="34" charset="0"/>
              <a:cs typeface="Arial" panose="020B0604020202020204" pitchFamily="34" charset="0"/>
            </a:rPr>
            <a:t>4. ECIS Agent</a:t>
          </a:r>
          <a:endParaRPr lang="ms-MY" sz="4000" b="1" dirty="0">
            <a:solidFill>
              <a:schemeClr val="bg2">
                <a:lumMod val="95000"/>
              </a:schemeClr>
            </a:solidFill>
            <a:latin typeface="Arial" panose="020B0604020202020204" pitchFamily="34" charset="0"/>
            <a:cs typeface="Arial" panose="020B0604020202020204" pitchFamily="34" charset="0"/>
          </a:endParaRPr>
        </a:p>
      </dgm:t>
    </dgm:pt>
    <dgm:pt modelId="{470AE02E-2545-49DB-8852-ABCE544B3CC9}" type="parTrans" cxnId="{103887B8-A4E3-45E7-ACE6-3E8984F2549B}">
      <dgm:prSet/>
      <dgm:spPr/>
      <dgm:t>
        <a:bodyPr/>
        <a:lstStyle/>
        <a:p>
          <a:endParaRPr lang="ms-MY" sz="1800">
            <a:latin typeface="Arial" panose="020B0604020202020204" pitchFamily="34" charset="0"/>
            <a:cs typeface="Arial" panose="020B0604020202020204" pitchFamily="34" charset="0"/>
          </a:endParaRPr>
        </a:p>
      </dgm:t>
    </dgm:pt>
    <dgm:pt modelId="{3D2B9D8E-64DC-495D-85CE-40AF482B5707}" type="sibTrans" cxnId="{103887B8-A4E3-45E7-ACE6-3E8984F2549B}">
      <dgm:prSet/>
      <dgm:spPr/>
      <dgm:t>
        <a:bodyPr/>
        <a:lstStyle/>
        <a:p>
          <a:endParaRPr lang="ms-MY">
            <a:latin typeface="Arial" panose="020B0604020202020204" pitchFamily="34" charset="0"/>
            <a:cs typeface="Arial" panose="020B0604020202020204" pitchFamily="34" charset="0"/>
          </a:endParaRPr>
        </a:p>
      </dgm:t>
    </dgm:pt>
    <dgm:pt modelId="{D002E58E-D8BC-4896-913C-BA1464B3805D}" type="pres">
      <dgm:prSet presAssocID="{821F3113-9EC6-4B6F-B472-1E5C8F95B9AE}" presName="root" presStyleCnt="0">
        <dgm:presLayoutVars>
          <dgm:dir/>
          <dgm:resizeHandles val="exact"/>
        </dgm:presLayoutVars>
      </dgm:prSet>
      <dgm:spPr/>
    </dgm:pt>
    <dgm:pt modelId="{6529BEAF-EFC5-4EB8-9147-A084BB8F3200}" type="pres">
      <dgm:prSet presAssocID="{821F3113-9EC6-4B6F-B472-1E5C8F95B9AE}" presName="container" presStyleCnt="0">
        <dgm:presLayoutVars>
          <dgm:dir/>
          <dgm:resizeHandles val="exact"/>
        </dgm:presLayoutVars>
      </dgm:prSet>
      <dgm:spPr/>
    </dgm:pt>
    <dgm:pt modelId="{588C4DC4-2611-41B3-BBC9-C8476B316CCB}" type="pres">
      <dgm:prSet presAssocID="{8FC5F230-58C7-4F66-A0F2-04D350CF0F7A}" presName="compNode" presStyleCnt="0"/>
      <dgm:spPr/>
    </dgm:pt>
    <dgm:pt modelId="{3FBF7FEA-9747-417F-9748-4E0BE2C228BC}" type="pres">
      <dgm:prSet presAssocID="{8FC5F230-58C7-4F66-A0F2-04D350CF0F7A}" presName="iconBgRect" presStyleLbl="bgShp" presStyleIdx="0" presStyleCnt="1"/>
      <dgm:spPr/>
    </dgm:pt>
    <dgm:pt modelId="{A4C3E95D-5FB2-470A-8C65-4292A4DFECA2}" type="pres">
      <dgm:prSet presAssocID="{8FC5F230-58C7-4F66-A0F2-04D350CF0F7A}" presName="iconRect" presStyleLbl="node1" presStyleIdx="0" presStyleCnt="1"/>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Daily calendar with solid fill"/>
        </a:ext>
      </dgm:extLst>
    </dgm:pt>
    <dgm:pt modelId="{86141B27-E7F1-403F-B605-8B4821B3D752}" type="pres">
      <dgm:prSet presAssocID="{8FC5F230-58C7-4F66-A0F2-04D350CF0F7A}" presName="spaceRect" presStyleCnt="0"/>
      <dgm:spPr/>
    </dgm:pt>
    <dgm:pt modelId="{9D3CC950-1ED7-4B2F-A0BA-ABD5F8840E41}" type="pres">
      <dgm:prSet presAssocID="{8FC5F230-58C7-4F66-A0F2-04D350CF0F7A}" presName="textRect" presStyleLbl="revTx" presStyleIdx="0" presStyleCnt="1">
        <dgm:presLayoutVars>
          <dgm:chMax val="1"/>
          <dgm:chPref val="1"/>
        </dgm:presLayoutVars>
      </dgm:prSet>
      <dgm:spPr/>
    </dgm:pt>
  </dgm:ptLst>
  <dgm:cxnLst>
    <dgm:cxn modelId="{FC0ECB1F-3CEE-4839-A902-3BF6CCF6E174}" type="presOf" srcId="{8FC5F230-58C7-4F66-A0F2-04D350CF0F7A}" destId="{9D3CC950-1ED7-4B2F-A0BA-ABD5F8840E41}" srcOrd="0" destOrd="0" presId="urn:microsoft.com/office/officeart/2018/2/layout/IconCircleList"/>
    <dgm:cxn modelId="{103887B8-A4E3-45E7-ACE6-3E8984F2549B}" srcId="{821F3113-9EC6-4B6F-B472-1E5C8F95B9AE}" destId="{8FC5F230-58C7-4F66-A0F2-04D350CF0F7A}" srcOrd="0" destOrd="0" parTransId="{470AE02E-2545-49DB-8852-ABCE544B3CC9}" sibTransId="{3D2B9D8E-64DC-495D-85CE-40AF482B5707}"/>
    <dgm:cxn modelId="{1C35F5E1-8A54-45F6-94C0-905A60EDE81C}" type="presOf" srcId="{821F3113-9EC6-4B6F-B472-1E5C8F95B9AE}" destId="{D002E58E-D8BC-4896-913C-BA1464B3805D}" srcOrd="0" destOrd="0" presId="urn:microsoft.com/office/officeart/2018/2/layout/IconCircleList"/>
    <dgm:cxn modelId="{5F79DFBF-A477-401F-8563-B0124212FA69}" type="presParOf" srcId="{D002E58E-D8BC-4896-913C-BA1464B3805D}" destId="{6529BEAF-EFC5-4EB8-9147-A084BB8F3200}" srcOrd="0" destOrd="0" presId="urn:microsoft.com/office/officeart/2018/2/layout/IconCircleList"/>
    <dgm:cxn modelId="{9C7A5FBA-23BC-4FC5-AAFB-3E47EAC59DFC}" type="presParOf" srcId="{6529BEAF-EFC5-4EB8-9147-A084BB8F3200}" destId="{588C4DC4-2611-41B3-BBC9-C8476B316CCB}" srcOrd="0" destOrd="0" presId="urn:microsoft.com/office/officeart/2018/2/layout/IconCircleList"/>
    <dgm:cxn modelId="{291FD912-11FB-47A8-B9D5-196C46D6CAB8}" type="presParOf" srcId="{588C4DC4-2611-41B3-BBC9-C8476B316CCB}" destId="{3FBF7FEA-9747-417F-9748-4E0BE2C228BC}" srcOrd="0" destOrd="0" presId="urn:microsoft.com/office/officeart/2018/2/layout/IconCircleList"/>
    <dgm:cxn modelId="{B87D3A33-7303-4607-B581-71A27F7693D8}" type="presParOf" srcId="{588C4DC4-2611-41B3-BBC9-C8476B316CCB}" destId="{A4C3E95D-5FB2-470A-8C65-4292A4DFECA2}" srcOrd="1" destOrd="0" presId="urn:microsoft.com/office/officeart/2018/2/layout/IconCircleList"/>
    <dgm:cxn modelId="{0919F2B3-82C3-4BB4-B9A0-E9A0B43582A2}" type="presParOf" srcId="{588C4DC4-2611-41B3-BBC9-C8476B316CCB}" destId="{86141B27-E7F1-403F-B605-8B4821B3D752}" srcOrd="2" destOrd="0" presId="urn:microsoft.com/office/officeart/2018/2/layout/IconCircleList"/>
    <dgm:cxn modelId="{9AC70BA6-730E-4BCC-8E6B-3B9F64FBA8AC}" type="presParOf" srcId="{588C4DC4-2611-41B3-BBC9-C8476B316CCB}" destId="{9D3CC950-1ED7-4B2F-A0BA-ABD5F8840E41}" srcOrd="3" destOrd="0" presId="urn:microsoft.com/office/officeart/2018/2/layout/IconCircl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11680-4B48-446B-893D-C3A8181E60E9}">
      <dsp:nvSpPr>
        <dsp:cNvPr id="0" name=""/>
        <dsp:cNvSpPr/>
      </dsp:nvSpPr>
      <dsp:spPr>
        <a:xfrm>
          <a:off x="25731" y="1107283"/>
          <a:ext cx="739709" cy="739709"/>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F7180B-1AFF-4CD3-8779-55ADFC6075FC}">
      <dsp:nvSpPr>
        <dsp:cNvPr id="0" name=""/>
        <dsp:cNvSpPr/>
      </dsp:nvSpPr>
      <dsp:spPr>
        <a:xfrm>
          <a:off x="181070" y="1262622"/>
          <a:ext cx="429031" cy="4290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92A391-8A60-42A7-AB2B-9A31BECB2C54}">
      <dsp:nvSpPr>
        <dsp:cNvPr id="0" name=""/>
        <dsp:cNvSpPr/>
      </dsp:nvSpPr>
      <dsp:spPr>
        <a:xfrm>
          <a:off x="823937" y="1100174"/>
          <a:ext cx="2149511" cy="739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b="1" kern="1200" dirty="0">
              <a:solidFill>
                <a:schemeClr val="bg2">
                  <a:lumMod val="95000"/>
                </a:schemeClr>
              </a:solidFill>
              <a:latin typeface="Arial" panose="020B0604020202020204" pitchFamily="34" charset="0"/>
              <a:cs typeface="Arial" panose="020B0604020202020204" pitchFamily="34" charset="0"/>
            </a:rPr>
            <a:t> 1. Manage Object</a:t>
          </a:r>
          <a:endParaRPr lang="ms-MY" sz="2300" b="1" kern="1200" dirty="0">
            <a:solidFill>
              <a:schemeClr val="bg2">
                <a:lumMod val="95000"/>
              </a:schemeClr>
            </a:solidFill>
            <a:latin typeface="Arial" panose="020B0604020202020204" pitchFamily="34" charset="0"/>
            <a:cs typeface="Arial" panose="020B0604020202020204" pitchFamily="34" charset="0"/>
          </a:endParaRPr>
        </a:p>
      </dsp:txBody>
      <dsp:txXfrm>
        <a:off x="823937" y="1100174"/>
        <a:ext cx="2149511" cy="739709"/>
      </dsp:txXfrm>
    </dsp:sp>
    <dsp:sp modelId="{644CEE06-B6C3-4558-A160-8945FAC03A72}">
      <dsp:nvSpPr>
        <dsp:cNvPr id="0" name=""/>
        <dsp:cNvSpPr/>
      </dsp:nvSpPr>
      <dsp:spPr>
        <a:xfrm>
          <a:off x="3174316" y="1107283"/>
          <a:ext cx="739709" cy="739709"/>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1742D3-70D5-44EE-B2E9-0097908B5FCF}">
      <dsp:nvSpPr>
        <dsp:cNvPr id="0" name=""/>
        <dsp:cNvSpPr/>
      </dsp:nvSpPr>
      <dsp:spPr>
        <a:xfrm>
          <a:off x="3329655" y="1262622"/>
          <a:ext cx="429031" cy="42903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740E55-DE42-4F16-9FF3-E4E4C557465A}">
      <dsp:nvSpPr>
        <dsp:cNvPr id="0" name=""/>
        <dsp:cNvSpPr/>
      </dsp:nvSpPr>
      <dsp:spPr>
        <a:xfrm>
          <a:off x="3899840" y="1107283"/>
          <a:ext cx="2088991" cy="739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b="1" kern="1200">
              <a:solidFill>
                <a:schemeClr val="bg2">
                  <a:lumMod val="95000"/>
                </a:schemeClr>
              </a:solidFill>
              <a:latin typeface="Arial" panose="020B0604020202020204" pitchFamily="34" charset="0"/>
              <a:cs typeface="Arial" panose="020B0604020202020204" pitchFamily="34" charset="0"/>
            </a:rPr>
            <a:t> 2. Deferment</a:t>
          </a:r>
          <a:endParaRPr lang="ms-MY" sz="2300" b="1" kern="1200">
            <a:solidFill>
              <a:schemeClr val="bg2">
                <a:lumMod val="95000"/>
              </a:schemeClr>
            </a:solidFill>
            <a:latin typeface="Arial" panose="020B0604020202020204" pitchFamily="34" charset="0"/>
            <a:cs typeface="Arial" panose="020B0604020202020204" pitchFamily="34" charset="0"/>
          </a:endParaRPr>
        </a:p>
      </dsp:txBody>
      <dsp:txXfrm>
        <a:off x="3899840" y="1107283"/>
        <a:ext cx="2088991" cy="739709"/>
      </dsp:txXfrm>
    </dsp:sp>
    <dsp:sp modelId="{07856FCC-081C-4D96-88A6-FABCEFCBE493}">
      <dsp:nvSpPr>
        <dsp:cNvPr id="0" name=""/>
        <dsp:cNvSpPr/>
      </dsp:nvSpPr>
      <dsp:spPr>
        <a:xfrm>
          <a:off x="25731" y="2603592"/>
          <a:ext cx="739709" cy="739709"/>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F8C373-C94A-446A-A88F-2505E5EB047B}">
      <dsp:nvSpPr>
        <dsp:cNvPr id="0" name=""/>
        <dsp:cNvSpPr/>
      </dsp:nvSpPr>
      <dsp:spPr>
        <a:xfrm>
          <a:off x="181070" y="2758931"/>
          <a:ext cx="429031" cy="4290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FC46CC-F32F-45D0-B0C7-FB064C836C54}">
      <dsp:nvSpPr>
        <dsp:cNvPr id="0" name=""/>
        <dsp:cNvSpPr/>
      </dsp:nvSpPr>
      <dsp:spPr>
        <a:xfrm>
          <a:off x="783851" y="2603977"/>
          <a:ext cx="2395534" cy="739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b="1" kern="1200" dirty="0">
              <a:solidFill>
                <a:schemeClr val="bg2">
                  <a:lumMod val="95000"/>
                </a:schemeClr>
              </a:solidFill>
              <a:latin typeface="Arial" panose="020B0604020202020204" pitchFamily="34" charset="0"/>
              <a:cs typeface="Arial" panose="020B0604020202020204" pitchFamily="34" charset="0"/>
            </a:rPr>
            <a:t> 3. Tooltips on EC codes</a:t>
          </a:r>
          <a:endParaRPr lang="ms-MY" sz="2300" b="1" kern="1200" dirty="0">
            <a:solidFill>
              <a:schemeClr val="bg2">
                <a:lumMod val="95000"/>
              </a:schemeClr>
            </a:solidFill>
            <a:latin typeface="Arial" panose="020B0604020202020204" pitchFamily="34" charset="0"/>
            <a:cs typeface="Arial" panose="020B0604020202020204" pitchFamily="34" charset="0"/>
          </a:endParaRPr>
        </a:p>
      </dsp:txBody>
      <dsp:txXfrm>
        <a:off x="783851" y="2603977"/>
        <a:ext cx="2395534" cy="739709"/>
      </dsp:txXfrm>
    </dsp:sp>
    <dsp:sp modelId="{3FBF7FEA-9747-417F-9748-4E0BE2C228BC}">
      <dsp:nvSpPr>
        <dsp:cNvPr id="0" name=""/>
        <dsp:cNvSpPr/>
      </dsp:nvSpPr>
      <dsp:spPr>
        <a:xfrm>
          <a:off x="3297327" y="2603592"/>
          <a:ext cx="739709" cy="739709"/>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C3E95D-5FB2-470A-8C65-4292A4DFECA2}">
      <dsp:nvSpPr>
        <dsp:cNvPr id="0" name=""/>
        <dsp:cNvSpPr/>
      </dsp:nvSpPr>
      <dsp:spPr>
        <a:xfrm>
          <a:off x="3452666" y="2758931"/>
          <a:ext cx="429031" cy="42903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3CC950-1ED7-4B2F-A0BA-ABD5F8840E41}">
      <dsp:nvSpPr>
        <dsp:cNvPr id="0" name=""/>
        <dsp:cNvSpPr/>
      </dsp:nvSpPr>
      <dsp:spPr>
        <a:xfrm>
          <a:off x="4195546" y="2603592"/>
          <a:ext cx="1743601" cy="739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b="1" kern="1200" dirty="0">
              <a:solidFill>
                <a:schemeClr val="bg2">
                  <a:lumMod val="95000"/>
                </a:schemeClr>
              </a:solidFill>
              <a:latin typeface="Arial" panose="020B0604020202020204" pitchFamily="34" charset="0"/>
              <a:cs typeface="Arial" panose="020B0604020202020204" pitchFamily="34" charset="0"/>
            </a:rPr>
            <a:t>4. ECIS Agent</a:t>
          </a:r>
          <a:endParaRPr lang="ms-MY" sz="2300" b="1" kern="1200" dirty="0">
            <a:solidFill>
              <a:schemeClr val="bg2">
                <a:lumMod val="95000"/>
              </a:schemeClr>
            </a:solidFill>
            <a:latin typeface="Arial" panose="020B0604020202020204" pitchFamily="34" charset="0"/>
            <a:cs typeface="Arial" panose="020B0604020202020204" pitchFamily="34" charset="0"/>
          </a:endParaRPr>
        </a:p>
      </dsp:txBody>
      <dsp:txXfrm>
        <a:off x="4195546" y="2603592"/>
        <a:ext cx="1743601" cy="7397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11680-4B48-446B-893D-C3A8181E60E9}">
      <dsp:nvSpPr>
        <dsp:cNvPr id="0" name=""/>
        <dsp:cNvSpPr/>
      </dsp:nvSpPr>
      <dsp:spPr>
        <a:xfrm>
          <a:off x="38168" y="1424087"/>
          <a:ext cx="1555457" cy="1555457"/>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F7180B-1AFF-4CD3-8779-55ADFC6075FC}">
      <dsp:nvSpPr>
        <dsp:cNvPr id="0" name=""/>
        <dsp:cNvSpPr/>
      </dsp:nvSpPr>
      <dsp:spPr>
        <a:xfrm>
          <a:off x="364814" y="1750733"/>
          <a:ext cx="902165" cy="9021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92A391-8A60-42A7-AB2B-9A31BECB2C54}">
      <dsp:nvSpPr>
        <dsp:cNvPr id="0" name=""/>
        <dsp:cNvSpPr/>
      </dsp:nvSpPr>
      <dsp:spPr>
        <a:xfrm>
          <a:off x="1652047" y="1500055"/>
          <a:ext cx="4216217" cy="1403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778000">
            <a:lnSpc>
              <a:spcPct val="100000"/>
            </a:lnSpc>
            <a:spcBef>
              <a:spcPct val="0"/>
            </a:spcBef>
            <a:spcAft>
              <a:spcPct val="35000"/>
            </a:spcAft>
            <a:buNone/>
          </a:pPr>
          <a:r>
            <a:rPr lang="en-US" sz="4000" b="1" kern="1200" dirty="0">
              <a:solidFill>
                <a:schemeClr val="bg2">
                  <a:lumMod val="95000"/>
                </a:schemeClr>
              </a:solidFill>
              <a:latin typeface="Arial" panose="020B0604020202020204" pitchFamily="34" charset="0"/>
              <a:cs typeface="Arial" panose="020B0604020202020204" pitchFamily="34" charset="0"/>
            </a:rPr>
            <a:t>1. Manage Object</a:t>
          </a:r>
          <a:endParaRPr lang="ms-MY" sz="4000" b="1" kern="1200" dirty="0">
            <a:solidFill>
              <a:schemeClr val="bg2">
                <a:lumMod val="95000"/>
              </a:schemeClr>
            </a:solidFill>
            <a:latin typeface="Arial" panose="020B0604020202020204" pitchFamily="34" charset="0"/>
            <a:cs typeface="Arial" panose="020B0604020202020204" pitchFamily="34" charset="0"/>
          </a:endParaRPr>
        </a:p>
      </dsp:txBody>
      <dsp:txXfrm>
        <a:off x="1652047" y="1500055"/>
        <a:ext cx="4216217" cy="14035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11680-4B48-446B-893D-C3A8181E60E9}">
      <dsp:nvSpPr>
        <dsp:cNvPr id="0" name=""/>
        <dsp:cNvSpPr/>
      </dsp:nvSpPr>
      <dsp:spPr>
        <a:xfrm>
          <a:off x="25488" y="1506851"/>
          <a:ext cx="1423870" cy="1423870"/>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F7180B-1AFF-4CD3-8779-55ADFC6075FC}">
      <dsp:nvSpPr>
        <dsp:cNvPr id="0" name=""/>
        <dsp:cNvSpPr/>
      </dsp:nvSpPr>
      <dsp:spPr>
        <a:xfrm>
          <a:off x="324500" y="1805863"/>
          <a:ext cx="825845" cy="8258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92A391-8A60-42A7-AB2B-9A31BECB2C54}">
      <dsp:nvSpPr>
        <dsp:cNvPr id="0" name=""/>
        <dsp:cNvSpPr/>
      </dsp:nvSpPr>
      <dsp:spPr>
        <a:xfrm>
          <a:off x="1502837" y="1506851"/>
          <a:ext cx="3859538" cy="1423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778000">
            <a:lnSpc>
              <a:spcPct val="100000"/>
            </a:lnSpc>
            <a:spcBef>
              <a:spcPct val="0"/>
            </a:spcBef>
            <a:spcAft>
              <a:spcPct val="35000"/>
            </a:spcAft>
            <a:buNone/>
          </a:pPr>
          <a:r>
            <a:rPr lang="en-US" sz="4000" b="1" kern="1200" dirty="0">
              <a:solidFill>
                <a:schemeClr val="bg2">
                  <a:lumMod val="95000"/>
                </a:schemeClr>
              </a:solidFill>
              <a:latin typeface="Arial" panose="020B0604020202020204" pitchFamily="34" charset="0"/>
              <a:cs typeface="Arial" panose="020B0604020202020204" pitchFamily="34" charset="0"/>
            </a:rPr>
            <a:t>2. Deferment</a:t>
          </a:r>
          <a:endParaRPr lang="ms-MY" sz="4000" b="1" kern="1200" dirty="0">
            <a:solidFill>
              <a:schemeClr val="bg2">
                <a:lumMod val="95000"/>
              </a:schemeClr>
            </a:solidFill>
            <a:latin typeface="Arial" panose="020B0604020202020204" pitchFamily="34" charset="0"/>
            <a:cs typeface="Arial" panose="020B0604020202020204" pitchFamily="34" charset="0"/>
          </a:endParaRPr>
        </a:p>
      </dsp:txBody>
      <dsp:txXfrm>
        <a:off x="1502837" y="1506851"/>
        <a:ext cx="3859538" cy="14238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856FCC-081C-4D96-88A6-FABCEFCBE493}">
      <dsp:nvSpPr>
        <dsp:cNvPr id="0" name=""/>
        <dsp:cNvSpPr/>
      </dsp:nvSpPr>
      <dsp:spPr>
        <a:xfrm>
          <a:off x="0" y="1464485"/>
          <a:ext cx="1508602" cy="1508602"/>
        </a:xfrm>
        <a:prstGeom prst="ellipse">
          <a:avLst/>
        </a:prstGeom>
        <a:solidFill>
          <a:schemeClr val="tx1">
            <a:lumMod val="10000"/>
            <a:lumOff val="90000"/>
          </a:schemeClr>
        </a:solidFill>
        <a:ln>
          <a:noFill/>
        </a:ln>
        <a:effectLst/>
      </dsp:spPr>
      <dsp:style>
        <a:lnRef idx="0">
          <a:scrgbClr r="0" g="0" b="0"/>
        </a:lnRef>
        <a:fillRef idx="1">
          <a:scrgbClr r="0" g="0" b="0"/>
        </a:fillRef>
        <a:effectRef idx="0">
          <a:scrgbClr r="0" g="0" b="0"/>
        </a:effectRef>
        <a:fontRef idx="minor"/>
      </dsp:style>
    </dsp:sp>
    <dsp:sp modelId="{94F8C373-C94A-446A-A88F-2505E5EB047B}">
      <dsp:nvSpPr>
        <dsp:cNvPr id="0" name=""/>
        <dsp:cNvSpPr/>
      </dsp:nvSpPr>
      <dsp:spPr>
        <a:xfrm>
          <a:off x="316806" y="1781291"/>
          <a:ext cx="874989" cy="8749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FC46CC-F32F-45D0-B0C7-FB064C836C54}">
      <dsp:nvSpPr>
        <dsp:cNvPr id="0" name=""/>
        <dsp:cNvSpPr/>
      </dsp:nvSpPr>
      <dsp:spPr>
        <a:xfrm>
          <a:off x="1831874" y="1464485"/>
          <a:ext cx="3555990" cy="1508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778000">
            <a:lnSpc>
              <a:spcPct val="100000"/>
            </a:lnSpc>
            <a:spcBef>
              <a:spcPct val="0"/>
            </a:spcBef>
            <a:spcAft>
              <a:spcPct val="35000"/>
            </a:spcAft>
            <a:buNone/>
          </a:pPr>
          <a:r>
            <a:rPr lang="en-US" sz="4000" b="1" kern="1200" dirty="0">
              <a:solidFill>
                <a:schemeClr val="bg2">
                  <a:lumMod val="95000"/>
                </a:schemeClr>
              </a:solidFill>
              <a:latin typeface="Arial" panose="020B0604020202020204" pitchFamily="34" charset="0"/>
              <a:cs typeface="Arial" panose="020B0604020202020204" pitchFamily="34" charset="0"/>
            </a:rPr>
            <a:t>3. Tooltips on EC Codes</a:t>
          </a:r>
          <a:endParaRPr lang="ms-MY" sz="4000" b="1" kern="1200" dirty="0">
            <a:solidFill>
              <a:schemeClr val="bg2">
                <a:lumMod val="95000"/>
              </a:schemeClr>
            </a:solidFill>
            <a:latin typeface="Arial" panose="020B0604020202020204" pitchFamily="34" charset="0"/>
            <a:cs typeface="Arial" panose="020B0604020202020204" pitchFamily="34" charset="0"/>
          </a:endParaRPr>
        </a:p>
      </dsp:txBody>
      <dsp:txXfrm>
        <a:off x="1831874" y="1464485"/>
        <a:ext cx="3555990" cy="15086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F7FEA-9747-417F-9748-4E0BE2C228BC}">
      <dsp:nvSpPr>
        <dsp:cNvPr id="0" name=""/>
        <dsp:cNvSpPr/>
      </dsp:nvSpPr>
      <dsp:spPr>
        <a:xfrm>
          <a:off x="0" y="1464485"/>
          <a:ext cx="1508602" cy="1508602"/>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C3E95D-5FB2-470A-8C65-4292A4DFECA2}">
      <dsp:nvSpPr>
        <dsp:cNvPr id="0" name=""/>
        <dsp:cNvSpPr/>
      </dsp:nvSpPr>
      <dsp:spPr>
        <a:xfrm>
          <a:off x="316806" y="1781291"/>
          <a:ext cx="874989" cy="87498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3CC950-1ED7-4B2F-A0BA-ABD5F8840E41}">
      <dsp:nvSpPr>
        <dsp:cNvPr id="0" name=""/>
        <dsp:cNvSpPr/>
      </dsp:nvSpPr>
      <dsp:spPr>
        <a:xfrm>
          <a:off x="1831874" y="1464485"/>
          <a:ext cx="3555990" cy="1508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778000">
            <a:lnSpc>
              <a:spcPct val="100000"/>
            </a:lnSpc>
            <a:spcBef>
              <a:spcPct val="0"/>
            </a:spcBef>
            <a:spcAft>
              <a:spcPct val="35000"/>
            </a:spcAft>
            <a:buNone/>
          </a:pPr>
          <a:r>
            <a:rPr lang="en-US" sz="4000" b="1" kern="1200" dirty="0">
              <a:solidFill>
                <a:schemeClr val="bg2">
                  <a:lumMod val="95000"/>
                </a:schemeClr>
              </a:solidFill>
              <a:latin typeface="Arial" panose="020B0604020202020204" pitchFamily="34" charset="0"/>
              <a:cs typeface="Arial" panose="020B0604020202020204" pitchFamily="34" charset="0"/>
            </a:rPr>
            <a:t>4. ECIS Agent</a:t>
          </a:r>
          <a:endParaRPr lang="ms-MY" sz="4000" b="1" kern="1200" dirty="0">
            <a:solidFill>
              <a:schemeClr val="bg2">
                <a:lumMod val="95000"/>
              </a:schemeClr>
            </a:solidFill>
            <a:latin typeface="Arial" panose="020B0604020202020204" pitchFamily="34" charset="0"/>
            <a:cs typeface="Arial" panose="020B0604020202020204" pitchFamily="34" charset="0"/>
          </a:endParaRPr>
        </a:p>
      </dsp:txBody>
      <dsp:txXfrm>
        <a:off x="1831874" y="1464485"/>
        <a:ext cx="3555990" cy="150860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8BE777-DD0A-4845-8AF5-4990384200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i-FI"/>
          </a:p>
        </p:txBody>
      </p:sp>
      <p:sp>
        <p:nvSpPr>
          <p:cNvPr id="3" name="Date Placeholder 2">
            <a:extLst>
              <a:ext uri="{FF2B5EF4-FFF2-40B4-BE49-F238E27FC236}">
                <a16:creationId xmlns:a16="http://schemas.microsoft.com/office/drawing/2014/main" id="{FEFE94F0-C993-E747-BFFD-16B6B5FB7C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EF7822-5CF0-E240-ABB2-78EA3A041115}" type="datetimeFigureOut">
              <a:rPr lang="fi-FI" smtClean="0"/>
              <a:t>3.10.2025</a:t>
            </a:fld>
            <a:endParaRPr lang="fi-FI"/>
          </a:p>
        </p:txBody>
      </p:sp>
      <p:sp>
        <p:nvSpPr>
          <p:cNvPr id="4" name="Footer Placeholder 3">
            <a:extLst>
              <a:ext uri="{FF2B5EF4-FFF2-40B4-BE49-F238E27FC236}">
                <a16:creationId xmlns:a16="http://schemas.microsoft.com/office/drawing/2014/main" id="{48E7C006-19A4-6545-A99A-89460A9988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5" name="Slide Number Placeholder 4">
            <a:extLst>
              <a:ext uri="{FF2B5EF4-FFF2-40B4-BE49-F238E27FC236}">
                <a16:creationId xmlns:a16="http://schemas.microsoft.com/office/drawing/2014/main" id="{FB498D4D-37DC-494E-BEE4-7412A28D5C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99283A-3E42-034B-AF05-429D44854650}" type="slidenum">
              <a:rPr lang="fi-FI" smtClean="0"/>
              <a:t>‹#›</a:t>
            </a:fld>
            <a:endParaRPr lang="fi-FI"/>
          </a:p>
        </p:txBody>
      </p:sp>
    </p:spTree>
    <p:extLst>
      <p:ext uri="{BB962C8B-B14F-4D97-AF65-F5344CB8AC3E}">
        <p14:creationId xmlns:p14="http://schemas.microsoft.com/office/powerpoint/2010/main" val="27217059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76789-B5AF-4F4F-A800-4809A15F8A7A}" type="datetimeFigureOut">
              <a:rPr lang="nb-NO" smtClean="0"/>
              <a:t>03.10.2025</a:t>
            </a:fld>
            <a:endParaRPr lang="nb-N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514736-74B6-43CA-AA56-19FE7826AEF5}" type="slidenum">
              <a:rPr lang="nb-NO" smtClean="0"/>
              <a:t>‹#›</a:t>
            </a:fld>
            <a:endParaRPr lang="nb-NO"/>
          </a:p>
        </p:txBody>
      </p:sp>
    </p:spTree>
    <p:extLst>
      <p:ext uri="{BB962C8B-B14F-4D97-AF65-F5344CB8AC3E}">
        <p14:creationId xmlns:p14="http://schemas.microsoft.com/office/powerpoint/2010/main" val="737281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9497EC-FB0B-4E1A-97BB-254DD1F72E01}" type="slidenum">
              <a:rPr lang="en-US" smtClean="0"/>
              <a:t>4</a:t>
            </a:fld>
            <a:endParaRPr lang="en-US"/>
          </a:p>
        </p:txBody>
      </p:sp>
    </p:spTree>
    <p:extLst>
      <p:ext uri="{BB962C8B-B14F-4D97-AF65-F5344CB8AC3E}">
        <p14:creationId xmlns:p14="http://schemas.microsoft.com/office/powerpoint/2010/main" val="1492637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2D290-2ED7-4A6F-B61D-F8C0AB32031C}" type="slidenum">
              <a:rPr lang="en-US" smtClean="0"/>
              <a:t>5</a:t>
            </a:fld>
            <a:endParaRPr lang="en-US"/>
          </a:p>
        </p:txBody>
      </p:sp>
    </p:spTree>
    <p:extLst>
      <p:ext uri="{BB962C8B-B14F-4D97-AF65-F5344CB8AC3E}">
        <p14:creationId xmlns:p14="http://schemas.microsoft.com/office/powerpoint/2010/main" val="371304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2D290-2ED7-4A6F-B61D-F8C0AB32031C}" type="slidenum">
              <a:rPr lang="en-US" smtClean="0"/>
              <a:t>6</a:t>
            </a:fld>
            <a:endParaRPr lang="en-US"/>
          </a:p>
        </p:txBody>
      </p:sp>
    </p:spTree>
    <p:extLst>
      <p:ext uri="{BB962C8B-B14F-4D97-AF65-F5344CB8AC3E}">
        <p14:creationId xmlns:p14="http://schemas.microsoft.com/office/powerpoint/2010/main" val="2859938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960A-CA8E-D58B-6DC3-A3C339FC3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87CDC-4650-15D4-E9AF-B2B7651FFA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69C1C-3677-47DB-5E84-C1ECF889F1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18EC27-8028-38E7-D818-BED5F2769BD1}"/>
              </a:ext>
            </a:extLst>
          </p:cNvPr>
          <p:cNvSpPr>
            <a:spLocks noGrp="1"/>
          </p:cNvSpPr>
          <p:nvPr>
            <p:ph type="sldNum" sz="quarter" idx="5"/>
          </p:nvPr>
        </p:nvSpPr>
        <p:spPr/>
        <p:txBody>
          <a:bodyPr/>
          <a:lstStyle/>
          <a:p>
            <a:fld id="{3452D290-2ED7-4A6F-B61D-F8C0AB32031C}" type="slidenum">
              <a:rPr lang="en-US" smtClean="0"/>
              <a:t>7</a:t>
            </a:fld>
            <a:endParaRPr lang="en-US"/>
          </a:p>
        </p:txBody>
      </p:sp>
    </p:spTree>
    <p:extLst>
      <p:ext uri="{BB962C8B-B14F-4D97-AF65-F5344CB8AC3E}">
        <p14:creationId xmlns:p14="http://schemas.microsoft.com/office/powerpoint/2010/main" val="1264284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ms-MY" dirty="0"/>
          </a:p>
        </p:txBody>
      </p:sp>
      <p:sp>
        <p:nvSpPr>
          <p:cNvPr id="4" name="Slide Number Placeholder 3"/>
          <p:cNvSpPr>
            <a:spLocks noGrp="1"/>
          </p:cNvSpPr>
          <p:nvPr>
            <p:ph type="sldNum" sz="quarter" idx="5"/>
          </p:nvPr>
        </p:nvSpPr>
        <p:spPr/>
        <p:txBody>
          <a:bodyPr/>
          <a:lstStyle/>
          <a:p>
            <a:fld id="{9D514736-74B6-43CA-AA56-19FE7826AEF5}" type="slidenum">
              <a:rPr lang="nb-NO" smtClean="0"/>
              <a:t>8</a:t>
            </a:fld>
            <a:endParaRPr lang="nb-NO"/>
          </a:p>
        </p:txBody>
      </p:sp>
    </p:spTree>
    <p:extLst>
      <p:ext uri="{BB962C8B-B14F-4D97-AF65-F5344CB8AC3E}">
        <p14:creationId xmlns:p14="http://schemas.microsoft.com/office/powerpoint/2010/main" val="4193079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2D290-2ED7-4A6F-B61D-F8C0AB32031C}" type="slidenum">
              <a:rPr lang="en-US" smtClean="0"/>
              <a:t>9</a:t>
            </a:fld>
            <a:endParaRPr lang="en-US"/>
          </a:p>
        </p:txBody>
      </p:sp>
    </p:spTree>
    <p:extLst>
      <p:ext uri="{BB962C8B-B14F-4D97-AF65-F5344CB8AC3E}">
        <p14:creationId xmlns:p14="http://schemas.microsoft.com/office/powerpoint/2010/main" val="4219390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2D290-2ED7-4A6F-B61D-F8C0AB32031C}" type="slidenum">
              <a:rPr lang="en-US" smtClean="0"/>
              <a:t>10</a:t>
            </a:fld>
            <a:endParaRPr lang="en-US"/>
          </a:p>
        </p:txBody>
      </p:sp>
    </p:spTree>
    <p:extLst>
      <p:ext uri="{BB962C8B-B14F-4D97-AF65-F5344CB8AC3E}">
        <p14:creationId xmlns:p14="http://schemas.microsoft.com/office/powerpoint/2010/main" val="772922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9497EC-FB0B-4E1A-97BB-254DD1F72E01}" type="slidenum">
              <a:rPr lang="en-US" smtClean="0"/>
              <a:t>17</a:t>
            </a:fld>
            <a:endParaRPr lang="en-US"/>
          </a:p>
        </p:txBody>
      </p:sp>
    </p:spTree>
    <p:extLst>
      <p:ext uri="{BB962C8B-B14F-4D97-AF65-F5344CB8AC3E}">
        <p14:creationId xmlns:p14="http://schemas.microsoft.com/office/powerpoint/2010/main" val="3458425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a:t>Standard</a:t>
            </a:r>
          </a:p>
          <a:p>
            <a:pPr marL="228600" marR="0" lvl="0" indent="-228600" algn="l" defTabSz="914400" rtl="0" eaLnBrk="1" fontAlgn="auto" latinLnBrk="0" hangingPunct="1">
              <a:lnSpc>
                <a:spcPct val="100000"/>
              </a:lnSpc>
              <a:spcBef>
                <a:spcPts val="0"/>
              </a:spcBef>
              <a:spcAft>
                <a:spcPts val="0"/>
              </a:spcAft>
              <a:buClr>
                <a:srgbClr val="000000"/>
              </a:buClr>
              <a:buSzTx/>
              <a:buFontTx/>
              <a:buChar char="•"/>
              <a:tabLst/>
              <a:defRPr/>
            </a:pPr>
            <a:r>
              <a:rPr lang="nb-NO" baseline="0"/>
              <a:t>In the status area you will find information about the data record  you have marked by placing the cursor.</a:t>
            </a:r>
            <a:endParaRPr lang="en-GB"/>
          </a:p>
          <a:p>
            <a:endParaRPr lang="nl-NL"/>
          </a:p>
        </p:txBody>
      </p:sp>
      <p:sp>
        <p:nvSpPr>
          <p:cNvPr id="4" name="Slide Number Placeholder 3"/>
          <p:cNvSpPr>
            <a:spLocks noGrp="1"/>
          </p:cNvSpPr>
          <p:nvPr>
            <p:ph type="sldNum" sz="quarter" idx="5"/>
          </p:nvPr>
        </p:nvSpPr>
        <p:spPr/>
        <p:txBody>
          <a:bodyPr/>
          <a:lstStyle/>
          <a:p>
            <a:fld id="{F29497EC-FB0B-4E1A-97BB-254DD1F72E01}" type="slidenum">
              <a:rPr lang="en-US" smtClean="0"/>
              <a:t>19</a:t>
            </a:fld>
            <a:endParaRPr lang="en-US"/>
          </a:p>
        </p:txBody>
      </p:sp>
    </p:spTree>
    <p:extLst>
      <p:ext uri="{BB962C8B-B14F-4D97-AF65-F5344CB8AC3E}">
        <p14:creationId xmlns:p14="http://schemas.microsoft.com/office/powerpoint/2010/main" val="281312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a:t>Standard</a:t>
            </a:r>
          </a:p>
          <a:p>
            <a:pPr lvl="0" rtl="0"/>
            <a:r>
              <a:rPr lang="nb-NO" baseline="0"/>
              <a:t>The data window is where we check the actual data and do our work. </a:t>
            </a:r>
            <a:endParaRPr lang="en-GB"/>
          </a:p>
          <a:p>
            <a:pPr lvl="0" rtl="0"/>
            <a:r>
              <a:rPr lang="nb-NO" baseline="0"/>
              <a:t>Screens have different layout, but a common thing is that only data we can change are editable. There are several reasons for showing data in a protected way. One is that the data item is derived and displayed in the screen but not stored in the database, another that the user has not the necessary priviledges.</a:t>
            </a:r>
            <a:endParaRPr lang="en-GB"/>
          </a:p>
          <a:p>
            <a:pPr lvl="0" rtl="0"/>
            <a:r>
              <a:rPr lang="nb-NO" baseline="0"/>
              <a:t>Typically for stream screens we have the measured stream in the upper part and the derived and calculated streams below.	</a:t>
            </a:r>
            <a:endParaRPr lang="en-GB"/>
          </a:p>
          <a:p>
            <a:endParaRPr lang="nl-NL"/>
          </a:p>
        </p:txBody>
      </p:sp>
      <p:sp>
        <p:nvSpPr>
          <p:cNvPr id="4" name="Slide Number Placeholder 3"/>
          <p:cNvSpPr>
            <a:spLocks noGrp="1"/>
          </p:cNvSpPr>
          <p:nvPr>
            <p:ph type="sldNum" sz="quarter" idx="5"/>
          </p:nvPr>
        </p:nvSpPr>
        <p:spPr/>
        <p:txBody>
          <a:bodyPr/>
          <a:lstStyle/>
          <a:p>
            <a:fld id="{F29497EC-FB0B-4E1A-97BB-254DD1F72E01}" type="slidenum">
              <a:rPr lang="en-US" smtClean="0"/>
              <a:t>23</a:t>
            </a:fld>
            <a:endParaRPr lang="en-US"/>
          </a:p>
        </p:txBody>
      </p:sp>
    </p:spTree>
    <p:extLst>
      <p:ext uri="{BB962C8B-B14F-4D97-AF65-F5344CB8AC3E}">
        <p14:creationId xmlns:p14="http://schemas.microsoft.com/office/powerpoint/2010/main" val="3812091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
        <p:nvSpPr>
          <p:cNvPr id="4" name="Slide Number Placeholder 3"/>
          <p:cNvSpPr>
            <a:spLocks noGrp="1"/>
          </p:cNvSpPr>
          <p:nvPr>
            <p:ph type="sldNum" sz="quarter" idx="5"/>
          </p:nvPr>
        </p:nvSpPr>
        <p:spPr/>
        <p:txBody>
          <a:bodyPr/>
          <a:lstStyle/>
          <a:p>
            <a:fld id="{9D514736-74B6-43CA-AA56-19FE7826AEF5}" type="slidenum">
              <a:rPr lang="nb-NO" smtClean="0"/>
              <a:t>24</a:t>
            </a:fld>
            <a:endParaRPr lang="nb-NO"/>
          </a:p>
        </p:txBody>
      </p:sp>
    </p:spTree>
    <p:extLst>
      <p:ext uri="{BB962C8B-B14F-4D97-AF65-F5344CB8AC3E}">
        <p14:creationId xmlns:p14="http://schemas.microsoft.com/office/powerpoint/2010/main" val="1081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
        <p:nvSpPr>
          <p:cNvPr id="4" name="Slide Number Placeholder 3"/>
          <p:cNvSpPr>
            <a:spLocks noGrp="1"/>
          </p:cNvSpPr>
          <p:nvPr>
            <p:ph type="sldNum" sz="quarter" idx="5"/>
          </p:nvPr>
        </p:nvSpPr>
        <p:spPr/>
        <p:txBody>
          <a:bodyPr/>
          <a:lstStyle/>
          <a:p>
            <a:fld id="{9D514736-74B6-43CA-AA56-19FE7826AEF5}" type="slidenum">
              <a:rPr lang="nb-NO" smtClean="0"/>
              <a:t>28</a:t>
            </a:fld>
            <a:endParaRPr lang="nb-NO"/>
          </a:p>
        </p:txBody>
      </p:sp>
    </p:spTree>
    <p:extLst>
      <p:ext uri="{BB962C8B-B14F-4D97-AF65-F5344CB8AC3E}">
        <p14:creationId xmlns:p14="http://schemas.microsoft.com/office/powerpoint/2010/main" val="3053046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D514736-74B6-43CA-AA56-19FE7826AEF5}" type="slidenum">
              <a:rPr kumimoji="0" lang="nb-N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nb-N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5846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D514736-74B6-43CA-AA56-19FE7826AEF5}" type="slidenum">
              <a:rPr kumimoji="0" lang="nb-N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nb-N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5038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290AA3-C350-41C6-AE1A-EC4F56255D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7700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290AA3-C350-41C6-AE1A-EC4F56255D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9917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D514736-74B6-43CA-AA56-19FE7826AEF5}" type="slidenum">
              <a:rPr kumimoji="0" lang="nb-N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nb-N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3718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06489-2BF2-7BD4-9F14-8A4EFAAA2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DECFC-B43A-CBDA-4F28-342F88A03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9D0FA-8C92-23C5-1296-6A24854CC8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1D9E14-008F-9E3A-1D11-36C645538D8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290AA3-C350-41C6-AE1A-EC4F56255D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980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D514736-74B6-43CA-AA56-19FE7826AEF5}" type="slidenum">
              <a:rPr kumimoji="0" lang="nb-N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nb-N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908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D514736-74B6-43CA-AA56-19FE7826AEF5}" type="slidenum">
              <a:rPr kumimoji="0" lang="nb-N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nb-N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6221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BE484-9C51-6F6A-F364-5839D8F02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A4DD4-2AED-A8D5-00D5-7CB36516A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FEC6A-5E4B-D485-D305-1DDF47A61E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834BA97-5D5E-5B2F-20C5-6667217F856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290AA3-C350-41C6-AE1A-EC4F56255D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834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3BD7C-EA35-0F4E-5E0D-67D717D29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7E5E0-1D9F-4475-8130-19B17DD50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AB1C7-A2AF-4E86-59C7-79A9983901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A96E50-D27E-FABD-6889-32E1F8D0F23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290AA3-C350-41C6-AE1A-EC4F56255D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7557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57BFA04-98A4-4CA8-9CC6-D5DF262415FD}" type="slidenum">
              <a:rPr lang="en-US" smtClean="0"/>
              <a:t>44</a:t>
            </a:fld>
            <a:endParaRPr lang="en-US"/>
          </a:p>
        </p:txBody>
      </p:sp>
    </p:spTree>
    <p:extLst>
      <p:ext uri="{BB962C8B-B14F-4D97-AF65-F5344CB8AC3E}">
        <p14:creationId xmlns:p14="http://schemas.microsoft.com/office/powerpoint/2010/main" val="388320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76263" y="2626097"/>
            <a:ext cx="3429000" cy="1241822"/>
          </a:xfrm>
        </p:spPr>
        <p:txBody>
          <a:bodyPr>
            <a:noAutofit/>
          </a:bodyPr>
          <a:lstStyle>
            <a:lvl1pPr marL="0" indent="0" algn="l">
              <a:lnSpc>
                <a:spcPct val="110000"/>
              </a:lnSpc>
              <a:spcBef>
                <a:spcPts val="0"/>
              </a:spcBef>
              <a:buNone/>
              <a:defRPr sz="9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8" name="Title 1">
            <a:extLst>
              <a:ext uri="{FF2B5EF4-FFF2-40B4-BE49-F238E27FC236}">
                <a16:creationId xmlns:a16="http://schemas.microsoft.com/office/drawing/2014/main" id="{84A2F76D-E8A3-B146-AD44-C9E5B512E1D4}"/>
              </a:ext>
            </a:extLst>
          </p:cNvPr>
          <p:cNvSpPr>
            <a:spLocks noGrp="1"/>
          </p:cNvSpPr>
          <p:nvPr>
            <p:ph type="title"/>
          </p:nvPr>
        </p:nvSpPr>
        <p:spPr>
          <a:xfrm>
            <a:off x="565505" y="1456411"/>
            <a:ext cx="5305554" cy="721576"/>
          </a:xfrm>
        </p:spPr>
        <p:txBody>
          <a:bodyPr>
            <a:noAutofit/>
          </a:bodyPr>
          <a:lstStyle>
            <a:lvl1pPr>
              <a:defRPr sz="3600"/>
            </a:lvl1pPr>
          </a:lstStyle>
          <a:p>
            <a:r>
              <a:rPr lang="en-GB"/>
              <a:t>Click to edit Master title style</a:t>
            </a:r>
            <a:endParaRPr lang="en-US"/>
          </a:p>
        </p:txBody>
      </p:sp>
    </p:spTree>
    <p:extLst>
      <p:ext uri="{BB962C8B-B14F-4D97-AF65-F5344CB8AC3E}">
        <p14:creationId xmlns:p14="http://schemas.microsoft.com/office/powerpoint/2010/main" val="59060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6263" y="768096"/>
            <a:ext cx="7987856" cy="499920"/>
          </a:xfrm>
        </p:spPr>
        <p:txBody>
          <a:bodyPr/>
          <a:lstStyle/>
          <a:p>
            <a:r>
              <a:rPr lang="en-GB"/>
              <a:t>Click to edit Master title style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0" name="Content Placeholder 2">
            <a:extLst>
              <a:ext uri="{FF2B5EF4-FFF2-40B4-BE49-F238E27FC236}">
                <a16:creationId xmlns:a16="http://schemas.microsoft.com/office/drawing/2014/main" id="{91927650-3111-E74B-B271-0E44C1F46C39}"/>
              </a:ext>
            </a:extLst>
          </p:cNvPr>
          <p:cNvSpPr>
            <a:spLocks noGrp="1"/>
          </p:cNvSpPr>
          <p:nvPr>
            <p:ph idx="13"/>
          </p:nvPr>
        </p:nvSpPr>
        <p:spPr>
          <a:xfrm>
            <a:off x="579882" y="1477926"/>
            <a:ext cx="7987856" cy="3109949"/>
          </a:xfrm>
        </p:spPr>
        <p:txBody>
          <a:bodyPr rIns="324000"/>
          <a:lstStyle>
            <a:lvl1pPr>
              <a:defRPr sz="1100"/>
            </a:lvl1pPr>
            <a:lvl2pPr>
              <a:defRPr sz="900"/>
            </a:lvl2pPr>
          </a:lstStyle>
          <a:p>
            <a:pPr lvl="0"/>
            <a:r>
              <a:rPr lang="en-GB"/>
              <a:t>Click to edit Master text styles</a:t>
            </a:r>
          </a:p>
          <a:p>
            <a:pPr lvl="1"/>
            <a:r>
              <a:rPr lang="en-GB"/>
              <a:t>Second level</a:t>
            </a:r>
          </a:p>
        </p:txBody>
      </p:sp>
      <p:sp>
        <p:nvSpPr>
          <p:cNvPr id="20" name="Picture Placeholder 2">
            <a:extLst>
              <a:ext uri="{FF2B5EF4-FFF2-40B4-BE49-F238E27FC236}">
                <a16:creationId xmlns:a16="http://schemas.microsoft.com/office/drawing/2014/main" id="{176C99B5-6EEB-4549-BF87-4DC3BC06539C}"/>
              </a:ext>
            </a:extLst>
          </p:cNvPr>
          <p:cNvSpPr>
            <a:spLocks noGrp="1" noChangeAspect="1"/>
          </p:cNvSpPr>
          <p:nvPr>
            <p:ph type="pic" idx="14"/>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Tree>
    <p:extLst>
      <p:ext uri="{BB962C8B-B14F-4D97-AF65-F5344CB8AC3E}">
        <p14:creationId xmlns:p14="http://schemas.microsoft.com/office/powerpoint/2010/main" val="3250367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EBF88225-E17A-DD48-98B3-6AB16B41D93D}"/>
              </a:ext>
            </a:extLst>
          </p:cNvPr>
          <p:cNvSpPr>
            <a:spLocks noGrp="1"/>
          </p:cNvSpPr>
          <p:nvPr>
            <p:ph idx="15"/>
          </p:nvPr>
        </p:nvSpPr>
        <p:spPr>
          <a:xfrm>
            <a:off x="4572000" y="1477926"/>
            <a:ext cx="3861313" cy="3109949"/>
          </a:xfrm>
        </p:spPr>
        <p:txBody>
          <a:bodyPr rIns="324000"/>
          <a:lstStyle>
            <a:lvl1pPr>
              <a:defRPr sz="1100"/>
            </a:lvl1pPr>
            <a:lvl2pPr>
              <a:defRPr sz="900"/>
            </a:lvl2pPr>
          </a:lstStyle>
          <a:p>
            <a:pPr lvl="0"/>
            <a:r>
              <a:rPr lang="en-GB"/>
              <a:t>Click to edit Master text styles</a:t>
            </a:r>
          </a:p>
          <a:p>
            <a:pPr lvl="1"/>
            <a:r>
              <a:rPr lang="en-GB"/>
              <a:t>Second level</a:t>
            </a:r>
          </a:p>
        </p:txBody>
      </p:sp>
      <p:sp>
        <p:nvSpPr>
          <p:cNvPr id="2" name="Title 1"/>
          <p:cNvSpPr>
            <a:spLocks noGrp="1"/>
          </p:cNvSpPr>
          <p:nvPr>
            <p:ph type="title"/>
          </p:nvPr>
        </p:nvSpPr>
        <p:spPr>
          <a:xfrm>
            <a:off x="576262" y="768096"/>
            <a:ext cx="7991475" cy="499920"/>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0" name="Content Placeholder 2">
            <a:extLst>
              <a:ext uri="{FF2B5EF4-FFF2-40B4-BE49-F238E27FC236}">
                <a16:creationId xmlns:a16="http://schemas.microsoft.com/office/drawing/2014/main" id="{32DAAAE0-A150-A944-893E-2FEBE304710C}"/>
              </a:ext>
            </a:extLst>
          </p:cNvPr>
          <p:cNvSpPr>
            <a:spLocks noGrp="1"/>
          </p:cNvSpPr>
          <p:nvPr>
            <p:ph idx="13"/>
          </p:nvPr>
        </p:nvSpPr>
        <p:spPr>
          <a:xfrm>
            <a:off x="576263" y="1477926"/>
            <a:ext cx="3861313" cy="3109949"/>
          </a:xfrm>
        </p:spPr>
        <p:txBody>
          <a:bodyPr rIns="324000"/>
          <a:lstStyle>
            <a:lvl1pPr>
              <a:defRPr sz="1100"/>
            </a:lvl1pPr>
            <a:lvl2pPr>
              <a:defRPr sz="900"/>
            </a:lvl2pPr>
          </a:lstStyle>
          <a:p>
            <a:pPr lvl="0"/>
            <a:r>
              <a:rPr lang="en-GB"/>
              <a:t>Click to edit Master text styles</a:t>
            </a:r>
          </a:p>
          <a:p>
            <a:pPr lvl="1"/>
            <a:r>
              <a:rPr lang="en-GB"/>
              <a:t>Second level</a:t>
            </a:r>
          </a:p>
        </p:txBody>
      </p:sp>
      <p:sp>
        <p:nvSpPr>
          <p:cNvPr id="17" name="Picture Placeholder 2">
            <a:extLst>
              <a:ext uri="{FF2B5EF4-FFF2-40B4-BE49-F238E27FC236}">
                <a16:creationId xmlns:a16="http://schemas.microsoft.com/office/drawing/2014/main" id="{1AC3D10B-FE64-6D47-BCBE-9AAA2BCC1F92}"/>
              </a:ext>
            </a:extLst>
          </p:cNvPr>
          <p:cNvSpPr>
            <a:spLocks noGrp="1" noChangeAspect="1"/>
          </p:cNvSpPr>
          <p:nvPr>
            <p:ph type="pic" idx="14"/>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Tree>
    <p:extLst>
      <p:ext uri="{BB962C8B-B14F-4D97-AF65-F5344CB8AC3E}">
        <p14:creationId xmlns:p14="http://schemas.microsoft.com/office/powerpoint/2010/main" val="1441212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0" name="Content Placeholder 2">
            <a:extLst>
              <a:ext uri="{FF2B5EF4-FFF2-40B4-BE49-F238E27FC236}">
                <a16:creationId xmlns:a16="http://schemas.microsoft.com/office/drawing/2014/main" id="{91927650-3111-E74B-B271-0E44C1F46C39}"/>
              </a:ext>
            </a:extLst>
          </p:cNvPr>
          <p:cNvSpPr>
            <a:spLocks noGrp="1"/>
          </p:cNvSpPr>
          <p:nvPr>
            <p:ph idx="13"/>
          </p:nvPr>
        </p:nvSpPr>
        <p:spPr>
          <a:xfrm>
            <a:off x="579883" y="1477926"/>
            <a:ext cx="2573002" cy="3109949"/>
          </a:xfrm>
        </p:spPr>
        <p:txBody>
          <a:bodyPr/>
          <a:lstStyle>
            <a:lvl1pPr>
              <a:defRPr sz="1100"/>
            </a:lvl1pPr>
            <a:lvl2pPr>
              <a:defRPr sz="900"/>
            </a:lvl2pPr>
          </a:lstStyle>
          <a:p>
            <a:pPr lvl="0"/>
            <a:r>
              <a:rPr lang="en-GB"/>
              <a:t>Click to edit Master text styles</a:t>
            </a:r>
          </a:p>
          <a:p>
            <a:pPr lvl="1"/>
            <a:r>
              <a:rPr lang="en-GB"/>
              <a:t>Second level</a:t>
            </a:r>
          </a:p>
        </p:txBody>
      </p:sp>
      <p:sp>
        <p:nvSpPr>
          <p:cNvPr id="17" name="Content Placeholder 2">
            <a:extLst>
              <a:ext uri="{FF2B5EF4-FFF2-40B4-BE49-F238E27FC236}">
                <a16:creationId xmlns:a16="http://schemas.microsoft.com/office/drawing/2014/main" id="{801FC4D2-B8AE-E54C-AF13-B2DA1B6455EE}"/>
              </a:ext>
            </a:extLst>
          </p:cNvPr>
          <p:cNvSpPr>
            <a:spLocks noGrp="1"/>
          </p:cNvSpPr>
          <p:nvPr>
            <p:ph idx="15"/>
          </p:nvPr>
        </p:nvSpPr>
        <p:spPr>
          <a:xfrm>
            <a:off x="4640752" y="1477926"/>
            <a:ext cx="3792561" cy="3109949"/>
          </a:xfrm>
        </p:spPr>
        <p:txBody>
          <a:bodyPr/>
          <a:lstStyle>
            <a:lvl1pPr>
              <a:defRPr sz="1100"/>
            </a:lvl1pPr>
            <a:lvl2pPr>
              <a:defRPr sz="900"/>
            </a:lvl2pPr>
          </a:lstStyle>
          <a:p>
            <a:pPr lvl="0"/>
            <a:r>
              <a:rPr lang="en-GB"/>
              <a:t>Click to edit Master text styles</a:t>
            </a:r>
          </a:p>
          <a:p>
            <a:pPr lvl="1"/>
            <a:r>
              <a:rPr lang="en-GB"/>
              <a:t>Second level</a:t>
            </a:r>
          </a:p>
        </p:txBody>
      </p:sp>
      <p:sp>
        <p:nvSpPr>
          <p:cNvPr id="20" name="Picture Placeholder 2">
            <a:extLst>
              <a:ext uri="{FF2B5EF4-FFF2-40B4-BE49-F238E27FC236}">
                <a16:creationId xmlns:a16="http://schemas.microsoft.com/office/drawing/2014/main" id="{F9BB110F-9EEF-3940-89E7-8086BFBAD110}"/>
              </a:ext>
            </a:extLst>
          </p:cNvPr>
          <p:cNvSpPr>
            <a:spLocks noGrp="1" noChangeAspect="1"/>
          </p:cNvSpPr>
          <p:nvPr>
            <p:ph type="pic" idx="14"/>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Tree>
    <p:extLst>
      <p:ext uri="{BB962C8B-B14F-4D97-AF65-F5344CB8AC3E}">
        <p14:creationId xmlns:p14="http://schemas.microsoft.com/office/powerpoint/2010/main" val="3588597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0" name="Content Placeholder 2">
            <a:extLst>
              <a:ext uri="{FF2B5EF4-FFF2-40B4-BE49-F238E27FC236}">
                <a16:creationId xmlns:a16="http://schemas.microsoft.com/office/drawing/2014/main" id="{91927650-3111-E74B-B271-0E44C1F46C39}"/>
              </a:ext>
            </a:extLst>
          </p:cNvPr>
          <p:cNvSpPr>
            <a:spLocks noGrp="1"/>
          </p:cNvSpPr>
          <p:nvPr>
            <p:ph idx="13"/>
          </p:nvPr>
        </p:nvSpPr>
        <p:spPr>
          <a:xfrm>
            <a:off x="579883" y="1477926"/>
            <a:ext cx="2573002" cy="3109949"/>
          </a:xfrm>
        </p:spPr>
        <p:txBody>
          <a:bodyPr rIns="251999"/>
          <a:lstStyle>
            <a:lvl1pPr>
              <a:defRPr sz="1100"/>
            </a:lvl1pPr>
            <a:lvl2pPr>
              <a:defRPr sz="900"/>
            </a:lvl2pPr>
          </a:lstStyle>
          <a:p>
            <a:pPr lvl="0"/>
            <a:r>
              <a:rPr lang="en-GB"/>
              <a:t>Click to edit Master text styles</a:t>
            </a:r>
          </a:p>
          <a:p>
            <a:pPr lvl="1"/>
            <a:r>
              <a:rPr lang="en-GB"/>
              <a:t>Second level</a:t>
            </a:r>
          </a:p>
        </p:txBody>
      </p:sp>
      <p:sp>
        <p:nvSpPr>
          <p:cNvPr id="11" name="Content Placeholder 2">
            <a:extLst>
              <a:ext uri="{FF2B5EF4-FFF2-40B4-BE49-F238E27FC236}">
                <a16:creationId xmlns:a16="http://schemas.microsoft.com/office/drawing/2014/main" id="{93246C51-A995-E64C-A68E-689809B03240}"/>
              </a:ext>
            </a:extLst>
          </p:cNvPr>
          <p:cNvSpPr>
            <a:spLocks noGrp="1"/>
          </p:cNvSpPr>
          <p:nvPr>
            <p:ph idx="14"/>
          </p:nvPr>
        </p:nvSpPr>
        <p:spPr>
          <a:xfrm>
            <a:off x="3287309" y="1477926"/>
            <a:ext cx="2573002" cy="3109949"/>
          </a:xfrm>
        </p:spPr>
        <p:txBody>
          <a:bodyPr rIns="251999"/>
          <a:lstStyle>
            <a:lvl1pPr>
              <a:defRPr sz="1100"/>
            </a:lvl1pPr>
            <a:lvl2pPr>
              <a:defRPr sz="900"/>
            </a:lvl2pPr>
          </a:lstStyle>
          <a:p>
            <a:pPr lvl="0"/>
            <a:r>
              <a:rPr lang="en-GB"/>
              <a:t>Click to edit Master text styles</a:t>
            </a:r>
          </a:p>
          <a:p>
            <a:pPr lvl="1"/>
            <a:r>
              <a:rPr lang="en-GB"/>
              <a:t>Second level</a:t>
            </a:r>
          </a:p>
        </p:txBody>
      </p:sp>
      <p:sp>
        <p:nvSpPr>
          <p:cNvPr id="12" name="Content Placeholder 2">
            <a:extLst>
              <a:ext uri="{FF2B5EF4-FFF2-40B4-BE49-F238E27FC236}">
                <a16:creationId xmlns:a16="http://schemas.microsoft.com/office/drawing/2014/main" id="{7994B6A3-5AE3-F14A-ABDC-92A6B39DEDBE}"/>
              </a:ext>
            </a:extLst>
          </p:cNvPr>
          <p:cNvSpPr>
            <a:spLocks noGrp="1"/>
          </p:cNvSpPr>
          <p:nvPr>
            <p:ph idx="15"/>
          </p:nvPr>
        </p:nvSpPr>
        <p:spPr>
          <a:xfrm>
            <a:off x="5994736" y="1481470"/>
            <a:ext cx="2573002" cy="3109949"/>
          </a:xfrm>
        </p:spPr>
        <p:txBody>
          <a:bodyPr rIns="251999"/>
          <a:lstStyle>
            <a:lvl1pPr>
              <a:defRPr sz="1100"/>
            </a:lvl1pPr>
            <a:lvl2pPr>
              <a:defRPr sz="900"/>
            </a:lvl2pPr>
          </a:lstStyle>
          <a:p>
            <a:pPr lvl="0"/>
            <a:r>
              <a:rPr lang="en-GB"/>
              <a:t>Click to edit Master text styles</a:t>
            </a:r>
          </a:p>
          <a:p>
            <a:pPr lvl="1"/>
            <a:r>
              <a:rPr lang="en-GB"/>
              <a:t>Second level</a:t>
            </a:r>
          </a:p>
        </p:txBody>
      </p:sp>
      <p:sp>
        <p:nvSpPr>
          <p:cNvPr id="16" name="Picture Placeholder 2">
            <a:extLst>
              <a:ext uri="{FF2B5EF4-FFF2-40B4-BE49-F238E27FC236}">
                <a16:creationId xmlns:a16="http://schemas.microsoft.com/office/drawing/2014/main" id="{2A7B7240-46E4-4543-B100-94069315B849}"/>
              </a:ext>
            </a:extLst>
          </p:cNvPr>
          <p:cNvSpPr>
            <a:spLocks noGrp="1" noChangeAspect="1"/>
          </p:cNvSpPr>
          <p:nvPr>
            <p:ph type="pic" idx="16"/>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Tree>
    <p:extLst>
      <p:ext uri="{BB962C8B-B14F-4D97-AF65-F5344CB8AC3E}">
        <p14:creationId xmlns:p14="http://schemas.microsoft.com/office/powerpoint/2010/main" val="379020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76262" y="768096"/>
            <a:ext cx="7991475" cy="499920"/>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4" name="Picture Placeholder 2">
            <a:extLst>
              <a:ext uri="{FF2B5EF4-FFF2-40B4-BE49-F238E27FC236}">
                <a16:creationId xmlns:a16="http://schemas.microsoft.com/office/drawing/2014/main" id="{7860FE2F-192C-464A-AEF6-45EA5A061737}"/>
              </a:ext>
            </a:extLst>
          </p:cNvPr>
          <p:cNvSpPr>
            <a:spLocks noGrp="1" noChangeAspect="1"/>
          </p:cNvSpPr>
          <p:nvPr>
            <p:ph type="pic" idx="14"/>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Tree>
    <p:extLst>
      <p:ext uri="{BB962C8B-B14F-4D97-AF65-F5344CB8AC3E}">
        <p14:creationId xmlns:p14="http://schemas.microsoft.com/office/powerpoint/2010/main" val="242928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F07B62AC-BD31-8C48-AA4C-E099E83D4FFE}"/>
              </a:ext>
            </a:extLst>
          </p:cNvPr>
          <p:cNvSpPr>
            <a:spLocks noGrp="1" noChangeAspect="1"/>
          </p:cNvSpPr>
          <p:nvPr>
            <p:ph type="pic" idx="14"/>
          </p:nvPr>
        </p:nvSpPr>
        <p:spPr>
          <a:xfrm>
            <a:off x="0" y="0"/>
            <a:ext cx="2657139" cy="51435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3" name="Footer Placeholder 2"/>
          <p:cNvSpPr>
            <a:spLocks noGrp="1"/>
          </p:cNvSpPr>
          <p:nvPr>
            <p:ph type="ftr" sz="quarter" idx="11"/>
          </p:nvPr>
        </p:nvSpPr>
        <p:spPr/>
        <p:txBody>
          <a:bodyPr/>
          <a:lstStyle/>
          <a:p>
            <a:endParaRPr lang="fi-FI"/>
          </a:p>
        </p:txBody>
      </p:sp>
      <p:sp>
        <p:nvSpPr>
          <p:cNvPr id="4" name="Slide Number Placeholder 3"/>
          <p:cNvSpPr>
            <a:spLocks noGrp="1"/>
          </p:cNvSpPr>
          <p:nvPr>
            <p:ph type="sldNum" sz="quarter" idx="12"/>
          </p:nvPr>
        </p:nvSpPr>
        <p:spPr/>
        <p:txBody>
          <a:bodyPr/>
          <a:lstStyle/>
          <a:p>
            <a:fld id="{3644D4AD-7034-5E45-AAAE-D685B84B781D}" type="slidenum">
              <a:rPr lang="fi-FI" smtClean="0"/>
              <a:t>‹#›</a:t>
            </a:fld>
            <a:endParaRPr lang="fi-FI"/>
          </a:p>
        </p:txBody>
      </p:sp>
      <p:sp>
        <p:nvSpPr>
          <p:cNvPr id="8" name="Content Placeholder 2">
            <a:extLst>
              <a:ext uri="{FF2B5EF4-FFF2-40B4-BE49-F238E27FC236}">
                <a16:creationId xmlns:a16="http://schemas.microsoft.com/office/drawing/2014/main" id="{4622B1D0-4197-244A-933A-463407D2EE25}"/>
              </a:ext>
            </a:extLst>
          </p:cNvPr>
          <p:cNvSpPr>
            <a:spLocks noGrp="1"/>
          </p:cNvSpPr>
          <p:nvPr>
            <p:ph idx="15"/>
          </p:nvPr>
        </p:nvSpPr>
        <p:spPr>
          <a:xfrm>
            <a:off x="3287308" y="1477926"/>
            <a:ext cx="5280429" cy="3109949"/>
          </a:xfrm>
        </p:spPr>
        <p:txBody>
          <a:bodyPr/>
          <a:lstStyle>
            <a:lvl1pPr>
              <a:defRPr sz="1100"/>
            </a:lvl1pPr>
            <a:lvl2pPr>
              <a:defRPr sz="900"/>
            </a:lvl2pPr>
          </a:lstStyle>
          <a:p>
            <a:pPr lvl="0"/>
            <a:r>
              <a:rPr lang="en-GB"/>
              <a:t>Click to edit Master text styles</a:t>
            </a:r>
          </a:p>
          <a:p>
            <a:pPr lvl="1"/>
            <a:r>
              <a:rPr lang="en-GB"/>
              <a:t>Second level</a:t>
            </a:r>
          </a:p>
        </p:txBody>
      </p:sp>
      <p:sp>
        <p:nvSpPr>
          <p:cNvPr id="12" name="Title 1">
            <a:extLst>
              <a:ext uri="{FF2B5EF4-FFF2-40B4-BE49-F238E27FC236}">
                <a16:creationId xmlns:a16="http://schemas.microsoft.com/office/drawing/2014/main" id="{D5BA5B05-3C57-FE46-803F-FE1F63436F34}"/>
              </a:ext>
            </a:extLst>
          </p:cNvPr>
          <p:cNvSpPr>
            <a:spLocks noGrp="1"/>
          </p:cNvSpPr>
          <p:nvPr>
            <p:ph type="title"/>
          </p:nvPr>
        </p:nvSpPr>
        <p:spPr>
          <a:xfrm>
            <a:off x="3270325" y="768096"/>
            <a:ext cx="5297412" cy="499920"/>
          </a:xfrm>
        </p:spPr>
        <p:txBody>
          <a:bodyPr/>
          <a:lstStyle/>
          <a:p>
            <a:r>
              <a:rPr lang="en-GB"/>
              <a:t>Click to edit Master title style</a:t>
            </a:r>
            <a:endParaRPr lang="en-US"/>
          </a:p>
        </p:txBody>
      </p:sp>
      <p:sp>
        <p:nvSpPr>
          <p:cNvPr id="7" name="Content Placeholder 2">
            <a:extLst>
              <a:ext uri="{FF2B5EF4-FFF2-40B4-BE49-F238E27FC236}">
                <a16:creationId xmlns:a16="http://schemas.microsoft.com/office/drawing/2014/main" id="{CDB7F3CE-BF94-9C4F-B226-164FC4D05E52}"/>
              </a:ext>
            </a:extLst>
          </p:cNvPr>
          <p:cNvSpPr>
            <a:spLocks noGrp="1"/>
          </p:cNvSpPr>
          <p:nvPr>
            <p:ph idx="21"/>
          </p:nvPr>
        </p:nvSpPr>
        <p:spPr>
          <a:xfrm>
            <a:off x="3273070" y="449121"/>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4015261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16" name="Content Placeholder 2">
            <a:extLst>
              <a:ext uri="{FF2B5EF4-FFF2-40B4-BE49-F238E27FC236}">
                <a16:creationId xmlns:a16="http://schemas.microsoft.com/office/drawing/2014/main" id="{62951B31-E4AA-5642-9E83-01DEFC96BC82}"/>
              </a:ext>
            </a:extLst>
          </p:cNvPr>
          <p:cNvSpPr>
            <a:spLocks noGrp="1"/>
          </p:cNvSpPr>
          <p:nvPr>
            <p:ph idx="18"/>
          </p:nvPr>
        </p:nvSpPr>
        <p:spPr>
          <a:xfrm>
            <a:off x="3285499"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17" name="Content Placeholder 2">
            <a:extLst>
              <a:ext uri="{FF2B5EF4-FFF2-40B4-BE49-F238E27FC236}">
                <a16:creationId xmlns:a16="http://schemas.microsoft.com/office/drawing/2014/main" id="{923E5C01-5525-0E4F-BFEE-0E8F1EAE1014}"/>
              </a:ext>
            </a:extLst>
          </p:cNvPr>
          <p:cNvSpPr>
            <a:spLocks noGrp="1"/>
          </p:cNvSpPr>
          <p:nvPr>
            <p:ph idx="19"/>
          </p:nvPr>
        </p:nvSpPr>
        <p:spPr>
          <a:xfrm>
            <a:off x="5994736"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3" y="1477927"/>
            <a:ext cx="3420971"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BE662F9-7507-5F49-898E-4048DDFBFEB0}"/>
              </a:ext>
            </a:extLst>
          </p:cNvPr>
          <p:cNvSpPr>
            <a:spLocks noGrp="1"/>
          </p:cNvSpPr>
          <p:nvPr>
            <p:ph idx="13"/>
          </p:nvPr>
        </p:nvSpPr>
        <p:spPr>
          <a:xfrm>
            <a:off x="579883"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719750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16" name="Content Placeholder 2">
            <a:extLst>
              <a:ext uri="{FF2B5EF4-FFF2-40B4-BE49-F238E27FC236}">
                <a16:creationId xmlns:a16="http://schemas.microsoft.com/office/drawing/2014/main" id="{62951B31-E4AA-5642-9E83-01DEFC96BC82}"/>
              </a:ext>
            </a:extLst>
          </p:cNvPr>
          <p:cNvSpPr>
            <a:spLocks noGrp="1"/>
          </p:cNvSpPr>
          <p:nvPr>
            <p:ph idx="18"/>
          </p:nvPr>
        </p:nvSpPr>
        <p:spPr>
          <a:xfrm>
            <a:off x="3285499"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17" name="Content Placeholder 2">
            <a:extLst>
              <a:ext uri="{FF2B5EF4-FFF2-40B4-BE49-F238E27FC236}">
                <a16:creationId xmlns:a16="http://schemas.microsoft.com/office/drawing/2014/main" id="{923E5C01-5525-0E4F-BFEE-0E8F1EAE1014}"/>
              </a:ext>
            </a:extLst>
          </p:cNvPr>
          <p:cNvSpPr>
            <a:spLocks noGrp="1"/>
          </p:cNvSpPr>
          <p:nvPr>
            <p:ph idx="19"/>
          </p:nvPr>
        </p:nvSpPr>
        <p:spPr>
          <a:xfrm>
            <a:off x="5994736"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3" y="1477927"/>
            <a:ext cx="3420971"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BE662F9-7507-5F49-898E-4048DDFBFEB0}"/>
              </a:ext>
            </a:extLst>
          </p:cNvPr>
          <p:cNvSpPr>
            <a:spLocks noGrp="1"/>
          </p:cNvSpPr>
          <p:nvPr>
            <p:ph idx="13"/>
          </p:nvPr>
        </p:nvSpPr>
        <p:spPr>
          <a:xfrm>
            <a:off x="579883"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10" name="Content Placeholder 2">
            <a:extLst>
              <a:ext uri="{FF2B5EF4-FFF2-40B4-BE49-F238E27FC236}">
                <a16:creationId xmlns:a16="http://schemas.microsoft.com/office/drawing/2014/main" id="{0A3D26F0-0EB1-6241-A9A8-2E4BED2021F6}"/>
              </a:ext>
            </a:extLst>
          </p:cNvPr>
          <p:cNvSpPr>
            <a:spLocks noGrp="1"/>
          </p:cNvSpPr>
          <p:nvPr>
            <p:ph idx="21"/>
          </p:nvPr>
        </p:nvSpPr>
        <p:spPr>
          <a:xfrm>
            <a:off x="576263" y="39614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345451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16" name="Content Placeholder 2">
            <a:extLst>
              <a:ext uri="{FF2B5EF4-FFF2-40B4-BE49-F238E27FC236}">
                <a16:creationId xmlns:a16="http://schemas.microsoft.com/office/drawing/2014/main" id="{62951B31-E4AA-5642-9E83-01DEFC96BC82}"/>
              </a:ext>
            </a:extLst>
          </p:cNvPr>
          <p:cNvSpPr>
            <a:spLocks noGrp="1"/>
          </p:cNvSpPr>
          <p:nvPr>
            <p:ph idx="18"/>
          </p:nvPr>
        </p:nvSpPr>
        <p:spPr>
          <a:xfrm>
            <a:off x="3285498" y="2435826"/>
            <a:ext cx="5282239" cy="2152049"/>
          </a:xfrm>
          <a:solidFill>
            <a:schemeClr val="tx1"/>
          </a:solidFill>
        </p:spPr>
        <p:txBody>
          <a:bodyPr lIns="251999" tIns="251999" rIns="324000" bIns="251999"/>
          <a:lstStyle>
            <a:lvl1pPr>
              <a:defRPr sz="1200">
                <a:solidFill>
                  <a:schemeClr val="bg2"/>
                </a:solidFill>
              </a:defRPr>
            </a:lvl1pPr>
            <a:lvl2pPr marL="0" indent="0">
              <a:buFontTx/>
              <a:buNone/>
              <a:defRPr sz="800">
                <a:solidFill>
                  <a:schemeClr val="bg2"/>
                </a:solidFill>
              </a:defRPr>
            </a:lvl2pPr>
          </a:lstStyle>
          <a:p>
            <a:pPr lvl="0"/>
            <a:r>
              <a:rPr lang="en-GB"/>
              <a:t>Click to edit Master text styles</a:t>
            </a:r>
          </a:p>
          <a:p>
            <a:pPr lvl="1"/>
            <a:r>
              <a:rPr lang="en-GB"/>
              <a:t>Second level</a:t>
            </a:r>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3" y="1477927"/>
            <a:ext cx="3420971"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BE662F9-7507-5F49-898E-4048DDFBFEB0}"/>
              </a:ext>
            </a:extLst>
          </p:cNvPr>
          <p:cNvSpPr>
            <a:spLocks noGrp="1"/>
          </p:cNvSpPr>
          <p:nvPr>
            <p:ph idx="13"/>
          </p:nvPr>
        </p:nvSpPr>
        <p:spPr>
          <a:xfrm>
            <a:off x="579883" y="2435826"/>
            <a:ext cx="2573002" cy="2152049"/>
          </a:xfrm>
          <a:solidFill>
            <a:schemeClr val="tx1"/>
          </a:solidFill>
        </p:spPr>
        <p:txBody>
          <a:bodyPr lIns="251999" tIns="251999" rIns="324000" bIns="251999"/>
          <a:lstStyle>
            <a:lvl1pPr>
              <a:defRPr sz="1200">
                <a:solidFill>
                  <a:schemeClr val="bg2"/>
                </a:solidFill>
              </a:defRPr>
            </a:lvl1pPr>
            <a:lvl2pPr marL="0" indent="0">
              <a:buFontTx/>
              <a:buNone/>
              <a:defRPr sz="800">
                <a:solidFill>
                  <a:schemeClr val="bg2"/>
                </a:solidFill>
              </a:defRPr>
            </a:lvl2pPr>
          </a:lstStyle>
          <a:p>
            <a:pPr lvl="0"/>
            <a:r>
              <a:rPr lang="en-GB"/>
              <a:t>Click to edit Master text styles</a:t>
            </a:r>
          </a:p>
          <a:p>
            <a:pPr lvl="1"/>
            <a:r>
              <a:rPr lang="en-GB"/>
              <a:t>Second level</a:t>
            </a:r>
          </a:p>
        </p:txBody>
      </p:sp>
      <p:sp>
        <p:nvSpPr>
          <p:cNvPr id="10" name="Content Placeholder 2">
            <a:extLst>
              <a:ext uri="{FF2B5EF4-FFF2-40B4-BE49-F238E27FC236}">
                <a16:creationId xmlns:a16="http://schemas.microsoft.com/office/drawing/2014/main" id="{0A3D26F0-0EB1-6241-A9A8-2E4BED2021F6}"/>
              </a:ext>
            </a:extLst>
          </p:cNvPr>
          <p:cNvSpPr>
            <a:spLocks noGrp="1"/>
          </p:cNvSpPr>
          <p:nvPr>
            <p:ph idx="21"/>
          </p:nvPr>
        </p:nvSpPr>
        <p:spPr>
          <a:xfrm>
            <a:off x="576263" y="39614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53028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17" name="Content Placeholder 2">
            <a:extLst>
              <a:ext uri="{FF2B5EF4-FFF2-40B4-BE49-F238E27FC236}">
                <a16:creationId xmlns:a16="http://schemas.microsoft.com/office/drawing/2014/main" id="{923E5C01-5525-0E4F-BFEE-0E8F1EAE1014}"/>
              </a:ext>
            </a:extLst>
          </p:cNvPr>
          <p:cNvSpPr>
            <a:spLocks noGrp="1"/>
          </p:cNvSpPr>
          <p:nvPr>
            <p:ph idx="19"/>
          </p:nvPr>
        </p:nvSpPr>
        <p:spPr>
          <a:xfrm>
            <a:off x="5994736"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3" name="Content Placeholder 2">
            <a:extLst>
              <a:ext uri="{FF2B5EF4-FFF2-40B4-BE49-F238E27FC236}">
                <a16:creationId xmlns:a16="http://schemas.microsoft.com/office/drawing/2014/main" id="{1BE662F9-7507-5F49-898E-4048DDFBFEB0}"/>
              </a:ext>
            </a:extLst>
          </p:cNvPr>
          <p:cNvSpPr>
            <a:spLocks noGrp="1"/>
          </p:cNvSpPr>
          <p:nvPr>
            <p:ph idx="13"/>
          </p:nvPr>
        </p:nvSpPr>
        <p:spPr>
          <a:xfrm>
            <a:off x="579883"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10" name="Title 1">
            <a:extLst>
              <a:ext uri="{FF2B5EF4-FFF2-40B4-BE49-F238E27FC236}">
                <a16:creationId xmlns:a16="http://schemas.microsoft.com/office/drawing/2014/main" id="{07980001-0C39-4143-873B-7DD5E501ED83}"/>
              </a:ext>
            </a:extLst>
          </p:cNvPr>
          <p:cNvSpPr>
            <a:spLocks noGrp="1"/>
          </p:cNvSpPr>
          <p:nvPr>
            <p:ph type="title"/>
          </p:nvPr>
        </p:nvSpPr>
        <p:spPr>
          <a:xfrm>
            <a:off x="576262" y="1477927"/>
            <a:ext cx="7991475" cy="393076"/>
          </a:xfrm>
        </p:spPr>
        <p:txBody>
          <a:bodyPr>
            <a:normAutofit/>
          </a:bodyPr>
          <a:lstStyle>
            <a:lvl1pPr>
              <a:defRPr sz="2400"/>
            </a:lvl1pPr>
          </a:lstStyle>
          <a:p>
            <a:r>
              <a:rPr lang="en-GB"/>
              <a:t>Click to edit Master title style</a:t>
            </a:r>
            <a:endParaRPr lang="en-US"/>
          </a:p>
        </p:txBody>
      </p:sp>
      <p:sp>
        <p:nvSpPr>
          <p:cNvPr id="12" name="Content Placeholder 2">
            <a:extLst>
              <a:ext uri="{FF2B5EF4-FFF2-40B4-BE49-F238E27FC236}">
                <a16:creationId xmlns:a16="http://schemas.microsoft.com/office/drawing/2014/main" id="{1F50E3C5-46AE-2545-AB06-E4F58C7F4E2C}"/>
              </a:ext>
            </a:extLst>
          </p:cNvPr>
          <p:cNvSpPr>
            <a:spLocks noGrp="1"/>
          </p:cNvSpPr>
          <p:nvPr>
            <p:ph idx="21"/>
          </p:nvPr>
        </p:nvSpPr>
        <p:spPr>
          <a:xfrm>
            <a:off x="576263"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2350491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4" y="1477927"/>
            <a:ext cx="3407908"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39" name="Content Placeholder 2">
            <a:extLst>
              <a:ext uri="{FF2B5EF4-FFF2-40B4-BE49-F238E27FC236}">
                <a16:creationId xmlns:a16="http://schemas.microsoft.com/office/drawing/2014/main" id="{F4C72636-DEB4-D344-93A7-3770612C3218}"/>
              </a:ext>
            </a:extLst>
          </p:cNvPr>
          <p:cNvSpPr>
            <a:spLocks noGrp="1"/>
          </p:cNvSpPr>
          <p:nvPr>
            <p:ph idx="18"/>
          </p:nvPr>
        </p:nvSpPr>
        <p:spPr>
          <a:xfrm>
            <a:off x="4642535" y="2435826"/>
            <a:ext cx="1892067"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40" name="Content Placeholder 2">
            <a:extLst>
              <a:ext uri="{FF2B5EF4-FFF2-40B4-BE49-F238E27FC236}">
                <a16:creationId xmlns:a16="http://schemas.microsoft.com/office/drawing/2014/main" id="{00A7DE7E-1617-F34E-80FA-A5C290AF61BE}"/>
              </a:ext>
            </a:extLst>
          </p:cNvPr>
          <p:cNvSpPr>
            <a:spLocks noGrp="1"/>
          </p:cNvSpPr>
          <p:nvPr>
            <p:ph idx="19"/>
          </p:nvPr>
        </p:nvSpPr>
        <p:spPr>
          <a:xfrm>
            <a:off x="6675671" y="2435826"/>
            <a:ext cx="1892067"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41" name="Content Placeholder 2">
            <a:extLst>
              <a:ext uri="{FF2B5EF4-FFF2-40B4-BE49-F238E27FC236}">
                <a16:creationId xmlns:a16="http://schemas.microsoft.com/office/drawing/2014/main" id="{470E3256-2D9B-BF48-9E15-6C19A171143E}"/>
              </a:ext>
            </a:extLst>
          </p:cNvPr>
          <p:cNvSpPr>
            <a:spLocks noGrp="1"/>
          </p:cNvSpPr>
          <p:nvPr>
            <p:ph idx="13"/>
          </p:nvPr>
        </p:nvSpPr>
        <p:spPr>
          <a:xfrm>
            <a:off x="2609399" y="2435826"/>
            <a:ext cx="1892067"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44" name="Content Placeholder 2">
            <a:extLst>
              <a:ext uri="{FF2B5EF4-FFF2-40B4-BE49-F238E27FC236}">
                <a16:creationId xmlns:a16="http://schemas.microsoft.com/office/drawing/2014/main" id="{4D529F2E-8730-8942-9F56-7FAF5E921BB4}"/>
              </a:ext>
            </a:extLst>
          </p:cNvPr>
          <p:cNvSpPr>
            <a:spLocks noGrp="1"/>
          </p:cNvSpPr>
          <p:nvPr>
            <p:ph idx="21"/>
          </p:nvPr>
        </p:nvSpPr>
        <p:spPr>
          <a:xfrm>
            <a:off x="576263" y="2435826"/>
            <a:ext cx="1892067"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96288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3" y="768096"/>
            <a:ext cx="7991475"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39" name="Content Placeholder 2">
            <a:extLst>
              <a:ext uri="{FF2B5EF4-FFF2-40B4-BE49-F238E27FC236}">
                <a16:creationId xmlns:a16="http://schemas.microsoft.com/office/drawing/2014/main" id="{F4C72636-DEB4-D344-93A7-3770612C3218}"/>
              </a:ext>
            </a:extLst>
          </p:cNvPr>
          <p:cNvSpPr>
            <a:spLocks noGrp="1"/>
          </p:cNvSpPr>
          <p:nvPr>
            <p:ph idx="18"/>
          </p:nvPr>
        </p:nvSpPr>
        <p:spPr>
          <a:xfrm>
            <a:off x="4642535" y="2190541"/>
            <a:ext cx="1892067" cy="2397335"/>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40" name="Content Placeholder 2">
            <a:extLst>
              <a:ext uri="{FF2B5EF4-FFF2-40B4-BE49-F238E27FC236}">
                <a16:creationId xmlns:a16="http://schemas.microsoft.com/office/drawing/2014/main" id="{00A7DE7E-1617-F34E-80FA-A5C290AF61BE}"/>
              </a:ext>
            </a:extLst>
          </p:cNvPr>
          <p:cNvSpPr>
            <a:spLocks noGrp="1"/>
          </p:cNvSpPr>
          <p:nvPr>
            <p:ph idx="19"/>
          </p:nvPr>
        </p:nvSpPr>
        <p:spPr>
          <a:xfrm>
            <a:off x="6675671" y="2190541"/>
            <a:ext cx="1892067" cy="2397335"/>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41" name="Content Placeholder 2">
            <a:extLst>
              <a:ext uri="{FF2B5EF4-FFF2-40B4-BE49-F238E27FC236}">
                <a16:creationId xmlns:a16="http://schemas.microsoft.com/office/drawing/2014/main" id="{470E3256-2D9B-BF48-9E15-6C19A171143E}"/>
              </a:ext>
            </a:extLst>
          </p:cNvPr>
          <p:cNvSpPr>
            <a:spLocks noGrp="1"/>
          </p:cNvSpPr>
          <p:nvPr>
            <p:ph idx="13"/>
          </p:nvPr>
        </p:nvSpPr>
        <p:spPr>
          <a:xfrm>
            <a:off x="2609399" y="2190541"/>
            <a:ext cx="1892067" cy="2397335"/>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44" name="Content Placeholder 2">
            <a:extLst>
              <a:ext uri="{FF2B5EF4-FFF2-40B4-BE49-F238E27FC236}">
                <a16:creationId xmlns:a16="http://schemas.microsoft.com/office/drawing/2014/main" id="{4D529F2E-8730-8942-9F56-7FAF5E921BB4}"/>
              </a:ext>
            </a:extLst>
          </p:cNvPr>
          <p:cNvSpPr>
            <a:spLocks noGrp="1"/>
          </p:cNvSpPr>
          <p:nvPr>
            <p:ph idx="21"/>
          </p:nvPr>
        </p:nvSpPr>
        <p:spPr>
          <a:xfrm>
            <a:off x="576263" y="2190541"/>
            <a:ext cx="1892067" cy="2397335"/>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12" name="Content Placeholder 2">
            <a:extLst>
              <a:ext uri="{FF2B5EF4-FFF2-40B4-BE49-F238E27FC236}">
                <a16:creationId xmlns:a16="http://schemas.microsoft.com/office/drawing/2014/main" id="{76F0B54F-3CEB-2544-BDA9-17AEE3B344BA}"/>
              </a:ext>
            </a:extLst>
          </p:cNvPr>
          <p:cNvSpPr>
            <a:spLocks noGrp="1"/>
          </p:cNvSpPr>
          <p:nvPr>
            <p:ph idx="22"/>
          </p:nvPr>
        </p:nvSpPr>
        <p:spPr>
          <a:xfrm>
            <a:off x="4642535" y="1561264"/>
            <a:ext cx="1892067" cy="628650"/>
          </a:xfrm>
          <a:solidFill>
            <a:schemeClr val="bg2"/>
          </a:solidFill>
        </p:spPr>
        <p:txBody>
          <a:bodyPr lIns="251999" tIns="251999" rIns="324000" bIns="251999"/>
          <a:lstStyle>
            <a:lvl1pPr>
              <a:defRPr sz="600">
                <a:solidFill>
                  <a:schemeClr val="bg2"/>
                </a:solidFill>
              </a:defRPr>
            </a:lvl1pPr>
            <a:lvl2pPr marL="0" indent="0">
              <a:buFontTx/>
              <a:buNone/>
              <a:defRPr sz="600">
                <a:solidFill>
                  <a:schemeClr val="bg2"/>
                </a:solidFill>
              </a:defRPr>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5232D30-99EF-D24E-BDC3-86F8A086831D}"/>
              </a:ext>
            </a:extLst>
          </p:cNvPr>
          <p:cNvSpPr>
            <a:spLocks noGrp="1"/>
          </p:cNvSpPr>
          <p:nvPr>
            <p:ph idx="23"/>
          </p:nvPr>
        </p:nvSpPr>
        <p:spPr>
          <a:xfrm>
            <a:off x="6675671" y="1561264"/>
            <a:ext cx="1892067" cy="628650"/>
          </a:xfrm>
          <a:solidFill>
            <a:schemeClr val="bg2"/>
          </a:solidFill>
        </p:spPr>
        <p:txBody>
          <a:bodyPr lIns="251999" tIns="251999" rIns="324000" bIns="251999"/>
          <a:lstStyle>
            <a:lvl1pPr>
              <a:defRPr sz="600">
                <a:solidFill>
                  <a:schemeClr val="bg2"/>
                </a:solidFill>
              </a:defRPr>
            </a:lvl1pPr>
            <a:lvl2pPr marL="0" indent="0">
              <a:buFontTx/>
              <a:buNone/>
              <a:defRPr sz="600">
                <a:solidFill>
                  <a:schemeClr val="bg2"/>
                </a:solidFill>
              </a:defRPr>
            </a:lvl2pPr>
          </a:lstStyle>
          <a:p>
            <a:pPr lvl="0"/>
            <a:r>
              <a:rPr lang="en-GB"/>
              <a:t>Click to edit Master text styles</a:t>
            </a:r>
          </a:p>
          <a:p>
            <a:pPr lvl="1"/>
            <a:r>
              <a:rPr lang="en-GB"/>
              <a:t>Second level</a:t>
            </a:r>
          </a:p>
        </p:txBody>
      </p:sp>
      <p:sp>
        <p:nvSpPr>
          <p:cNvPr id="14" name="Content Placeholder 2">
            <a:extLst>
              <a:ext uri="{FF2B5EF4-FFF2-40B4-BE49-F238E27FC236}">
                <a16:creationId xmlns:a16="http://schemas.microsoft.com/office/drawing/2014/main" id="{C2A30670-D364-6047-A608-673B16161AAD}"/>
              </a:ext>
            </a:extLst>
          </p:cNvPr>
          <p:cNvSpPr>
            <a:spLocks noGrp="1"/>
          </p:cNvSpPr>
          <p:nvPr>
            <p:ph idx="24"/>
          </p:nvPr>
        </p:nvSpPr>
        <p:spPr>
          <a:xfrm>
            <a:off x="2609399" y="1561264"/>
            <a:ext cx="1892067" cy="628650"/>
          </a:xfrm>
          <a:solidFill>
            <a:schemeClr val="bg2"/>
          </a:solidFill>
        </p:spPr>
        <p:txBody>
          <a:bodyPr lIns="251999" tIns="251999" rIns="324000" bIns="251999"/>
          <a:lstStyle>
            <a:lvl1pPr>
              <a:defRPr sz="600">
                <a:solidFill>
                  <a:schemeClr val="bg2"/>
                </a:solidFill>
              </a:defRPr>
            </a:lvl1pPr>
            <a:lvl2pPr marL="0" indent="0">
              <a:buFontTx/>
              <a:buNone/>
              <a:defRPr sz="600">
                <a:solidFill>
                  <a:schemeClr val="bg2"/>
                </a:solidFill>
              </a:defRPr>
            </a:lvl2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781598B9-D3B3-7B43-9D70-CED5FAD3E0CC}"/>
              </a:ext>
            </a:extLst>
          </p:cNvPr>
          <p:cNvSpPr>
            <a:spLocks noGrp="1"/>
          </p:cNvSpPr>
          <p:nvPr>
            <p:ph idx="25"/>
          </p:nvPr>
        </p:nvSpPr>
        <p:spPr>
          <a:xfrm>
            <a:off x="576263" y="1561264"/>
            <a:ext cx="1892067" cy="628650"/>
          </a:xfrm>
          <a:solidFill>
            <a:schemeClr val="bg2"/>
          </a:solidFill>
        </p:spPr>
        <p:txBody>
          <a:bodyPr lIns="251999" tIns="251999" rIns="324000" bIns="251999"/>
          <a:lstStyle>
            <a:lvl1pPr>
              <a:defRPr sz="600">
                <a:solidFill>
                  <a:schemeClr val="bg2"/>
                </a:solidFill>
              </a:defRPr>
            </a:lvl1pPr>
            <a:lvl2pPr marL="0" indent="0">
              <a:buFontTx/>
              <a:buNone/>
              <a:defRPr sz="600">
                <a:solidFill>
                  <a:schemeClr val="bg2"/>
                </a:solidFill>
              </a:defRPr>
            </a:lvl2pPr>
          </a:lstStyle>
          <a:p>
            <a:pPr lvl="0"/>
            <a:r>
              <a:rPr lang="en-GB"/>
              <a:t>Click to edit Master text styles</a:t>
            </a:r>
          </a:p>
          <a:p>
            <a:pPr lvl="1"/>
            <a:r>
              <a:rPr lang="en-GB"/>
              <a:t>Second level</a:t>
            </a:r>
          </a:p>
        </p:txBody>
      </p:sp>
      <p:sp>
        <p:nvSpPr>
          <p:cNvPr id="16" name="Content Placeholder 2">
            <a:extLst>
              <a:ext uri="{FF2B5EF4-FFF2-40B4-BE49-F238E27FC236}">
                <a16:creationId xmlns:a16="http://schemas.microsoft.com/office/drawing/2014/main" id="{96E2D818-929B-3141-929A-46354B0F7448}"/>
              </a:ext>
            </a:extLst>
          </p:cNvPr>
          <p:cNvSpPr>
            <a:spLocks noGrp="1"/>
          </p:cNvSpPr>
          <p:nvPr>
            <p:ph idx="26"/>
          </p:nvPr>
        </p:nvSpPr>
        <p:spPr>
          <a:xfrm>
            <a:off x="576262" y="396144"/>
            <a:ext cx="6047113"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400892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3" y="768096"/>
            <a:ext cx="7991475"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44" name="Content Placeholder 2">
            <a:extLst>
              <a:ext uri="{FF2B5EF4-FFF2-40B4-BE49-F238E27FC236}">
                <a16:creationId xmlns:a16="http://schemas.microsoft.com/office/drawing/2014/main" id="{4D529F2E-8730-8942-9F56-7FAF5E921BB4}"/>
              </a:ext>
            </a:extLst>
          </p:cNvPr>
          <p:cNvSpPr>
            <a:spLocks noGrp="1"/>
          </p:cNvSpPr>
          <p:nvPr>
            <p:ph idx="21"/>
          </p:nvPr>
        </p:nvSpPr>
        <p:spPr>
          <a:xfrm>
            <a:off x="576263" y="4036741"/>
            <a:ext cx="7991475" cy="551134"/>
          </a:xfrm>
          <a:solidFill>
            <a:schemeClr val="tx1"/>
          </a:solidFill>
        </p:spPr>
        <p:txBody>
          <a:bodyPr lIns="251999" tIns="251999" rIns="324000" bIns="251999" anchor="ctr" anchorCtr="0"/>
          <a:lstStyle>
            <a:lvl1pPr>
              <a:defRPr sz="1400">
                <a:solidFill>
                  <a:schemeClr val="bg2"/>
                </a:solidFill>
              </a:defRPr>
            </a:lvl1pPr>
            <a:lvl2pPr marL="0" indent="0">
              <a:buFontTx/>
              <a:buNone/>
              <a:defRPr sz="1000">
                <a:solidFill>
                  <a:schemeClr val="tx1"/>
                </a:solidFill>
              </a:defRPr>
            </a:lvl2pPr>
          </a:lstStyle>
          <a:p>
            <a:pPr lvl="0"/>
            <a:r>
              <a:rPr lang="en-GB"/>
              <a:t>Click to edit Master text styles</a:t>
            </a:r>
          </a:p>
        </p:txBody>
      </p:sp>
      <p:sp>
        <p:nvSpPr>
          <p:cNvPr id="12" name="Content Placeholder 2">
            <a:extLst>
              <a:ext uri="{FF2B5EF4-FFF2-40B4-BE49-F238E27FC236}">
                <a16:creationId xmlns:a16="http://schemas.microsoft.com/office/drawing/2014/main" id="{44A53C71-92B0-2B46-A17B-16BC995CDD9F}"/>
              </a:ext>
            </a:extLst>
          </p:cNvPr>
          <p:cNvSpPr>
            <a:spLocks noGrp="1"/>
          </p:cNvSpPr>
          <p:nvPr>
            <p:ph idx="18"/>
          </p:nvPr>
        </p:nvSpPr>
        <p:spPr>
          <a:xfrm>
            <a:off x="4642535" y="2877770"/>
            <a:ext cx="1892067" cy="1008333"/>
          </a:xfrm>
          <a:solidFill>
            <a:schemeClr val="accent4"/>
          </a:solidFill>
        </p:spPr>
        <p:txBody>
          <a:bodyPr lIns="251999" tIns="251999" rIns="324000" bIns="251999" anchor="ctr" anchorCtr="0"/>
          <a:lstStyle>
            <a:lvl1pPr>
              <a:defRPr sz="1200">
                <a:solidFill>
                  <a:schemeClr val="tx1"/>
                </a:solidFill>
              </a:defRPr>
            </a:lvl1pPr>
            <a:lvl2pPr marL="0" indent="0">
              <a:buFontTx/>
              <a:buNone/>
              <a:defRPr sz="1000">
                <a:solidFill>
                  <a:schemeClr val="tx1"/>
                </a:solidFill>
              </a:defRPr>
            </a:lvl2pPr>
          </a:lstStyle>
          <a:p>
            <a:pPr lvl="0"/>
            <a:r>
              <a:rPr lang="en-GB"/>
              <a:t>Click to edit Master text styles</a:t>
            </a:r>
          </a:p>
        </p:txBody>
      </p:sp>
      <p:sp>
        <p:nvSpPr>
          <p:cNvPr id="13" name="Content Placeholder 2">
            <a:extLst>
              <a:ext uri="{FF2B5EF4-FFF2-40B4-BE49-F238E27FC236}">
                <a16:creationId xmlns:a16="http://schemas.microsoft.com/office/drawing/2014/main" id="{6DCE9130-852B-2148-A401-F7DEA8D06D0F}"/>
              </a:ext>
            </a:extLst>
          </p:cNvPr>
          <p:cNvSpPr>
            <a:spLocks noGrp="1"/>
          </p:cNvSpPr>
          <p:nvPr>
            <p:ph idx="19"/>
          </p:nvPr>
        </p:nvSpPr>
        <p:spPr>
          <a:xfrm>
            <a:off x="6675671" y="1469572"/>
            <a:ext cx="1892067" cy="2423772"/>
          </a:xfrm>
          <a:solidFill>
            <a:schemeClr val="accent4"/>
          </a:solidFill>
        </p:spPr>
        <p:txBody>
          <a:bodyPr lIns="251999" tIns="251999" rIns="324000" bIns="251999" anchor="ctr" anchorCtr="0"/>
          <a:lstStyle>
            <a:lvl1pPr>
              <a:defRPr sz="1600">
                <a:solidFill>
                  <a:schemeClr val="tx1"/>
                </a:solidFill>
              </a:defRPr>
            </a:lvl1pPr>
            <a:lvl2pPr marL="0" indent="0">
              <a:buFontTx/>
              <a:buNone/>
              <a:defRPr sz="1000">
                <a:solidFill>
                  <a:schemeClr val="tx1"/>
                </a:solidFill>
              </a:defRPr>
            </a:lvl2pPr>
          </a:lstStyle>
          <a:p>
            <a:pPr lvl="0"/>
            <a:r>
              <a:rPr lang="en-GB"/>
              <a:t>Click to edit Master text styles</a:t>
            </a:r>
          </a:p>
        </p:txBody>
      </p:sp>
      <p:sp>
        <p:nvSpPr>
          <p:cNvPr id="14" name="Content Placeholder 2">
            <a:extLst>
              <a:ext uri="{FF2B5EF4-FFF2-40B4-BE49-F238E27FC236}">
                <a16:creationId xmlns:a16="http://schemas.microsoft.com/office/drawing/2014/main" id="{DC4E1547-C606-9547-B28B-4E6FFFC77BEA}"/>
              </a:ext>
            </a:extLst>
          </p:cNvPr>
          <p:cNvSpPr>
            <a:spLocks noGrp="1"/>
          </p:cNvSpPr>
          <p:nvPr>
            <p:ph idx="13"/>
          </p:nvPr>
        </p:nvSpPr>
        <p:spPr>
          <a:xfrm>
            <a:off x="2609399" y="2877014"/>
            <a:ext cx="1892067" cy="1008333"/>
          </a:xfrm>
          <a:solidFill>
            <a:schemeClr val="accent4"/>
          </a:solidFill>
        </p:spPr>
        <p:txBody>
          <a:bodyPr lIns="251999" tIns="251999" rIns="324000" bIns="251999" anchor="ctr" anchorCtr="0"/>
          <a:lstStyle>
            <a:lvl1pPr>
              <a:defRPr sz="1200">
                <a:solidFill>
                  <a:schemeClr val="tx1"/>
                </a:solidFill>
              </a:defRPr>
            </a:lvl1pPr>
            <a:lvl2pPr marL="0" indent="0">
              <a:buFontTx/>
              <a:buNone/>
              <a:defRPr sz="1000">
                <a:solidFill>
                  <a:schemeClr val="tx1"/>
                </a:solidFill>
              </a:defRPr>
            </a:lvl2pPr>
          </a:lstStyle>
          <a:p>
            <a:pPr lvl="0"/>
            <a:r>
              <a:rPr lang="en-GB"/>
              <a:t>Click to edit Master text styles</a:t>
            </a:r>
          </a:p>
        </p:txBody>
      </p:sp>
      <p:sp>
        <p:nvSpPr>
          <p:cNvPr id="15" name="Content Placeholder 2">
            <a:extLst>
              <a:ext uri="{FF2B5EF4-FFF2-40B4-BE49-F238E27FC236}">
                <a16:creationId xmlns:a16="http://schemas.microsoft.com/office/drawing/2014/main" id="{7CC0E555-0D45-094D-82D8-976CBD22477F}"/>
              </a:ext>
            </a:extLst>
          </p:cNvPr>
          <p:cNvSpPr>
            <a:spLocks noGrp="1"/>
          </p:cNvSpPr>
          <p:nvPr>
            <p:ph idx="22"/>
          </p:nvPr>
        </p:nvSpPr>
        <p:spPr>
          <a:xfrm>
            <a:off x="576263" y="2877014"/>
            <a:ext cx="1892067" cy="1008333"/>
          </a:xfrm>
          <a:solidFill>
            <a:schemeClr val="accent4"/>
          </a:solidFill>
        </p:spPr>
        <p:txBody>
          <a:bodyPr lIns="251999" tIns="251999" rIns="324000" bIns="251999" anchor="ctr" anchorCtr="0"/>
          <a:lstStyle>
            <a:lvl1pPr>
              <a:defRPr sz="1200">
                <a:solidFill>
                  <a:schemeClr val="tx1"/>
                </a:solidFill>
              </a:defRPr>
            </a:lvl1pPr>
            <a:lvl2pPr marL="0" indent="0">
              <a:buFontTx/>
              <a:buNone/>
              <a:defRPr sz="1000">
                <a:solidFill>
                  <a:schemeClr val="tx1"/>
                </a:solidFill>
              </a:defRPr>
            </a:lvl2pPr>
          </a:lstStyle>
          <a:p>
            <a:pPr lvl="0"/>
            <a:r>
              <a:rPr lang="en-GB"/>
              <a:t>Click to edit Master text styles</a:t>
            </a:r>
          </a:p>
        </p:txBody>
      </p:sp>
      <p:sp>
        <p:nvSpPr>
          <p:cNvPr id="17" name="Content Placeholder 2">
            <a:extLst>
              <a:ext uri="{FF2B5EF4-FFF2-40B4-BE49-F238E27FC236}">
                <a16:creationId xmlns:a16="http://schemas.microsoft.com/office/drawing/2014/main" id="{5A21D008-44D4-834E-B29D-1CECB1B088D2}"/>
              </a:ext>
            </a:extLst>
          </p:cNvPr>
          <p:cNvSpPr>
            <a:spLocks noGrp="1"/>
          </p:cNvSpPr>
          <p:nvPr>
            <p:ph idx="23"/>
          </p:nvPr>
        </p:nvSpPr>
        <p:spPr>
          <a:xfrm>
            <a:off x="576262" y="1479395"/>
            <a:ext cx="5963331" cy="551134"/>
          </a:xfrm>
          <a:solidFill>
            <a:schemeClr val="accent4"/>
          </a:solidFill>
        </p:spPr>
        <p:txBody>
          <a:bodyPr lIns="251999" tIns="251999" rIns="324000" bIns="251999" anchor="ctr" anchorCtr="0"/>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p:txBody>
      </p:sp>
      <p:sp>
        <p:nvSpPr>
          <p:cNvPr id="18" name="Content Placeholder 2">
            <a:extLst>
              <a:ext uri="{FF2B5EF4-FFF2-40B4-BE49-F238E27FC236}">
                <a16:creationId xmlns:a16="http://schemas.microsoft.com/office/drawing/2014/main" id="{0CA7F23B-B3D7-1E41-B31A-97B5CE3DCDFD}"/>
              </a:ext>
            </a:extLst>
          </p:cNvPr>
          <p:cNvSpPr>
            <a:spLocks noGrp="1"/>
          </p:cNvSpPr>
          <p:nvPr>
            <p:ph idx="24"/>
          </p:nvPr>
        </p:nvSpPr>
        <p:spPr>
          <a:xfrm>
            <a:off x="4644008" y="2181166"/>
            <a:ext cx="1892067" cy="545967"/>
          </a:xfrm>
          <a:solidFill>
            <a:schemeClr val="accent4"/>
          </a:solidFill>
        </p:spPr>
        <p:txBody>
          <a:bodyPr lIns="251999" tIns="251999" rIns="324000" bIns="251999" anchor="ctr" anchorCtr="0"/>
          <a:lstStyle>
            <a:lvl1pPr>
              <a:defRPr sz="1000">
                <a:solidFill>
                  <a:schemeClr val="tx1"/>
                </a:solidFill>
              </a:defRPr>
            </a:lvl1pPr>
            <a:lvl2pPr marL="0" indent="0">
              <a:buFontTx/>
              <a:buNone/>
              <a:defRPr sz="1000">
                <a:solidFill>
                  <a:schemeClr val="tx1"/>
                </a:solidFill>
              </a:defRPr>
            </a:lvl2pPr>
          </a:lstStyle>
          <a:p>
            <a:pPr lvl="0"/>
            <a:r>
              <a:rPr lang="en-GB"/>
              <a:t>Click to edit Master text styles</a:t>
            </a:r>
          </a:p>
        </p:txBody>
      </p:sp>
      <p:sp>
        <p:nvSpPr>
          <p:cNvPr id="19" name="Content Placeholder 2">
            <a:extLst>
              <a:ext uri="{FF2B5EF4-FFF2-40B4-BE49-F238E27FC236}">
                <a16:creationId xmlns:a16="http://schemas.microsoft.com/office/drawing/2014/main" id="{F6960DCF-74E4-EE4E-B6B2-7C0E50D39C96}"/>
              </a:ext>
            </a:extLst>
          </p:cNvPr>
          <p:cNvSpPr>
            <a:spLocks noGrp="1"/>
          </p:cNvSpPr>
          <p:nvPr>
            <p:ph idx="25"/>
          </p:nvPr>
        </p:nvSpPr>
        <p:spPr>
          <a:xfrm>
            <a:off x="2610872" y="2181166"/>
            <a:ext cx="1892067" cy="545967"/>
          </a:xfrm>
          <a:solidFill>
            <a:schemeClr val="accent4"/>
          </a:solidFill>
        </p:spPr>
        <p:txBody>
          <a:bodyPr lIns="251999" tIns="251999" rIns="324000" bIns="251999" anchor="ctr" anchorCtr="0"/>
          <a:lstStyle>
            <a:lvl1pPr>
              <a:defRPr sz="1000">
                <a:solidFill>
                  <a:schemeClr val="tx1"/>
                </a:solidFill>
              </a:defRPr>
            </a:lvl1pPr>
            <a:lvl2pPr marL="0" indent="0">
              <a:buFontTx/>
              <a:buNone/>
              <a:defRPr sz="1000">
                <a:solidFill>
                  <a:schemeClr val="tx1"/>
                </a:solidFill>
              </a:defRPr>
            </a:lvl2pPr>
          </a:lstStyle>
          <a:p>
            <a:pPr lvl="0"/>
            <a:r>
              <a:rPr lang="en-GB"/>
              <a:t>Click to edit Master text styles</a:t>
            </a:r>
          </a:p>
        </p:txBody>
      </p:sp>
      <p:sp>
        <p:nvSpPr>
          <p:cNvPr id="20" name="Content Placeholder 2">
            <a:extLst>
              <a:ext uri="{FF2B5EF4-FFF2-40B4-BE49-F238E27FC236}">
                <a16:creationId xmlns:a16="http://schemas.microsoft.com/office/drawing/2014/main" id="{21151FBC-66EF-2948-BD3B-4901902A952E}"/>
              </a:ext>
            </a:extLst>
          </p:cNvPr>
          <p:cNvSpPr>
            <a:spLocks noGrp="1"/>
          </p:cNvSpPr>
          <p:nvPr>
            <p:ph idx="26"/>
          </p:nvPr>
        </p:nvSpPr>
        <p:spPr>
          <a:xfrm>
            <a:off x="577736" y="2181166"/>
            <a:ext cx="1892067" cy="545967"/>
          </a:xfrm>
          <a:solidFill>
            <a:schemeClr val="accent4"/>
          </a:solidFill>
        </p:spPr>
        <p:txBody>
          <a:bodyPr lIns="251999" tIns="251999" rIns="324000" bIns="251999" anchor="ctr" anchorCtr="0"/>
          <a:lstStyle>
            <a:lvl1pPr>
              <a:defRPr sz="1000">
                <a:solidFill>
                  <a:schemeClr val="tx1"/>
                </a:solidFill>
              </a:defRPr>
            </a:lvl1pPr>
            <a:lvl2pPr marL="0" indent="0">
              <a:buFontTx/>
              <a:buNone/>
              <a:defRPr sz="1000">
                <a:solidFill>
                  <a:schemeClr val="tx1"/>
                </a:solidFill>
              </a:defRPr>
            </a:lvl2pPr>
          </a:lstStyle>
          <a:p>
            <a:pPr lvl="0"/>
            <a:r>
              <a:rPr lang="en-GB"/>
              <a:t>Click to edit Master text styles</a:t>
            </a:r>
          </a:p>
        </p:txBody>
      </p:sp>
    </p:spTree>
    <p:extLst>
      <p:ext uri="{BB962C8B-B14F-4D97-AF65-F5344CB8AC3E}">
        <p14:creationId xmlns:p14="http://schemas.microsoft.com/office/powerpoint/2010/main" val="4213762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4" y="1477927"/>
            <a:ext cx="3407908"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39" name="Content Placeholder 2">
            <a:extLst>
              <a:ext uri="{FF2B5EF4-FFF2-40B4-BE49-F238E27FC236}">
                <a16:creationId xmlns:a16="http://schemas.microsoft.com/office/drawing/2014/main" id="{F4C72636-DEB4-D344-93A7-3770612C3218}"/>
              </a:ext>
            </a:extLst>
          </p:cNvPr>
          <p:cNvSpPr>
            <a:spLocks noGrp="1"/>
          </p:cNvSpPr>
          <p:nvPr>
            <p:ph idx="18"/>
          </p:nvPr>
        </p:nvSpPr>
        <p:spPr>
          <a:xfrm>
            <a:off x="4642535" y="555626"/>
            <a:ext cx="3925203" cy="4032250"/>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744929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4" y="735822"/>
            <a:ext cx="3400314" cy="1803654"/>
          </a:xfrm>
        </p:spPr>
        <p:txBody>
          <a:bodyPr/>
          <a:lstStyle>
            <a:lvl1pPr>
              <a:defRPr sz="4400"/>
            </a:lvl1p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39" name="Content Placeholder 2">
            <a:extLst>
              <a:ext uri="{FF2B5EF4-FFF2-40B4-BE49-F238E27FC236}">
                <a16:creationId xmlns:a16="http://schemas.microsoft.com/office/drawing/2014/main" id="{F4C72636-DEB4-D344-93A7-3770612C3218}"/>
              </a:ext>
            </a:extLst>
          </p:cNvPr>
          <p:cNvSpPr>
            <a:spLocks noGrp="1"/>
          </p:cNvSpPr>
          <p:nvPr>
            <p:ph idx="18"/>
          </p:nvPr>
        </p:nvSpPr>
        <p:spPr>
          <a:xfrm>
            <a:off x="4642535" y="2435826"/>
            <a:ext cx="3925203"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699146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16" name="Content Placeholder 2">
            <a:extLst>
              <a:ext uri="{FF2B5EF4-FFF2-40B4-BE49-F238E27FC236}">
                <a16:creationId xmlns:a16="http://schemas.microsoft.com/office/drawing/2014/main" id="{62951B31-E4AA-5642-9E83-01DEFC96BC82}"/>
              </a:ext>
            </a:extLst>
          </p:cNvPr>
          <p:cNvSpPr>
            <a:spLocks noGrp="1"/>
          </p:cNvSpPr>
          <p:nvPr>
            <p:ph idx="18"/>
          </p:nvPr>
        </p:nvSpPr>
        <p:spPr>
          <a:xfrm>
            <a:off x="3285499" y="2435826"/>
            <a:ext cx="2573002"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17" name="Content Placeholder 2">
            <a:extLst>
              <a:ext uri="{FF2B5EF4-FFF2-40B4-BE49-F238E27FC236}">
                <a16:creationId xmlns:a16="http://schemas.microsoft.com/office/drawing/2014/main" id="{923E5C01-5525-0E4F-BFEE-0E8F1EAE1014}"/>
              </a:ext>
            </a:extLst>
          </p:cNvPr>
          <p:cNvSpPr>
            <a:spLocks noGrp="1"/>
          </p:cNvSpPr>
          <p:nvPr>
            <p:ph idx="19"/>
          </p:nvPr>
        </p:nvSpPr>
        <p:spPr>
          <a:xfrm>
            <a:off x="5994736" y="2435826"/>
            <a:ext cx="2573002"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4" y="1477927"/>
            <a:ext cx="3404066"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BE662F9-7507-5F49-898E-4048DDFBFEB0}"/>
              </a:ext>
            </a:extLst>
          </p:cNvPr>
          <p:cNvSpPr>
            <a:spLocks noGrp="1"/>
          </p:cNvSpPr>
          <p:nvPr>
            <p:ph idx="13"/>
          </p:nvPr>
        </p:nvSpPr>
        <p:spPr>
          <a:xfrm>
            <a:off x="579883" y="2435826"/>
            <a:ext cx="2573002"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84106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3" y="1477927"/>
            <a:ext cx="3393309"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12" name="Content Placeholder 2">
            <a:extLst>
              <a:ext uri="{FF2B5EF4-FFF2-40B4-BE49-F238E27FC236}">
                <a16:creationId xmlns:a16="http://schemas.microsoft.com/office/drawing/2014/main" id="{ACF882BE-BD12-E646-8EEB-F5A09C9ED1D5}"/>
              </a:ext>
            </a:extLst>
          </p:cNvPr>
          <p:cNvSpPr>
            <a:spLocks noGrp="1"/>
          </p:cNvSpPr>
          <p:nvPr>
            <p:ph idx="18"/>
          </p:nvPr>
        </p:nvSpPr>
        <p:spPr>
          <a:xfrm>
            <a:off x="3285499"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
        <p:nvSpPr>
          <p:cNvPr id="14" name="Content Placeholder 2">
            <a:extLst>
              <a:ext uri="{FF2B5EF4-FFF2-40B4-BE49-F238E27FC236}">
                <a16:creationId xmlns:a16="http://schemas.microsoft.com/office/drawing/2014/main" id="{EDABEDF4-A07B-244D-9660-FCBAB3E01D3D}"/>
              </a:ext>
            </a:extLst>
          </p:cNvPr>
          <p:cNvSpPr>
            <a:spLocks noGrp="1"/>
          </p:cNvSpPr>
          <p:nvPr>
            <p:ph idx="19"/>
          </p:nvPr>
        </p:nvSpPr>
        <p:spPr>
          <a:xfrm>
            <a:off x="5994736" y="2435826"/>
            <a:ext cx="2573002" cy="2152049"/>
          </a:xfrm>
          <a:solidFill>
            <a:schemeClr val="tx1"/>
          </a:solidFill>
        </p:spPr>
        <p:txBody>
          <a:bodyPr lIns="251999" tIns="251999" rIns="324000" bIns="251999"/>
          <a:lstStyle>
            <a:lvl1pPr>
              <a:defRPr sz="1400">
                <a:solidFill>
                  <a:schemeClr val="bg2"/>
                </a:solidFill>
              </a:defRPr>
            </a:lvl1pPr>
            <a:lvl2pPr marL="0" indent="0">
              <a:buFontTx/>
              <a:buNone/>
              <a:defRPr sz="1000">
                <a:solidFill>
                  <a:schemeClr val="bg2"/>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3188326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4" y="768096"/>
            <a:ext cx="3400314" cy="699198"/>
          </a:xfrm>
        </p:spPr>
        <p:txBody>
          <a:bodyPr/>
          <a:lstStyle/>
          <a:p>
            <a:r>
              <a:rPr lang="en-GB"/>
              <a:t>Click to edit Master title style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11" name="Content Placeholder 2">
            <a:extLst>
              <a:ext uri="{FF2B5EF4-FFF2-40B4-BE49-F238E27FC236}">
                <a16:creationId xmlns:a16="http://schemas.microsoft.com/office/drawing/2014/main" id="{87DEEAA0-107A-CB4C-9D52-4CEE5A94FA6B}"/>
              </a:ext>
            </a:extLst>
          </p:cNvPr>
          <p:cNvSpPr>
            <a:spLocks noGrp="1"/>
          </p:cNvSpPr>
          <p:nvPr>
            <p:ph idx="16"/>
          </p:nvPr>
        </p:nvSpPr>
        <p:spPr>
          <a:xfrm>
            <a:off x="576263" y="1477927"/>
            <a:ext cx="3393309" cy="573296"/>
          </a:xfrm>
        </p:spPr>
        <p:txBody>
          <a:bodyPr/>
          <a:lstStyle>
            <a:lvl1pPr>
              <a:defRPr sz="900"/>
            </a:lvl1pPr>
            <a:lvl2pPr>
              <a:defRPr sz="900"/>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1BE662F9-7507-5F49-898E-4048DDFBFEB0}"/>
              </a:ext>
            </a:extLst>
          </p:cNvPr>
          <p:cNvSpPr>
            <a:spLocks noGrp="1"/>
          </p:cNvSpPr>
          <p:nvPr>
            <p:ph idx="13"/>
          </p:nvPr>
        </p:nvSpPr>
        <p:spPr>
          <a:xfrm>
            <a:off x="576262" y="2435826"/>
            <a:ext cx="7991475" cy="2152049"/>
          </a:xfrm>
          <a:solidFill>
            <a:schemeClr val="accent4"/>
          </a:solidFill>
        </p:spPr>
        <p:txBody>
          <a:bodyPr lIns="251999" tIns="251999" rIns="251999"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80095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321E4763-279A-4146-BC66-655DC4719BE7}"/>
              </a:ext>
            </a:extLst>
          </p:cNvPr>
          <p:cNvSpPr>
            <a:spLocks noGrp="1" noChangeAspect="1"/>
          </p:cNvSpPr>
          <p:nvPr>
            <p:ph type="pic" idx="15"/>
          </p:nvPr>
        </p:nvSpPr>
        <p:spPr>
          <a:xfrm>
            <a:off x="0" y="-2"/>
            <a:ext cx="9144000" cy="316333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2" name="Title 1"/>
          <p:cNvSpPr>
            <a:spLocks noGrp="1"/>
          </p:cNvSpPr>
          <p:nvPr>
            <p:ph type="title"/>
          </p:nvPr>
        </p:nvSpPr>
        <p:spPr>
          <a:xfrm>
            <a:off x="576262" y="1477927"/>
            <a:ext cx="7991475" cy="721576"/>
          </a:xfrm>
        </p:spPr>
        <p:txBody>
          <a:bodyPr>
            <a:normAutofit/>
          </a:bodyPr>
          <a:lstStyle>
            <a:lvl1pPr>
              <a:defRPr sz="2400"/>
            </a:lvl1pPr>
          </a:lstStyle>
          <a:p>
            <a:r>
              <a:rPr lang="en-GB"/>
              <a:t>Click to edit Master title style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4" name="Content Placeholder 2">
            <a:extLst>
              <a:ext uri="{FF2B5EF4-FFF2-40B4-BE49-F238E27FC236}">
                <a16:creationId xmlns:a16="http://schemas.microsoft.com/office/drawing/2014/main" id="{E4438332-FD9A-6143-985B-10CEC6BA4DDF}"/>
              </a:ext>
            </a:extLst>
          </p:cNvPr>
          <p:cNvSpPr>
            <a:spLocks noGrp="1"/>
          </p:cNvSpPr>
          <p:nvPr>
            <p:ph idx="18"/>
          </p:nvPr>
        </p:nvSpPr>
        <p:spPr>
          <a:xfrm>
            <a:off x="3285499" y="2435826"/>
            <a:ext cx="2573002"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15" name="Content Placeholder 2">
            <a:extLst>
              <a:ext uri="{FF2B5EF4-FFF2-40B4-BE49-F238E27FC236}">
                <a16:creationId xmlns:a16="http://schemas.microsoft.com/office/drawing/2014/main" id="{428E1276-1B6A-4D4B-AEB4-A1B361E3B4B5}"/>
              </a:ext>
            </a:extLst>
          </p:cNvPr>
          <p:cNvSpPr>
            <a:spLocks noGrp="1"/>
          </p:cNvSpPr>
          <p:nvPr>
            <p:ph idx="19"/>
          </p:nvPr>
        </p:nvSpPr>
        <p:spPr>
          <a:xfrm>
            <a:off x="5994736" y="2435826"/>
            <a:ext cx="2573002"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16" name="Content Placeholder 2">
            <a:extLst>
              <a:ext uri="{FF2B5EF4-FFF2-40B4-BE49-F238E27FC236}">
                <a16:creationId xmlns:a16="http://schemas.microsoft.com/office/drawing/2014/main" id="{8342AF1C-BA7E-D449-BFF0-740999F94E3D}"/>
              </a:ext>
            </a:extLst>
          </p:cNvPr>
          <p:cNvSpPr>
            <a:spLocks noGrp="1"/>
          </p:cNvSpPr>
          <p:nvPr>
            <p:ph idx="13"/>
          </p:nvPr>
        </p:nvSpPr>
        <p:spPr>
          <a:xfrm>
            <a:off x="579883" y="2435826"/>
            <a:ext cx="2573002" cy="2152049"/>
          </a:xfrm>
          <a:solidFill>
            <a:schemeClr val="accent4"/>
          </a:solidFill>
        </p:spPr>
        <p:txBody>
          <a:bodyPr lIns="251999" tIns="251999" rIns="324000" bIns="251999"/>
          <a:lstStyle>
            <a:lvl1pPr>
              <a:defRPr sz="1400">
                <a:solidFill>
                  <a:schemeClr val="tx1"/>
                </a:solidFill>
              </a:defRPr>
            </a:lvl1pPr>
            <a:lvl2pPr marL="0" indent="0">
              <a:buFontTx/>
              <a:buNone/>
              <a:defRPr sz="1000">
                <a:solidFill>
                  <a:schemeClr val="tx1"/>
                </a:solidFill>
              </a:defRPr>
            </a:lvl2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8C0D1E27-7E26-5B42-A54D-CD9480D6C23E}"/>
              </a:ext>
            </a:extLst>
          </p:cNvPr>
          <p:cNvSpPr>
            <a:spLocks noGrp="1"/>
          </p:cNvSpPr>
          <p:nvPr>
            <p:ph idx="21"/>
          </p:nvPr>
        </p:nvSpPr>
        <p:spPr>
          <a:xfrm>
            <a:off x="576263"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232950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1D8550AB-E4AB-9B4E-AEEE-0F3CB58838E4}"/>
              </a:ext>
            </a:extLst>
          </p:cNvPr>
          <p:cNvSpPr>
            <a:spLocks noGrp="1"/>
          </p:cNvSpPr>
          <p:nvPr>
            <p:ph idx="19"/>
          </p:nvPr>
        </p:nvSpPr>
        <p:spPr>
          <a:xfrm>
            <a:off x="3285499" y="2411112"/>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2" name="Title 1"/>
          <p:cNvSpPr>
            <a:spLocks noGrp="1"/>
          </p:cNvSpPr>
          <p:nvPr>
            <p:ph type="title"/>
          </p:nvPr>
        </p:nvSpPr>
        <p:spPr>
          <a:xfrm>
            <a:off x="576263" y="1477927"/>
            <a:ext cx="5305554" cy="721576"/>
          </a:xfrm>
        </p:spPr>
        <p:txBody>
          <a:bodyPr>
            <a:normAutofit/>
          </a:bodyPr>
          <a:lstStyle>
            <a:lvl1pPr>
              <a:defRPr sz="2400"/>
            </a:lvl1pPr>
          </a:lstStyle>
          <a:p>
            <a:r>
              <a:rPr lang="en-GB"/>
              <a:t>Click to edit Master title style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9" name="Content Placeholder 2">
            <a:extLst>
              <a:ext uri="{FF2B5EF4-FFF2-40B4-BE49-F238E27FC236}">
                <a16:creationId xmlns:a16="http://schemas.microsoft.com/office/drawing/2014/main" id="{458FB365-7435-FA41-AB38-AB3DFB97A6B4}"/>
              </a:ext>
            </a:extLst>
          </p:cNvPr>
          <p:cNvSpPr>
            <a:spLocks noGrp="1"/>
          </p:cNvSpPr>
          <p:nvPr>
            <p:ph idx="13"/>
          </p:nvPr>
        </p:nvSpPr>
        <p:spPr>
          <a:xfrm>
            <a:off x="579883" y="2411111"/>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21" name="Picture Placeholder 2">
            <a:extLst>
              <a:ext uri="{FF2B5EF4-FFF2-40B4-BE49-F238E27FC236}">
                <a16:creationId xmlns:a16="http://schemas.microsoft.com/office/drawing/2014/main" id="{E1510CF4-7171-494B-B929-7B96C51B5570}"/>
              </a:ext>
            </a:extLst>
          </p:cNvPr>
          <p:cNvSpPr>
            <a:spLocks noGrp="1" noChangeAspect="1"/>
          </p:cNvSpPr>
          <p:nvPr>
            <p:ph type="pic" idx="14"/>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8" name="Content Placeholder 2">
            <a:extLst>
              <a:ext uri="{FF2B5EF4-FFF2-40B4-BE49-F238E27FC236}">
                <a16:creationId xmlns:a16="http://schemas.microsoft.com/office/drawing/2014/main" id="{BD82751E-587B-4D47-9119-863E13D1B344}"/>
              </a:ext>
            </a:extLst>
          </p:cNvPr>
          <p:cNvSpPr>
            <a:spLocks noGrp="1"/>
          </p:cNvSpPr>
          <p:nvPr>
            <p:ph idx="21"/>
          </p:nvPr>
        </p:nvSpPr>
        <p:spPr>
          <a:xfrm>
            <a:off x="576263"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160488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F1B5607A-C247-A443-93C4-C05CD1FADDEB}"/>
              </a:ext>
            </a:extLst>
          </p:cNvPr>
          <p:cNvSpPr>
            <a:spLocks noGrp="1" noChangeAspect="1"/>
          </p:cNvSpPr>
          <p:nvPr>
            <p:ph type="pic" idx="14"/>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0" name="Content Placeholder 2">
            <a:extLst>
              <a:ext uri="{FF2B5EF4-FFF2-40B4-BE49-F238E27FC236}">
                <a16:creationId xmlns:a16="http://schemas.microsoft.com/office/drawing/2014/main" id="{1758BAC1-45F9-C645-B95B-238041BD5D10}"/>
              </a:ext>
            </a:extLst>
          </p:cNvPr>
          <p:cNvSpPr>
            <a:spLocks noGrp="1"/>
          </p:cNvSpPr>
          <p:nvPr>
            <p:ph idx="19"/>
          </p:nvPr>
        </p:nvSpPr>
        <p:spPr>
          <a:xfrm>
            <a:off x="3285499" y="2411112"/>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11" name="Title 1">
            <a:extLst>
              <a:ext uri="{FF2B5EF4-FFF2-40B4-BE49-F238E27FC236}">
                <a16:creationId xmlns:a16="http://schemas.microsoft.com/office/drawing/2014/main" id="{DAB371E2-5241-234F-B485-6F1DE7F2A086}"/>
              </a:ext>
            </a:extLst>
          </p:cNvPr>
          <p:cNvSpPr>
            <a:spLocks noGrp="1"/>
          </p:cNvSpPr>
          <p:nvPr>
            <p:ph type="title"/>
          </p:nvPr>
        </p:nvSpPr>
        <p:spPr>
          <a:xfrm>
            <a:off x="576263" y="1477927"/>
            <a:ext cx="5305554" cy="721576"/>
          </a:xfrm>
        </p:spPr>
        <p:txBody>
          <a:bodyPr>
            <a:noAutofit/>
          </a:bodyPr>
          <a:lstStyle>
            <a:lvl1pPr>
              <a:defRPr sz="2400"/>
            </a:lvl1pPr>
          </a:lstStyle>
          <a:p>
            <a:r>
              <a:rPr lang="en-GB"/>
              <a:t>Click to edit Master title style</a:t>
            </a:r>
            <a:endParaRPr lang="en-US"/>
          </a:p>
        </p:txBody>
      </p:sp>
      <p:sp>
        <p:nvSpPr>
          <p:cNvPr id="12" name="Content Placeholder 2">
            <a:extLst>
              <a:ext uri="{FF2B5EF4-FFF2-40B4-BE49-F238E27FC236}">
                <a16:creationId xmlns:a16="http://schemas.microsoft.com/office/drawing/2014/main" id="{1F6BBDF3-33E6-0C4A-8522-6825C94F87AA}"/>
              </a:ext>
            </a:extLst>
          </p:cNvPr>
          <p:cNvSpPr>
            <a:spLocks noGrp="1"/>
          </p:cNvSpPr>
          <p:nvPr>
            <p:ph idx="13"/>
          </p:nvPr>
        </p:nvSpPr>
        <p:spPr>
          <a:xfrm>
            <a:off x="579883" y="2411111"/>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9245168A-98A9-1C45-913F-379C1E0A9D96}"/>
              </a:ext>
            </a:extLst>
          </p:cNvPr>
          <p:cNvSpPr>
            <a:spLocks noGrp="1"/>
          </p:cNvSpPr>
          <p:nvPr>
            <p:ph idx="20"/>
          </p:nvPr>
        </p:nvSpPr>
        <p:spPr>
          <a:xfrm>
            <a:off x="5994736" y="2411112"/>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30D70458-3353-2C4F-B75C-546B71F1F974}"/>
              </a:ext>
            </a:extLst>
          </p:cNvPr>
          <p:cNvSpPr>
            <a:spLocks noGrp="1"/>
          </p:cNvSpPr>
          <p:nvPr>
            <p:ph idx="21"/>
          </p:nvPr>
        </p:nvSpPr>
        <p:spPr>
          <a:xfrm>
            <a:off x="576263"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3454031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DFB68184-CA1A-5240-886F-1684FEC22093}"/>
              </a:ext>
            </a:extLst>
          </p:cNvPr>
          <p:cNvSpPr>
            <a:spLocks noGrp="1" noChangeAspect="1"/>
          </p:cNvSpPr>
          <p:nvPr>
            <p:ph type="pic" idx="14"/>
          </p:nvPr>
        </p:nvSpPr>
        <p:spPr>
          <a:xfrm>
            <a:off x="0" y="-2"/>
            <a:ext cx="9144000" cy="458787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3644D4AD-7034-5E45-AAAE-D685B84B781D}" type="slidenum">
              <a:rPr lang="fi-FI" smtClean="0"/>
              <a:t>‹#›</a:t>
            </a:fld>
            <a:endParaRPr lang="fi-FI"/>
          </a:p>
        </p:txBody>
      </p:sp>
      <p:sp>
        <p:nvSpPr>
          <p:cNvPr id="7" name="Title 1">
            <a:extLst>
              <a:ext uri="{FF2B5EF4-FFF2-40B4-BE49-F238E27FC236}">
                <a16:creationId xmlns:a16="http://schemas.microsoft.com/office/drawing/2014/main" id="{5B3FE014-B497-674D-BC13-0AAB9BCC1F01}"/>
              </a:ext>
            </a:extLst>
          </p:cNvPr>
          <p:cNvSpPr>
            <a:spLocks noGrp="1"/>
          </p:cNvSpPr>
          <p:nvPr>
            <p:ph type="title"/>
          </p:nvPr>
        </p:nvSpPr>
        <p:spPr>
          <a:xfrm>
            <a:off x="576263" y="1477927"/>
            <a:ext cx="5305554" cy="721576"/>
          </a:xfrm>
        </p:spPr>
        <p:txBody>
          <a:bodyPr>
            <a:normAutofit/>
          </a:bodyPr>
          <a:lstStyle>
            <a:lvl1pPr>
              <a:defRPr sz="2400"/>
            </a:lvl1pPr>
          </a:lstStyle>
          <a:p>
            <a:r>
              <a:rPr lang="en-GB"/>
              <a:t>Click to edit Master title style</a:t>
            </a:r>
            <a:endParaRPr lang="en-US"/>
          </a:p>
        </p:txBody>
      </p:sp>
      <p:sp>
        <p:nvSpPr>
          <p:cNvPr id="9" name="Content Placeholder 2">
            <a:extLst>
              <a:ext uri="{FF2B5EF4-FFF2-40B4-BE49-F238E27FC236}">
                <a16:creationId xmlns:a16="http://schemas.microsoft.com/office/drawing/2014/main" id="{412096DA-771D-1A4A-995A-83CF12CE93F1}"/>
              </a:ext>
            </a:extLst>
          </p:cNvPr>
          <p:cNvSpPr>
            <a:spLocks noGrp="1"/>
          </p:cNvSpPr>
          <p:nvPr>
            <p:ph idx="19"/>
          </p:nvPr>
        </p:nvSpPr>
        <p:spPr>
          <a:xfrm>
            <a:off x="3285499" y="2411112"/>
            <a:ext cx="2573002" cy="2152049"/>
          </a:xfrm>
        </p:spPr>
        <p:txBody>
          <a:bodyPr/>
          <a:lstStyle>
            <a:lvl1pPr>
              <a:defRPr lang="en-GB" sz="1100" b="0" kern="1200" dirty="0" smtClean="0">
                <a:solidFill>
                  <a:schemeClr val="tx1"/>
                </a:solidFill>
                <a:latin typeface="Arial" panose="020B0604020202020204" pitchFamily="34" charset="0"/>
                <a:ea typeface="+mn-ea"/>
                <a:cs typeface="Arial" panose="020B0604020202020204" pitchFamily="34" charset="0"/>
              </a:defRPr>
            </a:lvl1pPr>
            <a:lvl2pPr>
              <a:defRPr lang="en-GB" sz="1600" kern="1200" dirty="0">
                <a:solidFill>
                  <a:schemeClr val="tx1"/>
                </a:solidFill>
                <a:latin typeface="Arial" panose="020B0604020202020204" pitchFamily="34" charset="0"/>
                <a:ea typeface="+mn-ea"/>
                <a:cs typeface="Arial" panose="020B0604020202020204" pitchFamily="34" charset="0"/>
              </a:defRPr>
            </a:lvl2pPr>
          </a:lstStyle>
          <a:p>
            <a:pPr marL="0" lvl="0" indent="0" algn="l" defTabSz="685800" rtl="0" eaLnBrk="1" latinLnBrk="0" hangingPunct="1">
              <a:lnSpc>
                <a:spcPct val="110000"/>
              </a:lnSpc>
              <a:spcBef>
                <a:spcPts val="750"/>
              </a:spcBef>
              <a:buFontTx/>
              <a:buNone/>
            </a:pPr>
            <a:r>
              <a:rPr lang="en-GB"/>
              <a:t>Click to edit Master text styles</a:t>
            </a:r>
          </a:p>
          <a:p>
            <a:pPr marL="0" lvl="1" indent="0" algn="l" defTabSz="685800" rtl="0" eaLnBrk="1" latinLnBrk="0" hangingPunct="1">
              <a:lnSpc>
                <a:spcPct val="110000"/>
              </a:lnSpc>
              <a:spcBef>
                <a:spcPts val="1600"/>
              </a:spcBef>
              <a:buFontTx/>
              <a:buNone/>
            </a:pPr>
            <a:r>
              <a:rPr lang="en-GB"/>
              <a:t>Second level</a:t>
            </a:r>
          </a:p>
        </p:txBody>
      </p:sp>
      <p:sp>
        <p:nvSpPr>
          <p:cNvPr id="10" name="Content Placeholder 2">
            <a:extLst>
              <a:ext uri="{FF2B5EF4-FFF2-40B4-BE49-F238E27FC236}">
                <a16:creationId xmlns:a16="http://schemas.microsoft.com/office/drawing/2014/main" id="{A3471415-D784-444A-AB93-AC6C2FBAC145}"/>
              </a:ext>
            </a:extLst>
          </p:cNvPr>
          <p:cNvSpPr>
            <a:spLocks noGrp="1"/>
          </p:cNvSpPr>
          <p:nvPr>
            <p:ph idx="13"/>
          </p:nvPr>
        </p:nvSpPr>
        <p:spPr>
          <a:xfrm>
            <a:off x="579883" y="2411111"/>
            <a:ext cx="2573002" cy="2152049"/>
          </a:xfrm>
        </p:spPr>
        <p:txBody>
          <a:bodyPr/>
          <a:lstStyle>
            <a:lvl1pPr>
              <a:defRPr sz="1100" b="0"/>
            </a:lvl1pPr>
            <a:lvl2pPr marL="0" marR="0" indent="0" algn="l" defTabSz="685800" rtl="0" eaLnBrk="1" fontAlgn="auto" latinLnBrk="0" hangingPunct="1">
              <a:lnSpc>
                <a:spcPct val="110000"/>
              </a:lnSpc>
              <a:spcBef>
                <a:spcPts val="1600"/>
              </a:spcBef>
              <a:spcAft>
                <a:spcPts val="0"/>
              </a:spcAft>
              <a:buClrTx/>
              <a:buSzTx/>
              <a:buFontTx/>
              <a:buNone/>
              <a:tabLst/>
              <a:defRPr sz="1600"/>
            </a:lvl2pPr>
          </a:lstStyle>
          <a:p>
            <a:pPr lvl="0"/>
            <a:r>
              <a:rPr lang="en-GB"/>
              <a:t>Click to edit Master text styles</a:t>
            </a:r>
          </a:p>
          <a:p>
            <a:pPr lvl="1"/>
            <a:r>
              <a:rPr lang="en-GB"/>
              <a:t>Second level</a:t>
            </a:r>
          </a:p>
        </p:txBody>
      </p:sp>
      <p:sp>
        <p:nvSpPr>
          <p:cNvPr id="11" name="Content Placeholder 2">
            <a:extLst>
              <a:ext uri="{FF2B5EF4-FFF2-40B4-BE49-F238E27FC236}">
                <a16:creationId xmlns:a16="http://schemas.microsoft.com/office/drawing/2014/main" id="{0BAB9CBF-6E24-3848-8F75-E4DE79FE99A2}"/>
              </a:ext>
            </a:extLst>
          </p:cNvPr>
          <p:cNvSpPr>
            <a:spLocks noGrp="1"/>
          </p:cNvSpPr>
          <p:nvPr>
            <p:ph idx="20"/>
          </p:nvPr>
        </p:nvSpPr>
        <p:spPr>
          <a:xfrm>
            <a:off x="5994736" y="2411112"/>
            <a:ext cx="2573002" cy="2152049"/>
          </a:xfrm>
        </p:spPr>
        <p:txBody>
          <a:bodyPr/>
          <a:lstStyle>
            <a:lvl1pPr>
              <a:defRPr sz="1100"/>
            </a:lvl1pPr>
            <a:lvl2pPr marL="0" indent="0" algn="l" defTabSz="685800" rtl="0" eaLnBrk="1" latinLnBrk="0" hangingPunct="1">
              <a:lnSpc>
                <a:spcPct val="110000"/>
              </a:lnSpc>
              <a:spcBef>
                <a:spcPts val="1600"/>
              </a:spcBef>
              <a:buFontTx/>
              <a:buNone/>
              <a:defRPr lang="en-GB" sz="1600" kern="1200" dirty="0">
                <a:solidFill>
                  <a:schemeClr val="tx1"/>
                </a:solidFill>
                <a:latin typeface="Arial" panose="020B0604020202020204" pitchFamily="34" charset="0"/>
                <a:ea typeface="+mn-ea"/>
                <a:cs typeface="Arial" panose="020B0604020202020204" pitchFamily="34" charset="0"/>
              </a:defRPr>
            </a:lvl2pPr>
          </a:lstStyle>
          <a:p>
            <a:pPr lvl="0"/>
            <a:r>
              <a:rPr lang="en-GB"/>
              <a:t>Click to edit Master text styles</a:t>
            </a:r>
          </a:p>
          <a:p>
            <a:pPr marL="0" lvl="1" indent="0" algn="l" defTabSz="685800" rtl="0" eaLnBrk="1" latinLnBrk="0" hangingPunct="1">
              <a:lnSpc>
                <a:spcPct val="110000"/>
              </a:lnSpc>
              <a:spcBef>
                <a:spcPts val="1600"/>
              </a:spcBef>
              <a:buFontTx/>
              <a:buNone/>
            </a:pPr>
            <a:r>
              <a:rPr lang="en-GB"/>
              <a:t>Second level</a:t>
            </a:r>
          </a:p>
        </p:txBody>
      </p:sp>
      <p:cxnSp>
        <p:nvCxnSpPr>
          <p:cNvPr id="6" name="Straight Connector 5">
            <a:extLst>
              <a:ext uri="{FF2B5EF4-FFF2-40B4-BE49-F238E27FC236}">
                <a16:creationId xmlns:a16="http://schemas.microsoft.com/office/drawing/2014/main" id="{CD9FCCC3-DAFE-694B-A98C-51FCF4E844EF}"/>
              </a:ext>
            </a:extLst>
          </p:cNvPr>
          <p:cNvCxnSpPr/>
          <p:nvPr userDrawn="1"/>
        </p:nvCxnSpPr>
        <p:spPr>
          <a:xfrm>
            <a:off x="3222702" y="2408663"/>
            <a:ext cx="0" cy="197376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BD5EF6-BD9C-754F-953A-52B1C5A9A0D0}"/>
              </a:ext>
            </a:extLst>
          </p:cNvPr>
          <p:cNvCxnSpPr/>
          <p:nvPr userDrawn="1"/>
        </p:nvCxnSpPr>
        <p:spPr>
          <a:xfrm>
            <a:off x="5928732" y="2408663"/>
            <a:ext cx="0" cy="197376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CF996C0C-6460-7D43-81AF-AE96B6CEDEEA}"/>
              </a:ext>
            </a:extLst>
          </p:cNvPr>
          <p:cNvSpPr>
            <a:spLocks noGrp="1"/>
          </p:cNvSpPr>
          <p:nvPr>
            <p:ph idx="21"/>
          </p:nvPr>
        </p:nvSpPr>
        <p:spPr>
          <a:xfrm>
            <a:off x="576263"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1363843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F1B5607A-C247-A443-93C4-C05CD1FADDEB}"/>
              </a:ext>
            </a:extLst>
          </p:cNvPr>
          <p:cNvSpPr>
            <a:spLocks noGrp="1" noChangeAspect="1"/>
          </p:cNvSpPr>
          <p:nvPr>
            <p:ph type="pic" idx="14"/>
          </p:nvPr>
        </p:nvSpPr>
        <p:spPr>
          <a:xfrm>
            <a:off x="0" y="0"/>
            <a:ext cx="9144000" cy="3397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1" name="Title 1">
            <a:extLst>
              <a:ext uri="{FF2B5EF4-FFF2-40B4-BE49-F238E27FC236}">
                <a16:creationId xmlns:a16="http://schemas.microsoft.com/office/drawing/2014/main" id="{DAB371E2-5241-234F-B485-6F1DE7F2A086}"/>
              </a:ext>
            </a:extLst>
          </p:cNvPr>
          <p:cNvSpPr>
            <a:spLocks noGrp="1"/>
          </p:cNvSpPr>
          <p:nvPr>
            <p:ph type="title"/>
          </p:nvPr>
        </p:nvSpPr>
        <p:spPr>
          <a:xfrm>
            <a:off x="576263" y="1477927"/>
            <a:ext cx="3241357" cy="721576"/>
          </a:xfrm>
        </p:spPr>
        <p:txBody>
          <a:bodyPr>
            <a:noAutofit/>
          </a:bodyPr>
          <a:lstStyle>
            <a:lvl1pPr>
              <a:defRPr sz="2400"/>
            </a:lvl1pPr>
          </a:lstStyle>
          <a:p>
            <a:r>
              <a:rPr lang="en-GB"/>
              <a:t>Click to edit Master title style</a:t>
            </a:r>
            <a:endParaRPr lang="en-US"/>
          </a:p>
        </p:txBody>
      </p:sp>
      <p:sp>
        <p:nvSpPr>
          <p:cNvPr id="12" name="Content Placeholder 2">
            <a:extLst>
              <a:ext uri="{FF2B5EF4-FFF2-40B4-BE49-F238E27FC236}">
                <a16:creationId xmlns:a16="http://schemas.microsoft.com/office/drawing/2014/main" id="{1F6BBDF3-33E6-0C4A-8522-6825C94F87AA}"/>
              </a:ext>
            </a:extLst>
          </p:cNvPr>
          <p:cNvSpPr>
            <a:spLocks noGrp="1"/>
          </p:cNvSpPr>
          <p:nvPr>
            <p:ph idx="13"/>
          </p:nvPr>
        </p:nvSpPr>
        <p:spPr>
          <a:xfrm>
            <a:off x="579883" y="2411111"/>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13" name="Content Placeholder 2">
            <a:extLst>
              <a:ext uri="{FF2B5EF4-FFF2-40B4-BE49-F238E27FC236}">
                <a16:creationId xmlns:a16="http://schemas.microsoft.com/office/drawing/2014/main" id="{9245168A-98A9-1C45-913F-379C1E0A9D96}"/>
              </a:ext>
            </a:extLst>
          </p:cNvPr>
          <p:cNvSpPr>
            <a:spLocks noGrp="1"/>
          </p:cNvSpPr>
          <p:nvPr>
            <p:ph idx="20"/>
          </p:nvPr>
        </p:nvSpPr>
        <p:spPr>
          <a:xfrm>
            <a:off x="4572000" y="766354"/>
            <a:ext cx="3995738" cy="3796808"/>
          </a:xfrm>
        </p:spPr>
        <p:txBody>
          <a:bodyPr/>
          <a:lstStyle>
            <a:lvl1pPr>
              <a:defRPr sz="1100"/>
            </a:lvl1pPr>
            <a:lvl2pPr>
              <a:defRPr sz="900"/>
            </a:lvl2pPr>
          </a:lstStyle>
          <a:p>
            <a:pPr lvl="0"/>
            <a:r>
              <a:rPr lang="en-GB"/>
              <a:t>Click to edit Master text styles</a:t>
            </a:r>
          </a:p>
          <a:p>
            <a:pPr lvl="1"/>
            <a:r>
              <a:rPr lang="en-GB"/>
              <a:t>Second level</a:t>
            </a:r>
          </a:p>
        </p:txBody>
      </p:sp>
      <p:sp>
        <p:nvSpPr>
          <p:cNvPr id="8" name="Content Placeholder 2">
            <a:extLst>
              <a:ext uri="{FF2B5EF4-FFF2-40B4-BE49-F238E27FC236}">
                <a16:creationId xmlns:a16="http://schemas.microsoft.com/office/drawing/2014/main" id="{D8232327-E814-064D-89E4-8F1B46B44CB5}"/>
              </a:ext>
            </a:extLst>
          </p:cNvPr>
          <p:cNvSpPr>
            <a:spLocks noGrp="1"/>
          </p:cNvSpPr>
          <p:nvPr>
            <p:ph idx="21"/>
          </p:nvPr>
        </p:nvSpPr>
        <p:spPr>
          <a:xfrm>
            <a:off x="576263"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3267621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0" name="Content Placeholder 2">
            <a:extLst>
              <a:ext uri="{FF2B5EF4-FFF2-40B4-BE49-F238E27FC236}">
                <a16:creationId xmlns:a16="http://schemas.microsoft.com/office/drawing/2014/main" id="{1758BAC1-45F9-C645-B95B-238041BD5D10}"/>
              </a:ext>
            </a:extLst>
          </p:cNvPr>
          <p:cNvSpPr>
            <a:spLocks noGrp="1"/>
          </p:cNvSpPr>
          <p:nvPr>
            <p:ph idx="19"/>
          </p:nvPr>
        </p:nvSpPr>
        <p:spPr>
          <a:xfrm>
            <a:off x="3285499" y="2411112"/>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11" name="Title 1">
            <a:extLst>
              <a:ext uri="{FF2B5EF4-FFF2-40B4-BE49-F238E27FC236}">
                <a16:creationId xmlns:a16="http://schemas.microsoft.com/office/drawing/2014/main" id="{DAB371E2-5241-234F-B485-6F1DE7F2A086}"/>
              </a:ext>
            </a:extLst>
          </p:cNvPr>
          <p:cNvSpPr>
            <a:spLocks noGrp="1"/>
          </p:cNvSpPr>
          <p:nvPr>
            <p:ph type="title"/>
          </p:nvPr>
        </p:nvSpPr>
        <p:spPr>
          <a:xfrm>
            <a:off x="3262184" y="1477927"/>
            <a:ext cx="5305554" cy="721576"/>
          </a:xfrm>
        </p:spPr>
        <p:txBody>
          <a:bodyPr>
            <a:normAutofit/>
          </a:bodyPr>
          <a:lstStyle>
            <a:lvl1pPr>
              <a:defRPr sz="2400"/>
            </a:lvl1pPr>
          </a:lstStyle>
          <a:p>
            <a:r>
              <a:rPr lang="en-GB"/>
              <a:t>Click to edit Master title style</a:t>
            </a:r>
            <a:endParaRPr lang="en-US"/>
          </a:p>
        </p:txBody>
      </p:sp>
      <p:sp>
        <p:nvSpPr>
          <p:cNvPr id="13" name="Content Placeholder 2">
            <a:extLst>
              <a:ext uri="{FF2B5EF4-FFF2-40B4-BE49-F238E27FC236}">
                <a16:creationId xmlns:a16="http://schemas.microsoft.com/office/drawing/2014/main" id="{9245168A-98A9-1C45-913F-379C1E0A9D96}"/>
              </a:ext>
            </a:extLst>
          </p:cNvPr>
          <p:cNvSpPr>
            <a:spLocks noGrp="1"/>
          </p:cNvSpPr>
          <p:nvPr>
            <p:ph idx="20"/>
          </p:nvPr>
        </p:nvSpPr>
        <p:spPr>
          <a:xfrm>
            <a:off x="5994736" y="2411112"/>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8" name="Picture Placeholder 2">
            <a:extLst>
              <a:ext uri="{FF2B5EF4-FFF2-40B4-BE49-F238E27FC236}">
                <a16:creationId xmlns:a16="http://schemas.microsoft.com/office/drawing/2014/main" id="{53B2850C-1B41-7F46-8451-3536B46ACF39}"/>
              </a:ext>
            </a:extLst>
          </p:cNvPr>
          <p:cNvSpPr>
            <a:spLocks noGrp="1" noChangeAspect="1"/>
          </p:cNvSpPr>
          <p:nvPr>
            <p:ph type="pic" idx="14"/>
          </p:nvPr>
        </p:nvSpPr>
        <p:spPr>
          <a:xfrm>
            <a:off x="0" y="0"/>
            <a:ext cx="2657139" cy="51435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9" name="Content Placeholder 2">
            <a:extLst>
              <a:ext uri="{FF2B5EF4-FFF2-40B4-BE49-F238E27FC236}">
                <a16:creationId xmlns:a16="http://schemas.microsoft.com/office/drawing/2014/main" id="{39534DCA-C6A0-6348-A594-EDBBE69915F6}"/>
              </a:ext>
            </a:extLst>
          </p:cNvPr>
          <p:cNvSpPr>
            <a:spLocks noGrp="1"/>
          </p:cNvSpPr>
          <p:nvPr>
            <p:ph idx="21"/>
          </p:nvPr>
        </p:nvSpPr>
        <p:spPr>
          <a:xfrm>
            <a:off x="3262184"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1309787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1" name="Title 1">
            <a:extLst>
              <a:ext uri="{FF2B5EF4-FFF2-40B4-BE49-F238E27FC236}">
                <a16:creationId xmlns:a16="http://schemas.microsoft.com/office/drawing/2014/main" id="{DAB371E2-5241-234F-B485-6F1DE7F2A086}"/>
              </a:ext>
            </a:extLst>
          </p:cNvPr>
          <p:cNvSpPr>
            <a:spLocks noGrp="1"/>
          </p:cNvSpPr>
          <p:nvPr>
            <p:ph type="title"/>
          </p:nvPr>
        </p:nvSpPr>
        <p:spPr>
          <a:xfrm>
            <a:off x="3262184" y="1477927"/>
            <a:ext cx="5305554" cy="721576"/>
          </a:xfrm>
        </p:spPr>
        <p:txBody>
          <a:bodyPr>
            <a:normAutofit/>
          </a:bodyPr>
          <a:lstStyle>
            <a:lvl1pPr>
              <a:defRPr sz="2400"/>
            </a:lvl1pPr>
          </a:lstStyle>
          <a:p>
            <a:r>
              <a:rPr lang="en-GB"/>
              <a:t>Click to edit Master title style</a:t>
            </a:r>
            <a:endParaRPr lang="en-US"/>
          </a:p>
        </p:txBody>
      </p:sp>
      <p:sp>
        <p:nvSpPr>
          <p:cNvPr id="8" name="Picture Placeholder 2">
            <a:extLst>
              <a:ext uri="{FF2B5EF4-FFF2-40B4-BE49-F238E27FC236}">
                <a16:creationId xmlns:a16="http://schemas.microsoft.com/office/drawing/2014/main" id="{53B2850C-1B41-7F46-8451-3536B46ACF39}"/>
              </a:ext>
            </a:extLst>
          </p:cNvPr>
          <p:cNvSpPr>
            <a:spLocks noGrp="1" noChangeAspect="1"/>
          </p:cNvSpPr>
          <p:nvPr>
            <p:ph type="pic" idx="14"/>
          </p:nvPr>
        </p:nvSpPr>
        <p:spPr>
          <a:xfrm>
            <a:off x="0" y="0"/>
            <a:ext cx="2657139" cy="51435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9" name="Content Placeholder 2">
            <a:extLst>
              <a:ext uri="{FF2B5EF4-FFF2-40B4-BE49-F238E27FC236}">
                <a16:creationId xmlns:a16="http://schemas.microsoft.com/office/drawing/2014/main" id="{72731580-A484-4F47-8DFD-6884124EC7EE}"/>
              </a:ext>
            </a:extLst>
          </p:cNvPr>
          <p:cNvSpPr>
            <a:spLocks noGrp="1"/>
          </p:cNvSpPr>
          <p:nvPr>
            <p:ph idx="19"/>
          </p:nvPr>
        </p:nvSpPr>
        <p:spPr>
          <a:xfrm>
            <a:off x="3285499" y="2411112"/>
            <a:ext cx="2573002"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7" name="Content Placeholder 2">
            <a:extLst>
              <a:ext uri="{FF2B5EF4-FFF2-40B4-BE49-F238E27FC236}">
                <a16:creationId xmlns:a16="http://schemas.microsoft.com/office/drawing/2014/main" id="{5E75A889-77EC-6945-9849-C5F422ED2B26}"/>
              </a:ext>
            </a:extLst>
          </p:cNvPr>
          <p:cNvSpPr>
            <a:spLocks noGrp="1"/>
          </p:cNvSpPr>
          <p:nvPr>
            <p:ph idx="21"/>
          </p:nvPr>
        </p:nvSpPr>
        <p:spPr>
          <a:xfrm>
            <a:off x="3262184"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4293741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1" name="Title 1">
            <a:extLst>
              <a:ext uri="{FF2B5EF4-FFF2-40B4-BE49-F238E27FC236}">
                <a16:creationId xmlns:a16="http://schemas.microsoft.com/office/drawing/2014/main" id="{DAB371E2-5241-234F-B485-6F1DE7F2A086}"/>
              </a:ext>
            </a:extLst>
          </p:cNvPr>
          <p:cNvSpPr>
            <a:spLocks noGrp="1"/>
          </p:cNvSpPr>
          <p:nvPr>
            <p:ph type="title"/>
          </p:nvPr>
        </p:nvSpPr>
        <p:spPr>
          <a:xfrm>
            <a:off x="3262184" y="1477927"/>
            <a:ext cx="5305554" cy="721576"/>
          </a:xfrm>
        </p:spPr>
        <p:txBody>
          <a:bodyPr>
            <a:normAutofit/>
          </a:bodyPr>
          <a:lstStyle>
            <a:lvl1pPr>
              <a:defRPr sz="2400"/>
            </a:lvl1pPr>
          </a:lstStyle>
          <a:p>
            <a:r>
              <a:rPr lang="en-GB"/>
              <a:t>Click to edit Master title style</a:t>
            </a:r>
            <a:endParaRPr lang="en-US"/>
          </a:p>
        </p:txBody>
      </p:sp>
      <p:sp>
        <p:nvSpPr>
          <p:cNvPr id="8" name="Picture Placeholder 2">
            <a:extLst>
              <a:ext uri="{FF2B5EF4-FFF2-40B4-BE49-F238E27FC236}">
                <a16:creationId xmlns:a16="http://schemas.microsoft.com/office/drawing/2014/main" id="{53B2850C-1B41-7F46-8451-3536B46ACF39}"/>
              </a:ext>
            </a:extLst>
          </p:cNvPr>
          <p:cNvSpPr>
            <a:spLocks noGrp="1" noChangeAspect="1"/>
          </p:cNvSpPr>
          <p:nvPr>
            <p:ph type="pic" idx="14"/>
          </p:nvPr>
        </p:nvSpPr>
        <p:spPr>
          <a:xfrm>
            <a:off x="0" y="0"/>
            <a:ext cx="2657139" cy="51435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9" name="Content Placeholder 2">
            <a:extLst>
              <a:ext uri="{FF2B5EF4-FFF2-40B4-BE49-F238E27FC236}">
                <a16:creationId xmlns:a16="http://schemas.microsoft.com/office/drawing/2014/main" id="{72731580-A484-4F47-8DFD-6884124EC7EE}"/>
              </a:ext>
            </a:extLst>
          </p:cNvPr>
          <p:cNvSpPr>
            <a:spLocks noGrp="1"/>
          </p:cNvSpPr>
          <p:nvPr>
            <p:ph idx="19"/>
          </p:nvPr>
        </p:nvSpPr>
        <p:spPr>
          <a:xfrm>
            <a:off x="3285498" y="2411112"/>
            <a:ext cx="5282239" cy="2152049"/>
          </a:xfrm>
        </p:spPr>
        <p:txBody>
          <a:bodyPr/>
          <a:lstStyle>
            <a:lvl1pPr marL="171450" indent="-171450">
              <a:buFont typeface="Arial" panose="020B0604020202020204" pitchFamily="34" charset="0"/>
              <a:buChar char="•"/>
              <a:defRPr sz="1100"/>
            </a:lvl1pPr>
            <a:lvl2pPr>
              <a:defRPr sz="900"/>
            </a:lvl2pPr>
          </a:lstStyle>
          <a:p>
            <a:pPr lvl="0"/>
            <a:r>
              <a:rPr lang="en-GB"/>
              <a:t>Click to edit Master text styles</a:t>
            </a:r>
          </a:p>
          <a:p>
            <a:pPr lvl="1"/>
            <a:r>
              <a:rPr lang="en-GB"/>
              <a:t>Second level</a:t>
            </a:r>
          </a:p>
        </p:txBody>
      </p:sp>
      <p:sp>
        <p:nvSpPr>
          <p:cNvPr id="7" name="Content Placeholder 2">
            <a:extLst>
              <a:ext uri="{FF2B5EF4-FFF2-40B4-BE49-F238E27FC236}">
                <a16:creationId xmlns:a16="http://schemas.microsoft.com/office/drawing/2014/main" id="{3489419F-0F09-8E43-A1C3-BF2A193A459D}"/>
              </a:ext>
            </a:extLst>
          </p:cNvPr>
          <p:cNvSpPr>
            <a:spLocks noGrp="1"/>
          </p:cNvSpPr>
          <p:nvPr>
            <p:ph idx="21"/>
          </p:nvPr>
        </p:nvSpPr>
        <p:spPr>
          <a:xfrm>
            <a:off x="3262184"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1113892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11" name="Title 1">
            <a:extLst>
              <a:ext uri="{FF2B5EF4-FFF2-40B4-BE49-F238E27FC236}">
                <a16:creationId xmlns:a16="http://schemas.microsoft.com/office/drawing/2014/main" id="{DAB371E2-5241-234F-B485-6F1DE7F2A086}"/>
              </a:ext>
            </a:extLst>
          </p:cNvPr>
          <p:cNvSpPr>
            <a:spLocks noGrp="1"/>
          </p:cNvSpPr>
          <p:nvPr>
            <p:ph type="title"/>
          </p:nvPr>
        </p:nvSpPr>
        <p:spPr>
          <a:xfrm>
            <a:off x="4647304" y="1477927"/>
            <a:ext cx="3920434" cy="721576"/>
          </a:xfrm>
        </p:spPr>
        <p:txBody>
          <a:bodyPr>
            <a:noAutofit/>
          </a:bodyPr>
          <a:lstStyle>
            <a:lvl1pPr>
              <a:defRPr sz="2400"/>
            </a:lvl1pPr>
          </a:lstStyle>
          <a:p>
            <a:r>
              <a:rPr lang="en-GB"/>
              <a:t>Click to edit Master title style</a:t>
            </a:r>
            <a:endParaRPr lang="en-US"/>
          </a:p>
        </p:txBody>
      </p:sp>
      <p:sp>
        <p:nvSpPr>
          <p:cNvPr id="8" name="Picture Placeholder 2">
            <a:extLst>
              <a:ext uri="{FF2B5EF4-FFF2-40B4-BE49-F238E27FC236}">
                <a16:creationId xmlns:a16="http://schemas.microsoft.com/office/drawing/2014/main" id="{53B2850C-1B41-7F46-8451-3536B46ACF39}"/>
              </a:ext>
            </a:extLst>
          </p:cNvPr>
          <p:cNvSpPr>
            <a:spLocks noGrp="1" noChangeAspect="1"/>
          </p:cNvSpPr>
          <p:nvPr>
            <p:ph type="pic" idx="14"/>
          </p:nvPr>
        </p:nvSpPr>
        <p:spPr>
          <a:xfrm>
            <a:off x="2" y="0"/>
            <a:ext cx="3991086" cy="51435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7" name="Content Placeholder 2">
            <a:extLst>
              <a:ext uri="{FF2B5EF4-FFF2-40B4-BE49-F238E27FC236}">
                <a16:creationId xmlns:a16="http://schemas.microsoft.com/office/drawing/2014/main" id="{F2F9F1A9-BCF3-7346-91EB-1F4C596F9533}"/>
              </a:ext>
            </a:extLst>
          </p:cNvPr>
          <p:cNvSpPr>
            <a:spLocks noGrp="1"/>
          </p:cNvSpPr>
          <p:nvPr>
            <p:ph idx="20"/>
          </p:nvPr>
        </p:nvSpPr>
        <p:spPr>
          <a:xfrm>
            <a:off x="4658060" y="2411112"/>
            <a:ext cx="3909677" cy="2152049"/>
          </a:xfrm>
        </p:spPr>
        <p:txBody>
          <a:bodyPr/>
          <a:lstStyle>
            <a:lvl1pPr>
              <a:defRPr sz="1100"/>
            </a:lvl1pPr>
            <a:lvl2pPr>
              <a:defRPr sz="900"/>
            </a:lvl2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A6AA4823-60B0-1340-BB65-B56025031E97}"/>
              </a:ext>
            </a:extLst>
          </p:cNvPr>
          <p:cNvSpPr>
            <a:spLocks noGrp="1"/>
          </p:cNvSpPr>
          <p:nvPr>
            <p:ph idx="21"/>
          </p:nvPr>
        </p:nvSpPr>
        <p:spPr>
          <a:xfrm>
            <a:off x="4651713" y="1102264"/>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4273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81879" y="1352886"/>
            <a:ext cx="5285860" cy="499920"/>
          </a:xfrm>
        </p:spPr>
        <p:txBody>
          <a:bodyPr>
            <a:noAutofit/>
          </a:bodyPr>
          <a:lstStyle>
            <a:lvl1pPr>
              <a:defRPr sz="2400"/>
            </a:lvl1pPr>
          </a:lstStyle>
          <a:p>
            <a:r>
              <a:rPr lang="en-GB"/>
              <a:t>Click to edit Master title style</a:t>
            </a:r>
            <a:endParaRPr lang="en-US"/>
          </a:p>
        </p:txBody>
      </p:sp>
      <p:sp>
        <p:nvSpPr>
          <p:cNvPr id="3" name="Content Placeholder 2"/>
          <p:cNvSpPr>
            <a:spLocks noGrp="1"/>
          </p:cNvSpPr>
          <p:nvPr>
            <p:ph idx="1"/>
          </p:nvPr>
        </p:nvSpPr>
        <p:spPr>
          <a:xfrm>
            <a:off x="3285499" y="2023730"/>
            <a:ext cx="2573002" cy="2006009"/>
          </a:xfrm>
        </p:spPr>
        <p:txBody>
          <a:bodyPr/>
          <a:lstStyle>
            <a:lvl1pPr>
              <a:defRPr sz="1100"/>
            </a:lvl1pPr>
            <a:lvl2pPr>
              <a:defRPr sz="900"/>
            </a:lvl2pPr>
          </a:lstStyle>
          <a:p>
            <a:pPr lvl="0"/>
            <a:r>
              <a:rPr lang="en-GB"/>
              <a:t>Click to edit Master text styles</a:t>
            </a:r>
          </a:p>
          <a:p>
            <a:pPr lvl="1"/>
            <a:r>
              <a:rPr lang="en-GB"/>
              <a:t>Second level</a:t>
            </a:r>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3644D4AD-7034-5E45-AAAE-D685B84B781D}" type="slidenum">
              <a:rPr lang="fi-FI" smtClean="0"/>
              <a:t>‹#›</a:t>
            </a:fld>
            <a:endParaRPr lang="fi-FI"/>
          </a:p>
        </p:txBody>
      </p:sp>
      <p:sp>
        <p:nvSpPr>
          <p:cNvPr id="7" name="Content Placeholder 2">
            <a:extLst>
              <a:ext uri="{FF2B5EF4-FFF2-40B4-BE49-F238E27FC236}">
                <a16:creationId xmlns:a16="http://schemas.microsoft.com/office/drawing/2014/main" id="{DA5B063F-C402-3649-9276-2CF1F7BA1BE2}"/>
              </a:ext>
            </a:extLst>
          </p:cNvPr>
          <p:cNvSpPr>
            <a:spLocks noGrp="1"/>
          </p:cNvSpPr>
          <p:nvPr>
            <p:ph idx="13"/>
          </p:nvPr>
        </p:nvSpPr>
        <p:spPr>
          <a:xfrm>
            <a:off x="5992925" y="2023730"/>
            <a:ext cx="2573002" cy="2006009"/>
          </a:xfrm>
        </p:spPr>
        <p:txBody>
          <a:bodyPr/>
          <a:lstStyle>
            <a:lvl1pPr>
              <a:defRPr sz="1100"/>
            </a:lvl1pPr>
            <a:lvl2pPr>
              <a:defRPr sz="900"/>
            </a:lvl2pPr>
          </a:lstStyle>
          <a:p>
            <a:pPr lvl="0"/>
            <a:r>
              <a:rPr lang="en-GB"/>
              <a:t>Click to edit Master text styles</a:t>
            </a:r>
          </a:p>
          <a:p>
            <a:pPr lvl="1"/>
            <a:r>
              <a:rPr lang="en-GB"/>
              <a:t>Second level</a:t>
            </a:r>
          </a:p>
        </p:txBody>
      </p:sp>
      <p:sp>
        <p:nvSpPr>
          <p:cNvPr id="11" name="Picture Placeholder 2">
            <a:extLst>
              <a:ext uri="{FF2B5EF4-FFF2-40B4-BE49-F238E27FC236}">
                <a16:creationId xmlns:a16="http://schemas.microsoft.com/office/drawing/2014/main" id="{87046C59-4033-F247-BE56-58DEF144254C}"/>
              </a:ext>
            </a:extLst>
          </p:cNvPr>
          <p:cNvSpPr>
            <a:spLocks noGrp="1" noChangeAspect="1"/>
          </p:cNvSpPr>
          <p:nvPr>
            <p:ph type="pic" idx="14"/>
          </p:nvPr>
        </p:nvSpPr>
        <p:spPr>
          <a:xfrm>
            <a:off x="0" y="0"/>
            <a:ext cx="2767914" cy="51435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a:p>
        </p:txBody>
      </p:sp>
      <p:sp>
        <p:nvSpPr>
          <p:cNvPr id="8" name="Content Placeholder 2">
            <a:extLst>
              <a:ext uri="{FF2B5EF4-FFF2-40B4-BE49-F238E27FC236}">
                <a16:creationId xmlns:a16="http://schemas.microsoft.com/office/drawing/2014/main" id="{D2437FA6-496D-9D4C-A661-211489DF3FCD}"/>
              </a:ext>
            </a:extLst>
          </p:cNvPr>
          <p:cNvSpPr>
            <a:spLocks noGrp="1"/>
          </p:cNvSpPr>
          <p:nvPr>
            <p:ph idx="21"/>
          </p:nvPr>
        </p:nvSpPr>
        <p:spPr>
          <a:xfrm>
            <a:off x="3285499" y="976758"/>
            <a:ext cx="2573002" cy="367946"/>
          </a:xfrm>
        </p:spPr>
        <p:txBody>
          <a:bodyPr/>
          <a:lstStyle>
            <a:lvl1pPr>
              <a:defRPr sz="900" b="1"/>
            </a:lvl1pPr>
            <a:lvl2pPr>
              <a:defRPr sz="900"/>
            </a:lvl2pPr>
          </a:lstStyle>
          <a:p>
            <a:pPr lvl="0"/>
            <a:r>
              <a:rPr lang="en-GB"/>
              <a:t>Click to edit Master text styles</a:t>
            </a:r>
          </a:p>
        </p:txBody>
      </p:sp>
    </p:spTree>
    <p:extLst>
      <p:ext uri="{BB962C8B-B14F-4D97-AF65-F5344CB8AC3E}">
        <p14:creationId xmlns:p14="http://schemas.microsoft.com/office/powerpoint/2010/main" val="275027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End Page">
    <p:bg>
      <p:bgPr>
        <a:solidFill>
          <a:srgbClr val="063954"/>
        </a:solidFill>
        <a:effectLst/>
      </p:bgPr>
    </p:bg>
    <p:spTree>
      <p:nvGrpSpPr>
        <p:cNvPr id="1" name=""/>
        <p:cNvGrpSpPr/>
        <p:nvPr/>
      </p:nvGrpSpPr>
      <p:grpSpPr>
        <a:xfrm>
          <a:off x="0" y="0"/>
          <a:ext cx="0" cy="0"/>
          <a:chOff x="0" y="0"/>
          <a:chExt cx="0" cy="0"/>
        </a:xfrm>
      </p:grpSpPr>
      <p:sp>
        <p:nvSpPr>
          <p:cNvPr id="5" name="Text Placeholder 4" title="End page logo"/>
          <p:cNvSpPr>
            <a:spLocks noGrp="1"/>
          </p:cNvSpPr>
          <p:nvPr>
            <p:ph type="body" sz="quarter" idx="10" hasCustomPrompt="1"/>
          </p:nvPr>
        </p:nvSpPr>
        <p:spPr>
          <a:xfrm>
            <a:off x="3252600" y="2247750"/>
            <a:ext cx="2638800" cy="648000"/>
          </a:xfrm>
          <a:blipFill>
            <a:blip r:embed="rId2" cstate="screen">
              <a:extLst>
                <a:ext uri="{28A0092B-C50C-407E-A947-70E740481C1C}">
                  <a14:useLocalDpi xmlns:a14="http://schemas.microsoft.com/office/drawing/2010/main"/>
                </a:ext>
              </a:extLst>
            </a:blip>
            <a:stretch>
              <a:fillRect/>
            </a:stretch>
          </a:blipFill>
        </p:spPr>
        <p:txBody>
          <a:bodyPr rIns="0"/>
          <a:lstStyle>
            <a:lvl1pPr>
              <a:defRPr/>
            </a:lvl1pPr>
          </a:lstStyle>
          <a:p>
            <a:pPr lvl="0"/>
            <a:r>
              <a:rPr lang="en-US" dirty="0"/>
              <a:t> </a:t>
            </a:r>
            <a:endParaRPr lang="en-GB" dirty="0"/>
          </a:p>
        </p:txBody>
      </p:sp>
      <p:sp>
        <p:nvSpPr>
          <p:cNvPr id="2" name="Rectangle 1">
            <a:extLst>
              <a:ext uri="{FF2B5EF4-FFF2-40B4-BE49-F238E27FC236}">
                <a16:creationId xmlns:a16="http://schemas.microsoft.com/office/drawing/2014/main" id="{D7E556F2-45D2-4BBE-B007-8CC94C3AD041}"/>
              </a:ext>
            </a:extLst>
          </p:cNvPr>
          <p:cNvSpPr/>
          <p:nvPr userDrawn="1"/>
        </p:nvSpPr>
        <p:spPr>
          <a:xfrm>
            <a:off x="7407797" y="4606724"/>
            <a:ext cx="1643606" cy="5367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4488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263" y="768096"/>
            <a:ext cx="7987856" cy="499920"/>
          </a:xfrm>
          <a:prstGeom prst="rect">
            <a:avLst/>
          </a:prstGeom>
        </p:spPr>
        <p:txBody>
          <a:bodyPr vert="horz" lIns="0" tIns="0" rIns="0" bIns="0" rtlCol="0" anchor="t" anchorCtr="0">
            <a:noAutofit/>
          </a:bodyPr>
          <a:lstStyle/>
          <a:p>
            <a:r>
              <a:rPr lang="en-GB"/>
              <a:t>Click to edit Master title style</a:t>
            </a:r>
            <a:br>
              <a:rPr lang="en-GB"/>
            </a:br>
            <a:endParaRPr lang="en-US"/>
          </a:p>
        </p:txBody>
      </p:sp>
      <p:sp>
        <p:nvSpPr>
          <p:cNvPr id="3" name="Text Placeholder 2"/>
          <p:cNvSpPr>
            <a:spLocks noGrp="1"/>
          </p:cNvSpPr>
          <p:nvPr>
            <p:ph type="body" idx="1"/>
          </p:nvPr>
        </p:nvSpPr>
        <p:spPr>
          <a:xfrm>
            <a:off x="579882" y="1479152"/>
            <a:ext cx="7987856" cy="3108723"/>
          </a:xfrm>
          <a:prstGeom prst="rect">
            <a:avLst/>
          </a:prstGeom>
        </p:spPr>
        <p:txBody>
          <a:bodyPr vert="horz" lIns="0" tIns="0" rIns="32400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i-FI"/>
          </a:p>
        </p:txBody>
      </p:sp>
      <p:sp>
        <p:nvSpPr>
          <p:cNvPr id="6" name="Slide Number Placeholder 5"/>
          <p:cNvSpPr>
            <a:spLocks noGrp="1"/>
          </p:cNvSpPr>
          <p:nvPr>
            <p:ph type="sldNum" sz="quarter" idx="4"/>
          </p:nvPr>
        </p:nvSpPr>
        <p:spPr>
          <a:xfrm>
            <a:off x="6945630" y="64607"/>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644D4AD-7034-5E45-AAAE-D685B84B781D}" type="slidenum">
              <a:rPr lang="fi-FI" smtClean="0"/>
              <a:t>‹#›</a:t>
            </a:fld>
            <a:endParaRPr lang="fi-FI"/>
          </a:p>
        </p:txBody>
      </p:sp>
      <p:sp>
        <p:nvSpPr>
          <p:cNvPr id="4" name="MSIPCMContentMarking" descr="{&quot;HashCode&quot;:269484293,&quot;Placement&quot;:&quot;Footer&quot;}">
            <a:extLst>
              <a:ext uri="{FF2B5EF4-FFF2-40B4-BE49-F238E27FC236}">
                <a16:creationId xmlns:a16="http://schemas.microsoft.com/office/drawing/2014/main" id="{9798A1DB-E792-42E7-8778-646801250746}"/>
              </a:ext>
            </a:extLst>
          </p:cNvPr>
          <p:cNvSpPr txBox="1"/>
          <p:nvPr userDrawn="1"/>
        </p:nvSpPr>
        <p:spPr>
          <a:xfrm>
            <a:off x="0" y="4915336"/>
            <a:ext cx="1045461" cy="228163"/>
          </a:xfrm>
          <a:prstGeom prst="rect">
            <a:avLst/>
          </a:prstGeom>
          <a:noFill/>
        </p:spPr>
        <p:txBody>
          <a:bodyPr vert="horz" wrap="square" lIns="0" tIns="0" rIns="0" bIns="0" rtlCol="0" anchor="ctr" anchorCtr="1">
            <a:spAutoFit/>
          </a:bodyPr>
          <a:lstStyle/>
          <a:p>
            <a:pPr algn="l">
              <a:spcBef>
                <a:spcPts val="0"/>
              </a:spcBef>
              <a:spcAft>
                <a:spcPts val="0"/>
              </a:spcAft>
            </a:pPr>
            <a:r>
              <a:rPr lang="en-US" sz="800">
                <a:solidFill>
                  <a:srgbClr val="000000"/>
                </a:solidFill>
                <a:latin typeface="Calibri" panose="020F0502020204030204" pitchFamily="34" charset="0"/>
              </a:rPr>
              <a:t>Sensitivity: Internal</a:t>
            </a:r>
          </a:p>
        </p:txBody>
      </p:sp>
    </p:spTree>
    <p:extLst>
      <p:ext uri="{BB962C8B-B14F-4D97-AF65-F5344CB8AC3E}">
        <p14:creationId xmlns:p14="http://schemas.microsoft.com/office/powerpoint/2010/main" val="802195330"/>
      </p:ext>
    </p:extLst>
  </p:cSld>
  <p:clrMap bg1="lt1" tx1="dk1" bg2="lt2" tx2="dk2" accent1="accent1" accent2="accent2" accent3="accent3" accent4="accent4" accent5="accent5" accent6="accent6" hlink="hlink" folHlink="folHlink"/>
  <p:sldLayoutIdLst>
    <p:sldLayoutId id="2147483661" r:id="rId1"/>
    <p:sldLayoutId id="2147483674" r:id="rId2"/>
    <p:sldLayoutId id="2147483677" r:id="rId3"/>
    <p:sldLayoutId id="2147483662" r:id="rId4"/>
    <p:sldLayoutId id="2147483682" r:id="rId5"/>
    <p:sldLayoutId id="2147483666" r:id="rId6"/>
    <p:sldLayoutId id="2147483667" r:id="rId7"/>
    <p:sldLayoutId id="2147483679" r:id="rId8"/>
    <p:sldLayoutId id="2147483696" r:id="rId9"/>
    <p:sldLayoutId id="2147483698" r:id="rId10"/>
    <p:sldLayoutId id="2147483695" r:id="rId11"/>
    <p:sldLayoutId id="2147483681" r:id="rId12"/>
    <p:sldLayoutId id="2147483697" r:id="rId13"/>
    <p:sldLayoutId id="2147483694" r:id="rId14"/>
    <p:sldLayoutId id="2147483692" r:id="rId15"/>
    <p:sldLayoutId id="2147483690" r:id="rId16"/>
    <p:sldLayoutId id="2147483675" r:id="rId17"/>
    <p:sldLayoutId id="2147483680" r:id="rId18"/>
    <p:sldLayoutId id="2147483688" r:id="rId19"/>
    <p:sldLayoutId id="2147483673" r:id="rId20"/>
    <p:sldLayoutId id="2147483683" r:id="rId21"/>
    <p:sldLayoutId id="2147483684" r:id="rId22"/>
    <p:sldLayoutId id="2147483693" r:id="rId23"/>
    <p:sldLayoutId id="2147483691" r:id="rId24"/>
    <p:sldLayoutId id="2147483685" r:id="rId25"/>
    <p:sldLayoutId id="2147483686" r:id="rId26"/>
    <p:sldLayoutId id="2147483689" r:id="rId27"/>
    <p:sldLayoutId id="2147483687" r:id="rId28"/>
    <p:sldLayoutId id="2147483672" r:id="rId29"/>
    <p:sldLayoutId id="2147483699" r:id="rId3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orient="horz" pos="2890" userDrawn="1">
          <p15:clr>
            <a:srgbClr val="F26B43"/>
          </p15:clr>
        </p15:guide>
        <p15:guide id="3" orient="horz" pos="350" userDrawn="1">
          <p15:clr>
            <a:srgbClr val="F26B43"/>
          </p15:clr>
        </p15:guide>
        <p15:guide id="4" pos="2880" userDrawn="1">
          <p15:clr>
            <a:srgbClr val="F26B43"/>
          </p15:clr>
        </p15:guide>
        <p15:guide id="5" pos="5397" userDrawn="1">
          <p15:clr>
            <a:srgbClr val="F26B43"/>
          </p15:clr>
        </p15:guide>
        <p15:guide id="6" pos="363" userDrawn="1">
          <p15:clr>
            <a:srgbClr val="F26B43"/>
          </p15:clr>
        </p15:guide>
        <p15:guide id="7" orient="horz" pos="21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5.xml"/><Relationship Id="rId5" Type="http://schemas.microsoft.com/office/2007/relationships/hdphoto" Target="../media/hdphoto1.wdp"/><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5.xml"/><Relationship Id="rId5" Type="http://schemas.microsoft.com/office/2007/relationships/hdphoto" Target="../media/hdphoto1.wdp"/><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openxmlformats.org/officeDocument/2006/relationships/image" Target="../media/image3.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7" Type="http://schemas.microsoft.com/office/2007/relationships/hdphoto" Target="../media/hdphoto1.wdp"/><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5.xml"/><Relationship Id="rId5" Type="http://schemas.openxmlformats.org/officeDocument/2006/relationships/image" Target="../media/image3.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2.xml"/><Relationship Id="rId6" Type="http://schemas.openxmlformats.org/officeDocument/2006/relationships/image" Target="../media/image3.png"/><Relationship Id="rId5" Type="http://schemas.openxmlformats.org/officeDocument/2006/relationships/image" Target="../media/image6.jpe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jpeg"/><Relationship Id="rId1" Type="http://schemas.openxmlformats.org/officeDocument/2006/relationships/slideLayout" Target="../slideLayouts/slideLayout2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2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2.xml"/><Relationship Id="rId5" Type="http://schemas.openxmlformats.org/officeDocument/2006/relationships/image" Target="../media/image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5.png"/><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jpe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2.xml"/><Relationship Id="rId5" Type="http://schemas.openxmlformats.org/officeDocument/2006/relationships/image" Target="../media/image3.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3.jpe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image" Target="../media/image3.png"/><Relationship Id="rId5" Type="http://schemas.openxmlformats.org/officeDocument/2006/relationships/image" Target="../media/image6.jpe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png"/><Relationship Id="rId2" Type="http://schemas.openxmlformats.org/officeDocument/2006/relationships/image" Target="../media/image33.jpeg"/><Relationship Id="rId1" Type="http://schemas.openxmlformats.org/officeDocument/2006/relationships/slideLayout" Target="../slideLayouts/slideLayout2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6.jpe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3.jpeg"/><Relationship Id="rId1" Type="http://schemas.openxmlformats.org/officeDocument/2006/relationships/slideLayout" Target="../slideLayouts/slideLayout24.xml"/><Relationship Id="rId6" Type="http://schemas.openxmlformats.org/officeDocument/2006/relationships/image" Target="../media/image3.png"/><Relationship Id="rId5" Type="http://schemas.openxmlformats.org/officeDocument/2006/relationships/image" Target="../media/image42.png"/><Relationship Id="rId4" Type="http://schemas.openxmlformats.org/officeDocument/2006/relationships/image" Target="../media/image6.jpe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3.jpeg"/><Relationship Id="rId1" Type="http://schemas.openxmlformats.org/officeDocument/2006/relationships/slideLayout" Target="../slideLayouts/slideLayout24.xml"/><Relationship Id="rId6" Type="http://schemas.openxmlformats.org/officeDocument/2006/relationships/image" Target="../media/image3.png"/><Relationship Id="rId5" Type="http://schemas.openxmlformats.org/officeDocument/2006/relationships/image" Target="../media/image43.png"/><Relationship Id="rId4" Type="http://schemas.openxmlformats.org/officeDocument/2006/relationships/image" Target="../media/image6.jpeg"/></Relationships>
</file>

<file path=ppt/slides/_rels/slide2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47.jpeg"/><Relationship Id="rId7" Type="http://schemas.openxmlformats.org/officeDocument/2006/relationships/diagramData" Target="../diagrams/data1.xml"/><Relationship Id="rId2" Type="http://schemas.openxmlformats.org/officeDocument/2006/relationships/notesSlide" Target="../notesSlides/notesSlide13.xml"/><Relationship Id="rId1" Type="http://schemas.openxmlformats.org/officeDocument/2006/relationships/slideLayout" Target="../slideLayouts/slideLayout24.xml"/><Relationship Id="rId6" Type="http://schemas.openxmlformats.org/officeDocument/2006/relationships/image" Target="../media/image48.jpeg"/><Relationship Id="rId11" Type="http://schemas.microsoft.com/office/2007/relationships/diagramDrawing" Target="../diagrams/drawing1.xml"/><Relationship Id="rId5" Type="http://schemas.openxmlformats.org/officeDocument/2006/relationships/image" Target="../media/image37.png"/><Relationship Id="rId10" Type="http://schemas.openxmlformats.org/officeDocument/2006/relationships/diagramColors" Target="../diagrams/colors1.xml"/><Relationship Id="rId4" Type="http://schemas.openxmlformats.org/officeDocument/2006/relationships/image" Target="../media/image33.jpeg"/><Relationship Id="rId9"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47.jpeg"/><Relationship Id="rId7" Type="http://schemas.openxmlformats.org/officeDocument/2006/relationships/diagramData" Target="../diagrams/data2.xml"/><Relationship Id="rId12"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4.xml"/><Relationship Id="rId6" Type="http://schemas.openxmlformats.org/officeDocument/2006/relationships/image" Target="../media/image48.jpeg"/><Relationship Id="rId11" Type="http://schemas.microsoft.com/office/2007/relationships/diagramDrawing" Target="../diagrams/drawing2.xml"/><Relationship Id="rId5" Type="http://schemas.openxmlformats.org/officeDocument/2006/relationships/image" Target="../media/image37.png"/><Relationship Id="rId10" Type="http://schemas.openxmlformats.org/officeDocument/2006/relationships/diagramColors" Target="../diagrams/colors2.xml"/><Relationship Id="rId4" Type="http://schemas.openxmlformats.org/officeDocument/2006/relationships/image" Target="../media/image33.jpeg"/><Relationship Id="rId9"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image" Target="../media/image3.png"/><Relationship Id="rId5" Type="http://schemas.openxmlformats.org/officeDocument/2006/relationships/image" Target="../media/image48.jpe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9.jpeg"/><Relationship Id="rId7"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4.xml"/><Relationship Id="rId6" Type="http://schemas.openxmlformats.org/officeDocument/2006/relationships/image" Target="../media/image3.png"/><Relationship Id="rId5" Type="http://schemas.openxmlformats.org/officeDocument/2006/relationships/image" Target="../media/image48.jpe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47.jpeg"/><Relationship Id="rId7" Type="http://schemas.openxmlformats.org/officeDocument/2006/relationships/diagramData" Target="../diagrams/data3.xml"/><Relationship Id="rId12"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image" Target="../media/image48.jpeg"/><Relationship Id="rId11" Type="http://schemas.microsoft.com/office/2007/relationships/diagramDrawing" Target="../diagrams/drawing3.xml"/><Relationship Id="rId5" Type="http://schemas.openxmlformats.org/officeDocument/2006/relationships/image" Target="../media/image37.png"/><Relationship Id="rId10" Type="http://schemas.openxmlformats.org/officeDocument/2006/relationships/diagramColors" Target="../diagrams/colors3.xml"/><Relationship Id="rId4" Type="http://schemas.openxmlformats.org/officeDocument/2006/relationships/image" Target="../media/image33.jpeg"/><Relationship Id="rId9"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24.xml"/><Relationship Id="rId6" Type="http://schemas.openxmlformats.org/officeDocument/2006/relationships/image" Target="../media/image3.png"/><Relationship Id="rId5" Type="http://schemas.openxmlformats.org/officeDocument/2006/relationships/image" Target="../media/image48.jpe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image" Target="../media/image47.jpeg"/><Relationship Id="rId7" Type="http://schemas.openxmlformats.org/officeDocument/2006/relationships/diagramData" Target="../diagrams/data4.xml"/><Relationship Id="rId2" Type="http://schemas.openxmlformats.org/officeDocument/2006/relationships/notesSlide" Target="../notesSlides/notesSlide19.xml"/><Relationship Id="rId1" Type="http://schemas.openxmlformats.org/officeDocument/2006/relationships/slideLayout" Target="../slideLayouts/slideLayout24.xml"/><Relationship Id="rId6" Type="http://schemas.openxmlformats.org/officeDocument/2006/relationships/image" Target="../media/image48.jpeg"/><Relationship Id="rId11" Type="http://schemas.microsoft.com/office/2007/relationships/diagramDrawing" Target="../diagrams/drawing4.xml"/><Relationship Id="rId5" Type="http://schemas.openxmlformats.org/officeDocument/2006/relationships/image" Target="../media/image37.png"/><Relationship Id="rId10" Type="http://schemas.openxmlformats.org/officeDocument/2006/relationships/diagramColors" Target="../diagrams/colors4.xml"/><Relationship Id="rId4" Type="http://schemas.openxmlformats.org/officeDocument/2006/relationships/image" Target="../media/image33.jpeg"/><Relationship Id="rId9"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3.jpeg"/><Relationship Id="rId1" Type="http://schemas.openxmlformats.org/officeDocument/2006/relationships/slideLayout" Target="../slideLayouts/slideLayout24.xml"/><Relationship Id="rId5" Type="http://schemas.openxmlformats.org/officeDocument/2006/relationships/image" Target="../media/image3.png"/><Relationship Id="rId4" Type="http://schemas.openxmlformats.org/officeDocument/2006/relationships/image" Target="../media/image6.jpeg"/></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image" Target="../media/image47.jpeg"/><Relationship Id="rId7" Type="http://schemas.openxmlformats.org/officeDocument/2006/relationships/diagramData" Target="../diagrams/data5.xml"/><Relationship Id="rId2" Type="http://schemas.openxmlformats.org/officeDocument/2006/relationships/notesSlide" Target="../notesSlides/notesSlide20.xml"/><Relationship Id="rId1" Type="http://schemas.openxmlformats.org/officeDocument/2006/relationships/slideLayout" Target="../slideLayouts/slideLayout24.xml"/><Relationship Id="rId6" Type="http://schemas.openxmlformats.org/officeDocument/2006/relationships/image" Target="../media/image48.jpeg"/><Relationship Id="rId11" Type="http://schemas.microsoft.com/office/2007/relationships/diagramDrawing" Target="../diagrams/drawing5.xml"/><Relationship Id="rId5" Type="http://schemas.openxmlformats.org/officeDocument/2006/relationships/image" Target="../media/image37.png"/><Relationship Id="rId10" Type="http://schemas.openxmlformats.org/officeDocument/2006/relationships/diagramColors" Target="../diagrams/colors5.xml"/><Relationship Id="rId4" Type="http://schemas.openxmlformats.org/officeDocument/2006/relationships/image" Target="../media/image33.jpeg"/><Relationship Id="rId9" Type="http://schemas.openxmlformats.org/officeDocument/2006/relationships/diagramQuickStyle" Target="../diagrams/quickStyle5.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8.jpg"/><Relationship Id="rId1" Type="http://schemas.openxmlformats.org/officeDocument/2006/relationships/slideLayout" Target="../slideLayouts/slideLayout22.xml"/><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62.svg"/><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19.jpeg"/><Relationship Id="rId7" Type="http://schemas.openxmlformats.org/officeDocument/2006/relationships/image" Target="../media/image61.png"/><Relationship Id="rId12"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24.xml"/><Relationship Id="rId6" Type="http://schemas.openxmlformats.org/officeDocument/2006/relationships/image" Target="../media/image63.png"/><Relationship Id="rId11" Type="http://schemas.openxmlformats.org/officeDocument/2006/relationships/image" Target="../media/image66.sv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3.png"/><Relationship Id="rId9" Type="http://schemas.openxmlformats.org/officeDocument/2006/relationships/image" Target="../media/image64.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8.jpg"/><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8.jpg"/><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8.jpg"/><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9.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3A3258B-BE6A-4D69-9983-17FA56DDC19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5" name="Title 4">
            <a:extLst>
              <a:ext uri="{FF2B5EF4-FFF2-40B4-BE49-F238E27FC236}">
                <a16:creationId xmlns:a16="http://schemas.microsoft.com/office/drawing/2014/main" id="{9A76BD5B-CBE9-E040-AC9E-545A8BBFE53C}"/>
              </a:ext>
            </a:extLst>
          </p:cNvPr>
          <p:cNvSpPr>
            <a:spLocks noGrp="1"/>
          </p:cNvSpPr>
          <p:nvPr>
            <p:ph type="title"/>
          </p:nvPr>
        </p:nvSpPr>
        <p:spPr/>
        <p:txBody>
          <a:bodyPr/>
          <a:lstStyle/>
          <a:p>
            <a:r>
              <a:rPr lang="fi-FI" dirty="0">
                <a:solidFill>
                  <a:schemeClr val="bg2"/>
                </a:solidFill>
              </a:rPr>
              <a:t>BSP User Training </a:t>
            </a:r>
            <a:br>
              <a:rPr lang="fi-FI" dirty="0">
                <a:solidFill>
                  <a:schemeClr val="bg2"/>
                </a:solidFill>
              </a:rPr>
            </a:br>
            <a:endParaRPr lang="fi-FI" dirty="0">
              <a:solidFill>
                <a:schemeClr val="bg2"/>
              </a:solidFill>
            </a:endParaRPr>
          </a:p>
        </p:txBody>
      </p:sp>
      <p:sp>
        <p:nvSpPr>
          <p:cNvPr id="8" name="TextBox 7">
            <a:extLst>
              <a:ext uri="{FF2B5EF4-FFF2-40B4-BE49-F238E27FC236}">
                <a16:creationId xmlns:a16="http://schemas.microsoft.com/office/drawing/2014/main" id="{41211A76-96DC-4C9D-A738-83660391AF16}"/>
              </a:ext>
            </a:extLst>
          </p:cNvPr>
          <p:cNvSpPr txBox="1"/>
          <p:nvPr/>
        </p:nvSpPr>
        <p:spPr>
          <a:xfrm>
            <a:off x="493967" y="2053109"/>
            <a:ext cx="5377092" cy="369332"/>
          </a:xfrm>
          <a:prstGeom prst="rect">
            <a:avLst/>
          </a:prstGeom>
          <a:noFill/>
        </p:spPr>
        <p:txBody>
          <a:bodyPr wrap="square" rtlCol="0">
            <a:spAutoFit/>
          </a:bodyPr>
          <a:lstStyle/>
          <a:p>
            <a:r>
              <a:rPr lang="en-GB" dirty="0">
                <a:solidFill>
                  <a:schemeClr val="bg2"/>
                </a:solidFill>
              </a:rPr>
              <a:t>BSP EC Upgrade 14.1</a:t>
            </a:r>
          </a:p>
        </p:txBody>
      </p:sp>
      <p:pic>
        <p:nvPicPr>
          <p:cNvPr id="7" name="Picture 6">
            <a:extLst>
              <a:ext uri="{FF2B5EF4-FFF2-40B4-BE49-F238E27FC236}">
                <a16:creationId xmlns:a16="http://schemas.microsoft.com/office/drawing/2014/main" id="{AF4A7E4E-2F10-4622-B1DE-3F7BE059AE30}"/>
              </a:ext>
            </a:extLst>
          </p:cNvPr>
          <p:cNvPicPr>
            <a:picLocks noChangeAspect="1"/>
          </p:cNvPicPr>
          <p:nvPr/>
        </p:nvPicPr>
        <p:blipFill>
          <a:blip r:embed="rId3"/>
          <a:srcRect/>
          <a:stretch/>
        </p:blipFill>
        <p:spPr>
          <a:xfrm>
            <a:off x="128338" y="123037"/>
            <a:ext cx="1232630" cy="396252"/>
          </a:xfrm>
          <a:prstGeom prst="rect">
            <a:avLst/>
          </a:prstGeom>
        </p:spPr>
      </p:pic>
      <p:pic>
        <p:nvPicPr>
          <p:cNvPr id="4" name="Picture 3">
            <a:extLst>
              <a:ext uri="{FF2B5EF4-FFF2-40B4-BE49-F238E27FC236}">
                <a16:creationId xmlns:a16="http://schemas.microsoft.com/office/drawing/2014/main" id="{8788D350-4390-E3DF-4650-8F1637C5AEE6}"/>
              </a:ext>
            </a:extLst>
          </p:cNvPr>
          <p:cNvPicPr>
            <a:picLocks noChangeAspect="1"/>
          </p:cNvPicPr>
          <p:nvPr/>
        </p:nvPicPr>
        <p:blipFill>
          <a:blip r:embed="rId4"/>
          <a:stretch>
            <a:fillRect/>
          </a:stretch>
        </p:blipFill>
        <p:spPr>
          <a:xfrm>
            <a:off x="7717485" y="142083"/>
            <a:ext cx="1298177" cy="377206"/>
          </a:xfrm>
          <a:prstGeom prst="rect">
            <a:avLst/>
          </a:prstGeom>
        </p:spPr>
      </p:pic>
    </p:spTree>
    <p:extLst>
      <p:ext uri="{BB962C8B-B14F-4D97-AF65-F5344CB8AC3E}">
        <p14:creationId xmlns:p14="http://schemas.microsoft.com/office/powerpoint/2010/main" val="165505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015EDC-DEFF-477B-B499-C4B0649A110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7" name="Rectangle 6">
            <a:extLst>
              <a:ext uri="{FF2B5EF4-FFF2-40B4-BE49-F238E27FC236}">
                <a16:creationId xmlns:a16="http://schemas.microsoft.com/office/drawing/2014/main" id="{6010F96C-046D-43B4-BE5E-5886B6F81A16}"/>
              </a:ext>
            </a:extLst>
          </p:cNvPr>
          <p:cNvSpPr/>
          <p:nvPr/>
        </p:nvSpPr>
        <p:spPr bwMode="auto">
          <a:xfrm>
            <a:off x="1" y="0"/>
            <a:ext cx="9144000" cy="5143500"/>
          </a:xfrm>
          <a:prstGeom prst="rect">
            <a:avLst/>
          </a:prstGeom>
          <a:solidFill>
            <a:srgbClr val="000000">
              <a:alpha val="32941"/>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54" name="Rectangle 53">
            <a:extLst>
              <a:ext uri="{FF2B5EF4-FFF2-40B4-BE49-F238E27FC236}">
                <a16:creationId xmlns:a16="http://schemas.microsoft.com/office/drawing/2014/main" id="{1615BE6E-4194-44D0-8227-86EF63753214}"/>
              </a:ext>
            </a:extLst>
          </p:cNvPr>
          <p:cNvSpPr/>
          <p:nvPr/>
        </p:nvSpPr>
        <p:spPr>
          <a:xfrm>
            <a:off x="430654" y="462268"/>
            <a:ext cx="3012755" cy="523220"/>
          </a:xfrm>
          <a:prstGeom prst="rect">
            <a:avLst/>
          </a:prstGeom>
        </p:spPr>
        <p:txBody>
          <a:bodyPr wrap="square">
            <a:spAutoFit/>
          </a:bodyPr>
          <a:lstStyle/>
          <a:p>
            <a:pPr lvl="0">
              <a:defRPr/>
            </a:pPr>
            <a:r>
              <a:rPr lang="en-US" sz="2800" b="1">
                <a:solidFill>
                  <a:schemeClr val="bg2"/>
                </a:solidFill>
                <a:latin typeface="Arial" panose="020B0604020202020204" pitchFamily="34" charset="0"/>
                <a:cs typeface="Arial" panose="020B0604020202020204" pitchFamily="34" charset="0"/>
              </a:rPr>
              <a:t>Agenda</a:t>
            </a:r>
            <a:endParaRPr kumimoji="0" lang="en-US" sz="2800" b="1"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grpSp>
        <p:nvGrpSpPr>
          <p:cNvPr id="25" name="Group 24">
            <a:extLst>
              <a:ext uri="{FF2B5EF4-FFF2-40B4-BE49-F238E27FC236}">
                <a16:creationId xmlns:a16="http://schemas.microsoft.com/office/drawing/2014/main" id="{206B6EB8-E701-4EDB-9F7E-400EE0DB932F}"/>
              </a:ext>
            </a:extLst>
          </p:cNvPr>
          <p:cNvGrpSpPr/>
          <p:nvPr/>
        </p:nvGrpSpPr>
        <p:grpSpPr>
          <a:xfrm>
            <a:off x="1350818" y="1066800"/>
            <a:ext cx="6183761" cy="3567431"/>
            <a:chOff x="1158898" y="958096"/>
            <a:chExt cx="6892877" cy="3976522"/>
          </a:xfrm>
        </p:grpSpPr>
        <p:grpSp>
          <p:nvGrpSpPr>
            <p:cNvPr id="4" name="Group 4">
              <a:extLst>
                <a:ext uri="{FF2B5EF4-FFF2-40B4-BE49-F238E27FC236}">
                  <a16:creationId xmlns:a16="http://schemas.microsoft.com/office/drawing/2014/main" id="{731B90E2-425C-4F33-B864-9F576657E336}"/>
                </a:ext>
              </a:extLst>
            </p:cNvPr>
            <p:cNvGrpSpPr>
              <a:grpSpLocks noChangeAspect="1"/>
            </p:cNvGrpSpPr>
            <p:nvPr/>
          </p:nvGrpSpPr>
          <p:grpSpPr bwMode="auto">
            <a:xfrm>
              <a:off x="1736495" y="976006"/>
              <a:ext cx="5671010" cy="3705226"/>
              <a:chOff x="1220" y="671"/>
              <a:chExt cx="3182" cy="2079"/>
            </a:xfrm>
          </p:grpSpPr>
          <p:sp>
            <p:nvSpPr>
              <p:cNvPr id="9" name="Freeform 5">
                <a:extLst>
                  <a:ext uri="{FF2B5EF4-FFF2-40B4-BE49-F238E27FC236}">
                    <a16:creationId xmlns:a16="http://schemas.microsoft.com/office/drawing/2014/main" id="{18998828-95B3-4B8D-947B-5CD443EC804D}"/>
                  </a:ext>
                </a:extLst>
              </p:cNvPr>
              <p:cNvSpPr>
                <a:spLocks/>
              </p:cNvSpPr>
              <p:nvPr/>
            </p:nvSpPr>
            <p:spPr bwMode="auto">
              <a:xfrm>
                <a:off x="2949" y="1306"/>
                <a:ext cx="1453" cy="1033"/>
              </a:xfrm>
              <a:custGeom>
                <a:avLst/>
                <a:gdLst>
                  <a:gd name="T0" fmla="*/ 1249 w 1283"/>
                  <a:gd name="T1" fmla="*/ 519 h 914"/>
                  <a:gd name="T2" fmla="*/ 888 w 1283"/>
                  <a:gd name="T3" fmla="*/ 880 h 914"/>
                  <a:gd name="T4" fmla="*/ 765 w 1283"/>
                  <a:gd name="T5" fmla="*/ 880 h 914"/>
                  <a:gd name="T6" fmla="*/ 765 w 1283"/>
                  <a:gd name="T7" fmla="*/ 880 h 914"/>
                  <a:gd name="T8" fmla="*/ 765 w 1283"/>
                  <a:gd name="T9" fmla="*/ 757 h 914"/>
                  <a:gd name="T10" fmla="*/ 814 w 1283"/>
                  <a:gd name="T11" fmla="*/ 707 h 914"/>
                  <a:gd name="T12" fmla="*/ 0 w 1283"/>
                  <a:gd name="T13" fmla="*/ 707 h 914"/>
                  <a:gd name="T14" fmla="*/ 0 w 1283"/>
                  <a:gd name="T15" fmla="*/ 207 h 914"/>
                  <a:gd name="T16" fmla="*/ 814 w 1283"/>
                  <a:gd name="T17" fmla="*/ 207 h 914"/>
                  <a:gd name="T18" fmla="*/ 765 w 1283"/>
                  <a:gd name="T19" fmla="*/ 157 h 914"/>
                  <a:gd name="T20" fmla="*/ 765 w 1283"/>
                  <a:gd name="T21" fmla="*/ 34 h 914"/>
                  <a:gd name="T22" fmla="*/ 765 w 1283"/>
                  <a:gd name="T23" fmla="*/ 34 h 914"/>
                  <a:gd name="T24" fmla="*/ 888 w 1283"/>
                  <a:gd name="T25" fmla="*/ 34 h 914"/>
                  <a:gd name="T26" fmla="*/ 1249 w 1283"/>
                  <a:gd name="T27" fmla="*/ 396 h 914"/>
                  <a:gd name="T28" fmla="*/ 1249 w 1283"/>
                  <a:gd name="T29" fmla="*/ 519 h 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3" h="914">
                    <a:moveTo>
                      <a:pt x="1249" y="519"/>
                    </a:moveTo>
                    <a:cubicBezTo>
                      <a:pt x="888" y="880"/>
                      <a:pt x="888" y="880"/>
                      <a:pt x="888" y="880"/>
                    </a:cubicBezTo>
                    <a:cubicBezTo>
                      <a:pt x="854" y="914"/>
                      <a:pt x="799" y="914"/>
                      <a:pt x="765" y="880"/>
                    </a:cubicBezTo>
                    <a:cubicBezTo>
                      <a:pt x="765" y="880"/>
                      <a:pt x="765" y="880"/>
                      <a:pt x="765" y="880"/>
                    </a:cubicBezTo>
                    <a:cubicBezTo>
                      <a:pt x="731" y="846"/>
                      <a:pt x="731" y="791"/>
                      <a:pt x="765" y="757"/>
                    </a:cubicBezTo>
                    <a:cubicBezTo>
                      <a:pt x="814" y="707"/>
                      <a:pt x="814" y="707"/>
                      <a:pt x="814" y="707"/>
                    </a:cubicBezTo>
                    <a:cubicBezTo>
                      <a:pt x="0" y="707"/>
                      <a:pt x="0" y="707"/>
                      <a:pt x="0" y="707"/>
                    </a:cubicBezTo>
                    <a:cubicBezTo>
                      <a:pt x="0" y="207"/>
                      <a:pt x="0" y="207"/>
                      <a:pt x="0" y="207"/>
                    </a:cubicBezTo>
                    <a:cubicBezTo>
                      <a:pt x="814" y="207"/>
                      <a:pt x="814" y="207"/>
                      <a:pt x="814" y="207"/>
                    </a:cubicBezTo>
                    <a:cubicBezTo>
                      <a:pt x="765" y="157"/>
                      <a:pt x="765" y="157"/>
                      <a:pt x="765" y="157"/>
                    </a:cubicBezTo>
                    <a:cubicBezTo>
                      <a:pt x="731" y="123"/>
                      <a:pt x="731" y="68"/>
                      <a:pt x="765" y="34"/>
                    </a:cubicBezTo>
                    <a:cubicBezTo>
                      <a:pt x="765" y="34"/>
                      <a:pt x="765" y="34"/>
                      <a:pt x="765" y="34"/>
                    </a:cubicBezTo>
                    <a:cubicBezTo>
                      <a:pt x="799" y="0"/>
                      <a:pt x="854" y="0"/>
                      <a:pt x="888" y="34"/>
                    </a:cubicBezTo>
                    <a:cubicBezTo>
                      <a:pt x="1249" y="396"/>
                      <a:pt x="1249" y="396"/>
                      <a:pt x="1249" y="396"/>
                    </a:cubicBezTo>
                    <a:cubicBezTo>
                      <a:pt x="1283" y="430"/>
                      <a:pt x="1283" y="485"/>
                      <a:pt x="1249" y="519"/>
                    </a:cubicBezTo>
                    <a:close/>
                  </a:path>
                </a:pathLst>
              </a:custGeom>
              <a:solidFill>
                <a:srgbClr val="00A2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a:extLst>
                  <a:ext uri="{FF2B5EF4-FFF2-40B4-BE49-F238E27FC236}">
                    <a16:creationId xmlns:a16="http://schemas.microsoft.com/office/drawing/2014/main" id="{C242A778-1660-46D3-B4BE-26D956AD492B}"/>
                  </a:ext>
                </a:extLst>
              </p:cNvPr>
              <p:cNvSpPr>
                <a:spLocks/>
              </p:cNvSpPr>
              <p:nvPr/>
            </p:nvSpPr>
            <p:spPr bwMode="auto">
              <a:xfrm>
                <a:off x="2949" y="1822"/>
                <a:ext cx="1443" cy="517"/>
              </a:xfrm>
              <a:custGeom>
                <a:avLst/>
                <a:gdLst>
                  <a:gd name="T0" fmla="*/ 0 w 1274"/>
                  <a:gd name="T1" fmla="*/ 250 h 457"/>
                  <a:gd name="T2" fmla="*/ 814 w 1274"/>
                  <a:gd name="T3" fmla="*/ 250 h 457"/>
                  <a:gd name="T4" fmla="*/ 765 w 1274"/>
                  <a:gd name="T5" fmla="*/ 300 h 457"/>
                  <a:gd name="T6" fmla="*/ 765 w 1274"/>
                  <a:gd name="T7" fmla="*/ 423 h 457"/>
                  <a:gd name="T8" fmla="*/ 765 w 1274"/>
                  <a:gd name="T9" fmla="*/ 423 h 457"/>
                  <a:gd name="T10" fmla="*/ 888 w 1274"/>
                  <a:gd name="T11" fmla="*/ 423 h 457"/>
                  <a:gd name="T12" fmla="*/ 1249 w 1274"/>
                  <a:gd name="T13" fmla="*/ 62 h 457"/>
                  <a:gd name="T14" fmla="*/ 1274 w 1274"/>
                  <a:gd name="T15" fmla="*/ 0 h 457"/>
                  <a:gd name="T16" fmla="*/ 0 w 1274"/>
                  <a:gd name="T17" fmla="*/ 0 h 457"/>
                  <a:gd name="T18" fmla="*/ 0 w 1274"/>
                  <a:gd name="T19" fmla="*/ 25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4" h="457">
                    <a:moveTo>
                      <a:pt x="0" y="250"/>
                    </a:moveTo>
                    <a:cubicBezTo>
                      <a:pt x="814" y="250"/>
                      <a:pt x="814" y="250"/>
                      <a:pt x="814" y="250"/>
                    </a:cubicBezTo>
                    <a:cubicBezTo>
                      <a:pt x="765" y="300"/>
                      <a:pt x="765" y="300"/>
                      <a:pt x="765" y="300"/>
                    </a:cubicBezTo>
                    <a:cubicBezTo>
                      <a:pt x="731" y="334"/>
                      <a:pt x="731" y="389"/>
                      <a:pt x="765" y="423"/>
                    </a:cubicBezTo>
                    <a:cubicBezTo>
                      <a:pt x="765" y="423"/>
                      <a:pt x="765" y="423"/>
                      <a:pt x="765" y="423"/>
                    </a:cubicBezTo>
                    <a:cubicBezTo>
                      <a:pt x="799" y="457"/>
                      <a:pt x="854" y="457"/>
                      <a:pt x="888" y="423"/>
                    </a:cubicBezTo>
                    <a:cubicBezTo>
                      <a:pt x="1249" y="62"/>
                      <a:pt x="1249" y="62"/>
                      <a:pt x="1249" y="62"/>
                    </a:cubicBezTo>
                    <a:cubicBezTo>
                      <a:pt x="1266" y="45"/>
                      <a:pt x="1274" y="22"/>
                      <a:pt x="1274" y="0"/>
                    </a:cubicBezTo>
                    <a:cubicBezTo>
                      <a:pt x="0" y="0"/>
                      <a:pt x="0" y="0"/>
                      <a:pt x="0" y="0"/>
                    </a:cubicBezTo>
                    <a:lnTo>
                      <a:pt x="0" y="250"/>
                    </a:lnTo>
                    <a:close/>
                  </a:path>
                </a:pathLst>
              </a:custGeom>
              <a:solidFill>
                <a:srgbClr val="7FCA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91645E09-59F4-45CB-8BFB-648EE5E50490}"/>
                  </a:ext>
                </a:extLst>
              </p:cNvPr>
              <p:cNvSpPr>
                <a:spLocks/>
              </p:cNvSpPr>
              <p:nvPr/>
            </p:nvSpPr>
            <p:spPr bwMode="auto">
              <a:xfrm>
                <a:off x="2949" y="1306"/>
                <a:ext cx="1443" cy="516"/>
              </a:xfrm>
              <a:custGeom>
                <a:avLst/>
                <a:gdLst>
                  <a:gd name="T0" fmla="*/ 888 w 1274"/>
                  <a:gd name="T1" fmla="*/ 34 h 457"/>
                  <a:gd name="T2" fmla="*/ 765 w 1274"/>
                  <a:gd name="T3" fmla="*/ 34 h 457"/>
                  <a:gd name="T4" fmla="*/ 765 w 1274"/>
                  <a:gd name="T5" fmla="*/ 34 h 457"/>
                  <a:gd name="T6" fmla="*/ 765 w 1274"/>
                  <a:gd name="T7" fmla="*/ 157 h 457"/>
                  <a:gd name="T8" fmla="*/ 814 w 1274"/>
                  <a:gd name="T9" fmla="*/ 207 h 457"/>
                  <a:gd name="T10" fmla="*/ 0 w 1274"/>
                  <a:gd name="T11" fmla="*/ 207 h 457"/>
                  <a:gd name="T12" fmla="*/ 0 w 1274"/>
                  <a:gd name="T13" fmla="*/ 457 h 457"/>
                  <a:gd name="T14" fmla="*/ 1274 w 1274"/>
                  <a:gd name="T15" fmla="*/ 457 h 457"/>
                  <a:gd name="T16" fmla="*/ 1249 w 1274"/>
                  <a:gd name="T17" fmla="*/ 396 h 457"/>
                  <a:gd name="T18" fmla="*/ 888 w 1274"/>
                  <a:gd name="T19" fmla="*/ 3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4" h="457">
                    <a:moveTo>
                      <a:pt x="888" y="34"/>
                    </a:moveTo>
                    <a:cubicBezTo>
                      <a:pt x="854" y="0"/>
                      <a:pt x="799" y="0"/>
                      <a:pt x="765" y="34"/>
                    </a:cubicBezTo>
                    <a:cubicBezTo>
                      <a:pt x="765" y="34"/>
                      <a:pt x="765" y="34"/>
                      <a:pt x="765" y="34"/>
                    </a:cubicBezTo>
                    <a:cubicBezTo>
                      <a:pt x="731" y="68"/>
                      <a:pt x="731" y="123"/>
                      <a:pt x="765" y="157"/>
                    </a:cubicBezTo>
                    <a:cubicBezTo>
                      <a:pt x="814" y="207"/>
                      <a:pt x="814" y="207"/>
                      <a:pt x="814" y="207"/>
                    </a:cubicBezTo>
                    <a:cubicBezTo>
                      <a:pt x="0" y="207"/>
                      <a:pt x="0" y="207"/>
                      <a:pt x="0" y="207"/>
                    </a:cubicBezTo>
                    <a:cubicBezTo>
                      <a:pt x="0" y="457"/>
                      <a:pt x="0" y="457"/>
                      <a:pt x="0" y="457"/>
                    </a:cubicBezTo>
                    <a:cubicBezTo>
                      <a:pt x="1274" y="457"/>
                      <a:pt x="1274" y="457"/>
                      <a:pt x="1274" y="457"/>
                    </a:cubicBezTo>
                    <a:cubicBezTo>
                      <a:pt x="1274" y="435"/>
                      <a:pt x="1266" y="413"/>
                      <a:pt x="1249" y="396"/>
                    </a:cubicBezTo>
                    <a:lnTo>
                      <a:pt x="888" y="34"/>
                    </a:lnTo>
                    <a:close/>
                  </a:path>
                </a:pathLst>
              </a:cu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8">
                <a:extLst>
                  <a:ext uri="{FF2B5EF4-FFF2-40B4-BE49-F238E27FC236}">
                    <a16:creationId xmlns:a16="http://schemas.microsoft.com/office/drawing/2014/main" id="{45E6AB01-D6D1-4A2C-A12B-61CA120885D4}"/>
                  </a:ext>
                </a:extLst>
              </p:cNvPr>
              <p:cNvSpPr>
                <a:spLocks/>
              </p:cNvSpPr>
              <p:nvPr/>
            </p:nvSpPr>
            <p:spPr bwMode="auto">
              <a:xfrm>
                <a:off x="2011" y="1082"/>
                <a:ext cx="1453" cy="1033"/>
              </a:xfrm>
              <a:custGeom>
                <a:avLst/>
                <a:gdLst>
                  <a:gd name="T0" fmla="*/ 1249 w 1283"/>
                  <a:gd name="T1" fmla="*/ 518 h 914"/>
                  <a:gd name="T2" fmla="*/ 888 w 1283"/>
                  <a:gd name="T3" fmla="*/ 880 h 914"/>
                  <a:gd name="T4" fmla="*/ 765 w 1283"/>
                  <a:gd name="T5" fmla="*/ 880 h 914"/>
                  <a:gd name="T6" fmla="*/ 765 w 1283"/>
                  <a:gd name="T7" fmla="*/ 880 h 914"/>
                  <a:gd name="T8" fmla="*/ 765 w 1283"/>
                  <a:gd name="T9" fmla="*/ 757 h 914"/>
                  <a:gd name="T10" fmla="*/ 814 w 1283"/>
                  <a:gd name="T11" fmla="*/ 707 h 914"/>
                  <a:gd name="T12" fmla="*/ 0 w 1283"/>
                  <a:gd name="T13" fmla="*/ 707 h 914"/>
                  <a:gd name="T14" fmla="*/ 0 w 1283"/>
                  <a:gd name="T15" fmla="*/ 207 h 914"/>
                  <a:gd name="T16" fmla="*/ 814 w 1283"/>
                  <a:gd name="T17" fmla="*/ 207 h 914"/>
                  <a:gd name="T18" fmla="*/ 765 w 1283"/>
                  <a:gd name="T19" fmla="*/ 157 h 914"/>
                  <a:gd name="T20" fmla="*/ 765 w 1283"/>
                  <a:gd name="T21" fmla="*/ 34 h 914"/>
                  <a:gd name="T22" fmla="*/ 765 w 1283"/>
                  <a:gd name="T23" fmla="*/ 34 h 914"/>
                  <a:gd name="T24" fmla="*/ 888 w 1283"/>
                  <a:gd name="T25" fmla="*/ 34 h 914"/>
                  <a:gd name="T26" fmla="*/ 1249 w 1283"/>
                  <a:gd name="T27" fmla="*/ 395 h 914"/>
                  <a:gd name="T28" fmla="*/ 1249 w 1283"/>
                  <a:gd name="T29" fmla="*/ 518 h 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3" h="914">
                    <a:moveTo>
                      <a:pt x="1249" y="518"/>
                    </a:moveTo>
                    <a:cubicBezTo>
                      <a:pt x="888" y="880"/>
                      <a:pt x="888" y="880"/>
                      <a:pt x="888" y="880"/>
                    </a:cubicBezTo>
                    <a:cubicBezTo>
                      <a:pt x="854" y="914"/>
                      <a:pt x="799" y="914"/>
                      <a:pt x="765" y="880"/>
                    </a:cubicBezTo>
                    <a:cubicBezTo>
                      <a:pt x="765" y="880"/>
                      <a:pt x="765" y="880"/>
                      <a:pt x="765" y="880"/>
                    </a:cubicBezTo>
                    <a:cubicBezTo>
                      <a:pt x="731" y="846"/>
                      <a:pt x="731" y="791"/>
                      <a:pt x="765" y="757"/>
                    </a:cubicBezTo>
                    <a:cubicBezTo>
                      <a:pt x="814" y="707"/>
                      <a:pt x="814" y="707"/>
                      <a:pt x="814" y="707"/>
                    </a:cubicBezTo>
                    <a:cubicBezTo>
                      <a:pt x="0" y="707"/>
                      <a:pt x="0" y="707"/>
                      <a:pt x="0" y="707"/>
                    </a:cubicBezTo>
                    <a:cubicBezTo>
                      <a:pt x="0" y="207"/>
                      <a:pt x="0" y="207"/>
                      <a:pt x="0" y="207"/>
                    </a:cubicBezTo>
                    <a:cubicBezTo>
                      <a:pt x="814" y="207"/>
                      <a:pt x="814" y="207"/>
                      <a:pt x="814" y="207"/>
                    </a:cubicBezTo>
                    <a:cubicBezTo>
                      <a:pt x="765" y="157"/>
                      <a:pt x="765" y="157"/>
                      <a:pt x="765" y="157"/>
                    </a:cubicBezTo>
                    <a:cubicBezTo>
                      <a:pt x="731" y="123"/>
                      <a:pt x="731" y="68"/>
                      <a:pt x="765" y="34"/>
                    </a:cubicBezTo>
                    <a:cubicBezTo>
                      <a:pt x="765" y="34"/>
                      <a:pt x="765" y="34"/>
                      <a:pt x="765" y="34"/>
                    </a:cubicBezTo>
                    <a:cubicBezTo>
                      <a:pt x="799" y="0"/>
                      <a:pt x="854" y="0"/>
                      <a:pt x="888" y="34"/>
                    </a:cubicBezTo>
                    <a:cubicBezTo>
                      <a:pt x="1249" y="395"/>
                      <a:pt x="1249" y="395"/>
                      <a:pt x="1249" y="395"/>
                    </a:cubicBezTo>
                    <a:cubicBezTo>
                      <a:pt x="1283" y="429"/>
                      <a:pt x="1283" y="484"/>
                      <a:pt x="1249" y="518"/>
                    </a:cubicBezTo>
                    <a:close/>
                  </a:path>
                </a:pathLst>
              </a:custGeom>
              <a:solidFill>
                <a:srgbClr val="FFA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9">
                <a:extLst>
                  <a:ext uri="{FF2B5EF4-FFF2-40B4-BE49-F238E27FC236}">
                    <a16:creationId xmlns:a16="http://schemas.microsoft.com/office/drawing/2014/main" id="{C4FC06E2-7518-46E0-B702-9AF31CC423DC}"/>
                  </a:ext>
                </a:extLst>
              </p:cNvPr>
              <p:cNvSpPr>
                <a:spLocks/>
              </p:cNvSpPr>
              <p:nvPr/>
            </p:nvSpPr>
            <p:spPr bwMode="auto">
              <a:xfrm>
                <a:off x="2011" y="1599"/>
                <a:ext cx="1444" cy="516"/>
              </a:xfrm>
              <a:custGeom>
                <a:avLst/>
                <a:gdLst>
                  <a:gd name="T0" fmla="*/ 0 w 1275"/>
                  <a:gd name="T1" fmla="*/ 250 h 457"/>
                  <a:gd name="T2" fmla="*/ 814 w 1275"/>
                  <a:gd name="T3" fmla="*/ 250 h 457"/>
                  <a:gd name="T4" fmla="*/ 765 w 1275"/>
                  <a:gd name="T5" fmla="*/ 300 h 457"/>
                  <a:gd name="T6" fmla="*/ 765 w 1275"/>
                  <a:gd name="T7" fmla="*/ 423 h 457"/>
                  <a:gd name="T8" fmla="*/ 765 w 1275"/>
                  <a:gd name="T9" fmla="*/ 423 h 457"/>
                  <a:gd name="T10" fmla="*/ 888 w 1275"/>
                  <a:gd name="T11" fmla="*/ 423 h 457"/>
                  <a:gd name="T12" fmla="*/ 1249 w 1275"/>
                  <a:gd name="T13" fmla="*/ 61 h 457"/>
                  <a:gd name="T14" fmla="*/ 1275 w 1275"/>
                  <a:gd name="T15" fmla="*/ 0 h 457"/>
                  <a:gd name="T16" fmla="*/ 0 w 1275"/>
                  <a:gd name="T17" fmla="*/ 0 h 457"/>
                  <a:gd name="T18" fmla="*/ 0 w 1275"/>
                  <a:gd name="T19" fmla="*/ 25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5" h="457">
                    <a:moveTo>
                      <a:pt x="0" y="250"/>
                    </a:moveTo>
                    <a:cubicBezTo>
                      <a:pt x="814" y="250"/>
                      <a:pt x="814" y="250"/>
                      <a:pt x="814" y="250"/>
                    </a:cubicBezTo>
                    <a:cubicBezTo>
                      <a:pt x="765" y="300"/>
                      <a:pt x="765" y="300"/>
                      <a:pt x="765" y="300"/>
                    </a:cubicBezTo>
                    <a:cubicBezTo>
                      <a:pt x="731" y="334"/>
                      <a:pt x="731" y="389"/>
                      <a:pt x="765" y="423"/>
                    </a:cubicBezTo>
                    <a:cubicBezTo>
                      <a:pt x="765" y="423"/>
                      <a:pt x="765" y="423"/>
                      <a:pt x="765" y="423"/>
                    </a:cubicBezTo>
                    <a:cubicBezTo>
                      <a:pt x="799" y="457"/>
                      <a:pt x="854" y="457"/>
                      <a:pt x="888" y="423"/>
                    </a:cubicBezTo>
                    <a:cubicBezTo>
                      <a:pt x="1249" y="61"/>
                      <a:pt x="1249" y="61"/>
                      <a:pt x="1249" y="61"/>
                    </a:cubicBezTo>
                    <a:cubicBezTo>
                      <a:pt x="1266" y="44"/>
                      <a:pt x="1275" y="22"/>
                      <a:pt x="1275" y="0"/>
                    </a:cubicBezTo>
                    <a:cubicBezTo>
                      <a:pt x="0" y="0"/>
                      <a:pt x="0" y="0"/>
                      <a:pt x="0" y="0"/>
                    </a:cubicBezTo>
                    <a:lnTo>
                      <a:pt x="0" y="250"/>
                    </a:lnTo>
                    <a:close/>
                  </a:path>
                </a:pathLst>
              </a:custGeom>
              <a:solidFill>
                <a:schemeClr val="accent6">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a:extLst>
                  <a:ext uri="{FF2B5EF4-FFF2-40B4-BE49-F238E27FC236}">
                    <a16:creationId xmlns:a16="http://schemas.microsoft.com/office/drawing/2014/main" id="{89F7E528-D4C8-4533-80E5-9676663EC609}"/>
                  </a:ext>
                </a:extLst>
              </p:cNvPr>
              <p:cNvSpPr>
                <a:spLocks/>
              </p:cNvSpPr>
              <p:nvPr/>
            </p:nvSpPr>
            <p:spPr bwMode="auto">
              <a:xfrm>
                <a:off x="2011" y="1082"/>
                <a:ext cx="1444" cy="517"/>
              </a:xfrm>
              <a:custGeom>
                <a:avLst/>
                <a:gdLst>
                  <a:gd name="T0" fmla="*/ 888 w 1275"/>
                  <a:gd name="T1" fmla="*/ 34 h 457"/>
                  <a:gd name="T2" fmla="*/ 765 w 1275"/>
                  <a:gd name="T3" fmla="*/ 34 h 457"/>
                  <a:gd name="T4" fmla="*/ 765 w 1275"/>
                  <a:gd name="T5" fmla="*/ 34 h 457"/>
                  <a:gd name="T6" fmla="*/ 765 w 1275"/>
                  <a:gd name="T7" fmla="*/ 157 h 457"/>
                  <a:gd name="T8" fmla="*/ 814 w 1275"/>
                  <a:gd name="T9" fmla="*/ 207 h 457"/>
                  <a:gd name="T10" fmla="*/ 0 w 1275"/>
                  <a:gd name="T11" fmla="*/ 207 h 457"/>
                  <a:gd name="T12" fmla="*/ 0 w 1275"/>
                  <a:gd name="T13" fmla="*/ 457 h 457"/>
                  <a:gd name="T14" fmla="*/ 1275 w 1275"/>
                  <a:gd name="T15" fmla="*/ 457 h 457"/>
                  <a:gd name="T16" fmla="*/ 1249 w 1275"/>
                  <a:gd name="T17" fmla="*/ 395 h 457"/>
                  <a:gd name="T18" fmla="*/ 888 w 1275"/>
                  <a:gd name="T19" fmla="*/ 3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5" h="457">
                    <a:moveTo>
                      <a:pt x="888" y="34"/>
                    </a:moveTo>
                    <a:cubicBezTo>
                      <a:pt x="854" y="0"/>
                      <a:pt x="799" y="0"/>
                      <a:pt x="765" y="34"/>
                    </a:cubicBezTo>
                    <a:cubicBezTo>
                      <a:pt x="765" y="34"/>
                      <a:pt x="765" y="34"/>
                      <a:pt x="765" y="34"/>
                    </a:cubicBezTo>
                    <a:cubicBezTo>
                      <a:pt x="731" y="68"/>
                      <a:pt x="731" y="123"/>
                      <a:pt x="765" y="157"/>
                    </a:cubicBezTo>
                    <a:cubicBezTo>
                      <a:pt x="814" y="207"/>
                      <a:pt x="814" y="207"/>
                      <a:pt x="814" y="207"/>
                    </a:cubicBezTo>
                    <a:cubicBezTo>
                      <a:pt x="0" y="207"/>
                      <a:pt x="0" y="207"/>
                      <a:pt x="0" y="207"/>
                    </a:cubicBezTo>
                    <a:cubicBezTo>
                      <a:pt x="0" y="457"/>
                      <a:pt x="0" y="457"/>
                      <a:pt x="0" y="457"/>
                    </a:cubicBezTo>
                    <a:cubicBezTo>
                      <a:pt x="1275" y="457"/>
                      <a:pt x="1275" y="457"/>
                      <a:pt x="1275" y="457"/>
                    </a:cubicBezTo>
                    <a:cubicBezTo>
                      <a:pt x="1275" y="435"/>
                      <a:pt x="1266" y="412"/>
                      <a:pt x="1249" y="395"/>
                    </a:cubicBezTo>
                    <a:lnTo>
                      <a:pt x="888" y="34"/>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a:extLst>
                  <a:ext uri="{FF2B5EF4-FFF2-40B4-BE49-F238E27FC236}">
                    <a16:creationId xmlns:a16="http://schemas.microsoft.com/office/drawing/2014/main" id="{5CD9444C-3943-4D6E-801F-E0E03D4C1DA0}"/>
                  </a:ext>
                </a:extLst>
              </p:cNvPr>
              <p:cNvSpPr>
                <a:spLocks/>
              </p:cNvSpPr>
              <p:nvPr/>
            </p:nvSpPr>
            <p:spPr bwMode="auto">
              <a:xfrm>
                <a:off x="1220" y="1306"/>
                <a:ext cx="1309" cy="1033"/>
              </a:xfrm>
              <a:custGeom>
                <a:avLst/>
                <a:gdLst>
                  <a:gd name="T0" fmla="*/ 1121 w 1155"/>
                  <a:gd name="T1" fmla="*/ 519 h 914"/>
                  <a:gd name="T2" fmla="*/ 760 w 1155"/>
                  <a:gd name="T3" fmla="*/ 880 h 914"/>
                  <a:gd name="T4" fmla="*/ 637 w 1155"/>
                  <a:gd name="T5" fmla="*/ 880 h 914"/>
                  <a:gd name="T6" fmla="*/ 637 w 1155"/>
                  <a:gd name="T7" fmla="*/ 880 h 914"/>
                  <a:gd name="T8" fmla="*/ 637 w 1155"/>
                  <a:gd name="T9" fmla="*/ 757 h 914"/>
                  <a:gd name="T10" fmla="*/ 687 w 1155"/>
                  <a:gd name="T11" fmla="*/ 707 h 914"/>
                  <a:gd name="T12" fmla="*/ 0 w 1155"/>
                  <a:gd name="T13" fmla="*/ 707 h 914"/>
                  <a:gd name="T14" fmla="*/ 0 w 1155"/>
                  <a:gd name="T15" fmla="*/ 207 h 914"/>
                  <a:gd name="T16" fmla="*/ 687 w 1155"/>
                  <a:gd name="T17" fmla="*/ 207 h 914"/>
                  <a:gd name="T18" fmla="*/ 637 w 1155"/>
                  <a:gd name="T19" fmla="*/ 157 h 914"/>
                  <a:gd name="T20" fmla="*/ 637 w 1155"/>
                  <a:gd name="T21" fmla="*/ 34 h 914"/>
                  <a:gd name="T22" fmla="*/ 637 w 1155"/>
                  <a:gd name="T23" fmla="*/ 34 h 914"/>
                  <a:gd name="T24" fmla="*/ 760 w 1155"/>
                  <a:gd name="T25" fmla="*/ 34 h 914"/>
                  <a:gd name="T26" fmla="*/ 1121 w 1155"/>
                  <a:gd name="T27" fmla="*/ 396 h 914"/>
                  <a:gd name="T28" fmla="*/ 1121 w 1155"/>
                  <a:gd name="T29" fmla="*/ 519 h 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55" h="914">
                    <a:moveTo>
                      <a:pt x="1121" y="519"/>
                    </a:moveTo>
                    <a:cubicBezTo>
                      <a:pt x="760" y="880"/>
                      <a:pt x="760" y="880"/>
                      <a:pt x="760" y="880"/>
                    </a:cubicBezTo>
                    <a:cubicBezTo>
                      <a:pt x="726" y="914"/>
                      <a:pt x="671" y="914"/>
                      <a:pt x="637" y="880"/>
                    </a:cubicBezTo>
                    <a:cubicBezTo>
                      <a:pt x="637" y="880"/>
                      <a:pt x="637" y="880"/>
                      <a:pt x="637" y="880"/>
                    </a:cubicBezTo>
                    <a:cubicBezTo>
                      <a:pt x="603" y="846"/>
                      <a:pt x="603" y="791"/>
                      <a:pt x="637" y="757"/>
                    </a:cubicBezTo>
                    <a:cubicBezTo>
                      <a:pt x="687" y="707"/>
                      <a:pt x="687" y="707"/>
                      <a:pt x="687" y="707"/>
                    </a:cubicBezTo>
                    <a:cubicBezTo>
                      <a:pt x="0" y="707"/>
                      <a:pt x="0" y="707"/>
                      <a:pt x="0" y="707"/>
                    </a:cubicBezTo>
                    <a:cubicBezTo>
                      <a:pt x="0" y="207"/>
                      <a:pt x="0" y="207"/>
                      <a:pt x="0" y="207"/>
                    </a:cubicBezTo>
                    <a:cubicBezTo>
                      <a:pt x="687" y="207"/>
                      <a:pt x="687" y="207"/>
                      <a:pt x="687" y="207"/>
                    </a:cubicBezTo>
                    <a:cubicBezTo>
                      <a:pt x="637" y="157"/>
                      <a:pt x="637" y="157"/>
                      <a:pt x="637" y="157"/>
                    </a:cubicBezTo>
                    <a:cubicBezTo>
                      <a:pt x="603" y="123"/>
                      <a:pt x="603" y="68"/>
                      <a:pt x="637" y="34"/>
                    </a:cubicBezTo>
                    <a:cubicBezTo>
                      <a:pt x="637" y="34"/>
                      <a:pt x="637" y="34"/>
                      <a:pt x="637" y="34"/>
                    </a:cubicBezTo>
                    <a:cubicBezTo>
                      <a:pt x="671" y="0"/>
                      <a:pt x="726" y="0"/>
                      <a:pt x="760" y="34"/>
                    </a:cubicBezTo>
                    <a:cubicBezTo>
                      <a:pt x="1121" y="396"/>
                      <a:pt x="1121" y="396"/>
                      <a:pt x="1121" y="396"/>
                    </a:cubicBezTo>
                    <a:cubicBezTo>
                      <a:pt x="1155" y="430"/>
                      <a:pt x="1155" y="485"/>
                      <a:pt x="1121" y="519"/>
                    </a:cubicBezTo>
                    <a:close/>
                  </a:path>
                </a:pathLst>
              </a:custGeom>
              <a:solidFill>
                <a:srgbClr val="E546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a:extLst>
                  <a:ext uri="{FF2B5EF4-FFF2-40B4-BE49-F238E27FC236}">
                    <a16:creationId xmlns:a16="http://schemas.microsoft.com/office/drawing/2014/main" id="{0A6DFF30-2A10-47AC-806D-2F30FEB99DAF}"/>
                  </a:ext>
                </a:extLst>
              </p:cNvPr>
              <p:cNvSpPr>
                <a:spLocks/>
              </p:cNvSpPr>
              <p:nvPr/>
            </p:nvSpPr>
            <p:spPr bwMode="auto">
              <a:xfrm>
                <a:off x="1220" y="1822"/>
                <a:ext cx="1299" cy="517"/>
              </a:xfrm>
              <a:custGeom>
                <a:avLst/>
                <a:gdLst>
                  <a:gd name="T0" fmla="*/ 0 w 1147"/>
                  <a:gd name="T1" fmla="*/ 250 h 457"/>
                  <a:gd name="T2" fmla="*/ 687 w 1147"/>
                  <a:gd name="T3" fmla="*/ 250 h 457"/>
                  <a:gd name="T4" fmla="*/ 637 w 1147"/>
                  <a:gd name="T5" fmla="*/ 300 h 457"/>
                  <a:gd name="T6" fmla="*/ 637 w 1147"/>
                  <a:gd name="T7" fmla="*/ 423 h 457"/>
                  <a:gd name="T8" fmla="*/ 637 w 1147"/>
                  <a:gd name="T9" fmla="*/ 423 h 457"/>
                  <a:gd name="T10" fmla="*/ 760 w 1147"/>
                  <a:gd name="T11" fmla="*/ 423 h 457"/>
                  <a:gd name="T12" fmla="*/ 1121 w 1147"/>
                  <a:gd name="T13" fmla="*/ 62 h 457"/>
                  <a:gd name="T14" fmla="*/ 1147 w 1147"/>
                  <a:gd name="T15" fmla="*/ 0 h 457"/>
                  <a:gd name="T16" fmla="*/ 0 w 1147"/>
                  <a:gd name="T17" fmla="*/ 0 h 457"/>
                  <a:gd name="T18" fmla="*/ 0 w 1147"/>
                  <a:gd name="T19" fmla="*/ 25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7" h="457">
                    <a:moveTo>
                      <a:pt x="0" y="250"/>
                    </a:moveTo>
                    <a:cubicBezTo>
                      <a:pt x="687" y="250"/>
                      <a:pt x="687" y="250"/>
                      <a:pt x="687" y="250"/>
                    </a:cubicBezTo>
                    <a:cubicBezTo>
                      <a:pt x="637" y="300"/>
                      <a:pt x="637" y="300"/>
                      <a:pt x="637" y="300"/>
                    </a:cubicBezTo>
                    <a:cubicBezTo>
                      <a:pt x="603" y="334"/>
                      <a:pt x="603" y="389"/>
                      <a:pt x="637" y="423"/>
                    </a:cubicBezTo>
                    <a:cubicBezTo>
                      <a:pt x="637" y="423"/>
                      <a:pt x="637" y="423"/>
                      <a:pt x="637" y="423"/>
                    </a:cubicBezTo>
                    <a:cubicBezTo>
                      <a:pt x="671" y="457"/>
                      <a:pt x="726" y="457"/>
                      <a:pt x="760" y="423"/>
                    </a:cubicBezTo>
                    <a:cubicBezTo>
                      <a:pt x="1121" y="62"/>
                      <a:pt x="1121" y="62"/>
                      <a:pt x="1121" y="62"/>
                    </a:cubicBezTo>
                    <a:cubicBezTo>
                      <a:pt x="1138" y="45"/>
                      <a:pt x="1147" y="22"/>
                      <a:pt x="1147" y="0"/>
                    </a:cubicBezTo>
                    <a:cubicBezTo>
                      <a:pt x="0" y="0"/>
                      <a:pt x="0" y="0"/>
                      <a:pt x="0" y="0"/>
                    </a:cubicBezTo>
                    <a:lnTo>
                      <a:pt x="0" y="250"/>
                    </a:lnTo>
                    <a:close/>
                  </a:path>
                </a:pathLst>
              </a:custGeom>
              <a:solidFill>
                <a:srgbClr val="7FCA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a:extLst>
                  <a:ext uri="{FF2B5EF4-FFF2-40B4-BE49-F238E27FC236}">
                    <a16:creationId xmlns:a16="http://schemas.microsoft.com/office/drawing/2014/main" id="{B8584E6F-F23C-4DB8-BEDA-1FB7C254EE57}"/>
                  </a:ext>
                </a:extLst>
              </p:cNvPr>
              <p:cNvSpPr>
                <a:spLocks/>
              </p:cNvSpPr>
              <p:nvPr/>
            </p:nvSpPr>
            <p:spPr bwMode="auto">
              <a:xfrm>
                <a:off x="1220" y="1306"/>
                <a:ext cx="1299" cy="516"/>
              </a:xfrm>
              <a:custGeom>
                <a:avLst/>
                <a:gdLst>
                  <a:gd name="T0" fmla="*/ 760 w 1147"/>
                  <a:gd name="T1" fmla="*/ 34 h 457"/>
                  <a:gd name="T2" fmla="*/ 637 w 1147"/>
                  <a:gd name="T3" fmla="*/ 34 h 457"/>
                  <a:gd name="T4" fmla="*/ 637 w 1147"/>
                  <a:gd name="T5" fmla="*/ 34 h 457"/>
                  <a:gd name="T6" fmla="*/ 637 w 1147"/>
                  <a:gd name="T7" fmla="*/ 157 h 457"/>
                  <a:gd name="T8" fmla="*/ 687 w 1147"/>
                  <a:gd name="T9" fmla="*/ 207 h 457"/>
                  <a:gd name="T10" fmla="*/ 0 w 1147"/>
                  <a:gd name="T11" fmla="*/ 207 h 457"/>
                  <a:gd name="T12" fmla="*/ 0 w 1147"/>
                  <a:gd name="T13" fmla="*/ 457 h 457"/>
                  <a:gd name="T14" fmla="*/ 1147 w 1147"/>
                  <a:gd name="T15" fmla="*/ 457 h 457"/>
                  <a:gd name="T16" fmla="*/ 1121 w 1147"/>
                  <a:gd name="T17" fmla="*/ 396 h 457"/>
                  <a:gd name="T18" fmla="*/ 760 w 1147"/>
                  <a:gd name="T19" fmla="*/ 3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7" h="457">
                    <a:moveTo>
                      <a:pt x="760" y="34"/>
                    </a:moveTo>
                    <a:cubicBezTo>
                      <a:pt x="726" y="0"/>
                      <a:pt x="671" y="0"/>
                      <a:pt x="637" y="34"/>
                    </a:cubicBezTo>
                    <a:cubicBezTo>
                      <a:pt x="637" y="34"/>
                      <a:pt x="637" y="34"/>
                      <a:pt x="637" y="34"/>
                    </a:cubicBezTo>
                    <a:cubicBezTo>
                      <a:pt x="603" y="68"/>
                      <a:pt x="603" y="123"/>
                      <a:pt x="637" y="157"/>
                    </a:cubicBezTo>
                    <a:cubicBezTo>
                      <a:pt x="687" y="207"/>
                      <a:pt x="687" y="207"/>
                      <a:pt x="687" y="207"/>
                    </a:cubicBezTo>
                    <a:cubicBezTo>
                      <a:pt x="0" y="207"/>
                      <a:pt x="0" y="207"/>
                      <a:pt x="0" y="207"/>
                    </a:cubicBezTo>
                    <a:cubicBezTo>
                      <a:pt x="0" y="457"/>
                      <a:pt x="0" y="457"/>
                      <a:pt x="0" y="457"/>
                    </a:cubicBezTo>
                    <a:cubicBezTo>
                      <a:pt x="1147" y="457"/>
                      <a:pt x="1147" y="457"/>
                      <a:pt x="1147" y="457"/>
                    </a:cubicBezTo>
                    <a:cubicBezTo>
                      <a:pt x="1147" y="435"/>
                      <a:pt x="1138" y="413"/>
                      <a:pt x="1121" y="396"/>
                    </a:cubicBezTo>
                    <a:lnTo>
                      <a:pt x="760" y="34"/>
                    </a:lnTo>
                    <a:close/>
                  </a:path>
                </a:pathLst>
              </a:cu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a:extLst>
                  <a:ext uri="{FF2B5EF4-FFF2-40B4-BE49-F238E27FC236}">
                    <a16:creationId xmlns:a16="http://schemas.microsoft.com/office/drawing/2014/main" id="{4B6AE206-55D5-4BAB-B157-4BF7858AB625}"/>
                  </a:ext>
                </a:extLst>
              </p:cNvPr>
              <p:cNvSpPr>
                <a:spLocks/>
              </p:cNvSpPr>
              <p:nvPr/>
            </p:nvSpPr>
            <p:spPr bwMode="auto">
              <a:xfrm>
                <a:off x="3030" y="671"/>
                <a:ext cx="349" cy="686"/>
              </a:xfrm>
              <a:custGeom>
                <a:avLst/>
                <a:gdLst>
                  <a:gd name="T0" fmla="*/ 0 w 349"/>
                  <a:gd name="T1" fmla="*/ 0 h 686"/>
                  <a:gd name="T2" fmla="*/ 0 w 349"/>
                  <a:gd name="T3" fmla="*/ 338 h 686"/>
                  <a:gd name="T4" fmla="*/ 349 w 349"/>
                  <a:gd name="T5" fmla="*/ 686 h 686"/>
                </a:gdLst>
                <a:ahLst/>
                <a:cxnLst>
                  <a:cxn ang="0">
                    <a:pos x="T0" y="T1"/>
                  </a:cxn>
                  <a:cxn ang="0">
                    <a:pos x="T2" y="T3"/>
                  </a:cxn>
                  <a:cxn ang="0">
                    <a:pos x="T4" y="T5"/>
                  </a:cxn>
                </a:cxnLst>
                <a:rect l="0" t="0" r="r" b="b"/>
                <a:pathLst>
                  <a:path w="349" h="686">
                    <a:moveTo>
                      <a:pt x="0" y="0"/>
                    </a:moveTo>
                    <a:lnTo>
                      <a:pt x="0" y="338"/>
                    </a:lnTo>
                    <a:lnTo>
                      <a:pt x="349" y="686"/>
                    </a:lnTo>
                  </a:path>
                </a:pathLst>
              </a:custGeom>
              <a:noFill/>
              <a:ln w="14288" cap="rnd">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Oval 15">
                <a:extLst>
                  <a:ext uri="{FF2B5EF4-FFF2-40B4-BE49-F238E27FC236}">
                    <a16:creationId xmlns:a16="http://schemas.microsoft.com/office/drawing/2014/main" id="{2ABC4D73-8347-46DC-B92A-846898BCE608}"/>
                  </a:ext>
                </a:extLst>
              </p:cNvPr>
              <p:cNvSpPr>
                <a:spLocks noChangeArrowheads="1"/>
              </p:cNvSpPr>
              <p:nvPr/>
            </p:nvSpPr>
            <p:spPr bwMode="auto">
              <a:xfrm>
                <a:off x="3349" y="1327"/>
                <a:ext cx="60" cy="59"/>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50029422-BC75-4005-95B5-378A6FF7BC59}"/>
                  </a:ext>
                </a:extLst>
              </p:cNvPr>
              <p:cNvSpPr>
                <a:spLocks/>
              </p:cNvSpPr>
              <p:nvPr/>
            </p:nvSpPr>
            <p:spPr bwMode="auto">
              <a:xfrm>
                <a:off x="3967" y="2064"/>
                <a:ext cx="349" cy="686"/>
              </a:xfrm>
              <a:custGeom>
                <a:avLst/>
                <a:gdLst>
                  <a:gd name="T0" fmla="*/ 0 w 349"/>
                  <a:gd name="T1" fmla="*/ 686 h 686"/>
                  <a:gd name="T2" fmla="*/ 0 w 349"/>
                  <a:gd name="T3" fmla="*/ 348 h 686"/>
                  <a:gd name="T4" fmla="*/ 349 w 349"/>
                  <a:gd name="T5" fmla="*/ 0 h 686"/>
                </a:gdLst>
                <a:ahLst/>
                <a:cxnLst>
                  <a:cxn ang="0">
                    <a:pos x="T0" y="T1"/>
                  </a:cxn>
                  <a:cxn ang="0">
                    <a:pos x="T2" y="T3"/>
                  </a:cxn>
                  <a:cxn ang="0">
                    <a:pos x="T4" y="T5"/>
                  </a:cxn>
                </a:cxnLst>
                <a:rect l="0" t="0" r="r" b="b"/>
                <a:pathLst>
                  <a:path w="349" h="686">
                    <a:moveTo>
                      <a:pt x="0" y="686"/>
                    </a:moveTo>
                    <a:lnTo>
                      <a:pt x="0" y="348"/>
                    </a:lnTo>
                    <a:lnTo>
                      <a:pt x="349" y="0"/>
                    </a:lnTo>
                  </a:path>
                </a:pathLst>
              </a:custGeom>
              <a:noFill/>
              <a:ln w="14288" cap="rnd">
                <a:solidFill>
                  <a:srgbClr val="CCCCC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Oval 17">
                <a:extLst>
                  <a:ext uri="{FF2B5EF4-FFF2-40B4-BE49-F238E27FC236}">
                    <a16:creationId xmlns:a16="http://schemas.microsoft.com/office/drawing/2014/main" id="{F1E3C4AF-7AE4-478D-8A6F-CA3632C43FFC}"/>
                  </a:ext>
                </a:extLst>
              </p:cNvPr>
              <p:cNvSpPr>
                <a:spLocks noChangeArrowheads="1"/>
              </p:cNvSpPr>
              <p:nvPr/>
            </p:nvSpPr>
            <p:spPr bwMode="auto">
              <a:xfrm>
                <a:off x="4287" y="2035"/>
                <a:ext cx="59" cy="59"/>
              </a:xfrm>
              <a:prstGeom prst="ellipse">
                <a:avLst/>
              </a:pr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a:extLst>
                  <a:ext uri="{FF2B5EF4-FFF2-40B4-BE49-F238E27FC236}">
                    <a16:creationId xmlns:a16="http://schemas.microsoft.com/office/drawing/2014/main" id="{4F7DFD65-D202-4404-9FD7-C1DB8F4B578A}"/>
                  </a:ext>
                </a:extLst>
              </p:cNvPr>
              <p:cNvSpPr>
                <a:spLocks/>
              </p:cNvSpPr>
              <p:nvPr/>
            </p:nvSpPr>
            <p:spPr bwMode="auto">
              <a:xfrm>
                <a:off x="2095" y="2064"/>
                <a:ext cx="349" cy="686"/>
              </a:xfrm>
              <a:custGeom>
                <a:avLst/>
                <a:gdLst>
                  <a:gd name="T0" fmla="*/ 0 w 349"/>
                  <a:gd name="T1" fmla="*/ 686 h 686"/>
                  <a:gd name="T2" fmla="*/ 0 w 349"/>
                  <a:gd name="T3" fmla="*/ 348 h 686"/>
                  <a:gd name="T4" fmla="*/ 349 w 349"/>
                  <a:gd name="T5" fmla="*/ 0 h 686"/>
                </a:gdLst>
                <a:ahLst/>
                <a:cxnLst>
                  <a:cxn ang="0">
                    <a:pos x="T0" y="T1"/>
                  </a:cxn>
                  <a:cxn ang="0">
                    <a:pos x="T2" y="T3"/>
                  </a:cxn>
                  <a:cxn ang="0">
                    <a:pos x="T4" y="T5"/>
                  </a:cxn>
                </a:cxnLst>
                <a:rect l="0" t="0" r="r" b="b"/>
                <a:pathLst>
                  <a:path w="349" h="686">
                    <a:moveTo>
                      <a:pt x="0" y="686"/>
                    </a:moveTo>
                    <a:lnTo>
                      <a:pt x="0" y="348"/>
                    </a:lnTo>
                    <a:lnTo>
                      <a:pt x="349" y="0"/>
                    </a:lnTo>
                  </a:path>
                </a:pathLst>
              </a:custGeom>
              <a:noFill/>
              <a:ln w="14288" cap="rnd">
                <a:solidFill>
                  <a:srgbClr val="CCCCC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Oval 19">
                <a:extLst>
                  <a:ext uri="{FF2B5EF4-FFF2-40B4-BE49-F238E27FC236}">
                    <a16:creationId xmlns:a16="http://schemas.microsoft.com/office/drawing/2014/main" id="{9608A36A-751B-497D-B274-EFCDF4D77757}"/>
                  </a:ext>
                </a:extLst>
              </p:cNvPr>
              <p:cNvSpPr>
                <a:spLocks noChangeArrowheads="1"/>
              </p:cNvSpPr>
              <p:nvPr/>
            </p:nvSpPr>
            <p:spPr bwMode="auto">
              <a:xfrm>
                <a:off x="2414" y="2035"/>
                <a:ext cx="59" cy="59"/>
              </a:xfrm>
              <a:prstGeom prst="ellipse">
                <a:avLst/>
              </a:pr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2" name="Content Placeholder 2">
              <a:extLst>
                <a:ext uri="{FF2B5EF4-FFF2-40B4-BE49-F238E27FC236}">
                  <a16:creationId xmlns:a16="http://schemas.microsoft.com/office/drawing/2014/main" id="{B6D2CF91-51D4-438A-944C-490A655A52EE}"/>
                </a:ext>
              </a:extLst>
            </p:cNvPr>
            <p:cNvSpPr txBox="1">
              <a:spLocks/>
            </p:cNvSpPr>
            <p:nvPr/>
          </p:nvSpPr>
          <p:spPr>
            <a:xfrm>
              <a:off x="3015737" y="958096"/>
              <a:ext cx="5036038" cy="3564837"/>
            </a:xfrm>
            <a:prstGeom prst="rect">
              <a:avLst/>
            </a:prstGeom>
          </p:spPr>
          <p:txBody>
            <a:bodyPr/>
            <a:lstStyle>
              <a:lvl1pPr marL="342900" indent="-342900" algn="l" rtl="0" eaLnBrk="1" fontAlgn="base" hangingPunct="1">
                <a:lnSpc>
                  <a:spcPct val="90000"/>
                </a:lnSpc>
                <a:spcBef>
                  <a:spcPts val="500"/>
                </a:spcBef>
                <a:spcAft>
                  <a:spcPct val="0"/>
                </a:spcAft>
                <a:buChar char="•"/>
                <a:defRPr sz="2400" kern="0" spc="0" baseline="0">
                  <a:solidFill>
                    <a:srgbClr val="7B7B7B"/>
                  </a:solidFill>
                  <a:latin typeface="+mn-lt"/>
                  <a:ea typeface="+mn-ea"/>
                  <a:cs typeface="+mn-cs"/>
                </a:defRPr>
              </a:lvl1pPr>
              <a:lvl2pPr marL="742950" indent="-285750" algn="l" rtl="0" eaLnBrk="1" fontAlgn="base" hangingPunct="1">
                <a:lnSpc>
                  <a:spcPct val="90000"/>
                </a:lnSpc>
                <a:spcBef>
                  <a:spcPts val="500"/>
                </a:spcBef>
                <a:spcAft>
                  <a:spcPct val="0"/>
                </a:spcAft>
                <a:buChar char="•"/>
                <a:defRPr sz="2000" kern="0" spc="0" baseline="0">
                  <a:solidFill>
                    <a:srgbClr val="7B7B7B"/>
                  </a:solidFill>
                  <a:latin typeface="+mn-lt"/>
                </a:defRPr>
              </a:lvl2pPr>
              <a:lvl3pPr marL="1143000" indent="-228600" algn="l" rtl="0" eaLnBrk="1" fontAlgn="base" hangingPunct="1">
                <a:lnSpc>
                  <a:spcPct val="90000"/>
                </a:lnSpc>
                <a:spcBef>
                  <a:spcPts val="500"/>
                </a:spcBef>
                <a:spcAft>
                  <a:spcPct val="0"/>
                </a:spcAft>
                <a:buChar char="•"/>
                <a:defRPr sz="1800" kern="0" spc="0" baseline="0">
                  <a:solidFill>
                    <a:srgbClr val="7B7B7B"/>
                  </a:solidFill>
                  <a:latin typeface="+mn-lt"/>
                </a:defRPr>
              </a:lvl3pPr>
              <a:lvl4pPr marL="1600200" indent="-228600" algn="l" rtl="0" eaLnBrk="1" fontAlgn="base" hangingPunct="1">
                <a:lnSpc>
                  <a:spcPct val="90000"/>
                </a:lnSpc>
                <a:spcBef>
                  <a:spcPts val="500"/>
                </a:spcBef>
                <a:spcAft>
                  <a:spcPct val="0"/>
                </a:spcAft>
                <a:buChar char="•"/>
                <a:defRPr sz="1800" kern="0" spc="0" baseline="0">
                  <a:solidFill>
                    <a:srgbClr val="7B7B7B"/>
                  </a:solidFill>
                  <a:latin typeface="+mn-lt"/>
                </a:defRPr>
              </a:lvl4pPr>
              <a:lvl5pPr marL="2057400" indent="-228600" algn="l" rtl="0" eaLnBrk="1" fontAlgn="base" hangingPunct="1">
                <a:lnSpc>
                  <a:spcPct val="90000"/>
                </a:lnSpc>
                <a:spcBef>
                  <a:spcPts val="500"/>
                </a:spcBef>
                <a:spcAft>
                  <a:spcPct val="0"/>
                </a:spcAft>
                <a:buChar char="•"/>
                <a:defRPr sz="1800" kern="0" spc="0" baseline="0">
                  <a:solidFill>
                    <a:srgbClr val="7B7B7B"/>
                  </a:solidFill>
                  <a:latin typeface="+mn-lt"/>
                </a:defRPr>
              </a:lvl5pPr>
              <a:lvl6pPr marL="2514600" indent="-228600" algn="l" rtl="0" eaLnBrk="1" fontAlgn="base" hangingPunct="1">
                <a:spcBef>
                  <a:spcPts val="500"/>
                </a:spcBef>
                <a:spcAft>
                  <a:spcPct val="0"/>
                </a:spcAft>
                <a:buChar char="•"/>
                <a:defRPr sz="2200">
                  <a:solidFill>
                    <a:schemeClr val="tx1"/>
                  </a:solidFill>
                  <a:latin typeface="+mn-lt"/>
                </a:defRPr>
              </a:lvl6pPr>
              <a:lvl7pPr marL="2971800" indent="-228600" algn="l" rtl="0" eaLnBrk="1" fontAlgn="base" hangingPunct="1">
                <a:spcBef>
                  <a:spcPts val="500"/>
                </a:spcBef>
                <a:spcAft>
                  <a:spcPct val="0"/>
                </a:spcAft>
                <a:buChar char="•"/>
                <a:defRPr sz="2200">
                  <a:solidFill>
                    <a:schemeClr val="tx1"/>
                  </a:solidFill>
                  <a:latin typeface="+mn-lt"/>
                </a:defRPr>
              </a:lvl7pPr>
              <a:lvl8pPr marL="3429000" indent="-228600" algn="l" rtl="0" eaLnBrk="1" fontAlgn="base" hangingPunct="1">
                <a:spcBef>
                  <a:spcPts val="500"/>
                </a:spcBef>
                <a:spcAft>
                  <a:spcPct val="0"/>
                </a:spcAft>
                <a:buChar char="•"/>
                <a:defRPr sz="2200">
                  <a:solidFill>
                    <a:schemeClr val="tx1"/>
                  </a:solidFill>
                  <a:latin typeface="+mn-lt"/>
                </a:defRPr>
              </a:lvl8pPr>
              <a:lvl9pPr marL="3886200" indent="-228600" algn="l" rtl="0" eaLnBrk="1" fontAlgn="base" hangingPunct="1">
                <a:spcBef>
                  <a:spcPts val="500"/>
                </a:spcBef>
                <a:spcAft>
                  <a:spcPct val="0"/>
                </a:spcAft>
                <a:buChar char="•"/>
                <a:defRPr sz="2200">
                  <a:solidFill>
                    <a:schemeClr val="tx1"/>
                  </a:solidFill>
                  <a:latin typeface="+mn-lt"/>
                </a:defRPr>
              </a:lvl9pPr>
            </a:lstStyle>
            <a:p>
              <a:pPr marL="274320" indent="0" defTabSz="914400">
                <a:lnSpc>
                  <a:spcPts val="1500"/>
                </a:lnSpc>
                <a:buNone/>
              </a:pPr>
              <a:endParaRPr lang="en-US" sz="1200">
                <a:solidFill>
                  <a:schemeClr val="bg2"/>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58291CC3-D89B-4E4F-ADFF-FBCA93C1E8AA}"/>
                </a:ext>
              </a:extLst>
            </p:cNvPr>
            <p:cNvSpPr/>
            <p:nvPr/>
          </p:nvSpPr>
          <p:spPr>
            <a:xfrm>
              <a:off x="1158898" y="4129413"/>
              <a:ext cx="2083571" cy="343071"/>
            </a:xfrm>
            <a:prstGeom prst="rect">
              <a:avLst/>
            </a:prstGeom>
          </p:spPr>
          <p:txBody>
            <a:bodyPr wrap="square">
              <a:spAutoFit/>
            </a:bodyPr>
            <a:lstStyle/>
            <a:p>
              <a:pPr algn="r"/>
              <a:r>
                <a:rPr lang="en-US" sz="1400" dirty="0">
                  <a:solidFill>
                    <a:schemeClr val="bg2"/>
                  </a:solidFill>
                  <a:latin typeface="Arial" panose="020B0604020202020204" pitchFamily="34" charset="0"/>
                  <a:cs typeface="Arial" panose="020B0604020202020204" pitchFamily="34" charset="0"/>
                </a:rPr>
                <a:t>Introduction to EC 14</a:t>
              </a:r>
            </a:p>
          </p:txBody>
        </p:sp>
        <p:sp>
          <p:nvSpPr>
            <p:cNvPr id="67" name="Rectangle 66">
              <a:extLst>
                <a:ext uri="{FF2B5EF4-FFF2-40B4-BE49-F238E27FC236}">
                  <a16:creationId xmlns:a16="http://schemas.microsoft.com/office/drawing/2014/main" id="{C8DAE158-41F3-4C24-9F57-564DCCFA1AF0}"/>
                </a:ext>
              </a:extLst>
            </p:cNvPr>
            <p:cNvSpPr/>
            <p:nvPr/>
          </p:nvSpPr>
          <p:spPr>
            <a:xfrm>
              <a:off x="3295934" y="995471"/>
              <a:ext cx="1642066" cy="583220"/>
            </a:xfrm>
            <a:prstGeom prst="rect">
              <a:avLst/>
            </a:prstGeom>
          </p:spPr>
          <p:txBody>
            <a:bodyPr wrap="square">
              <a:spAutoFit/>
            </a:bodyPr>
            <a:lstStyle/>
            <a:p>
              <a:pPr algn="r"/>
              <a:r>
                <a:rPr lang="en-US" sz="1400">
                  <a:solidFill>
                    <a:schemeClr val="bg2"/>
                  </a:solidFill>
                  <a:latin typeface="Arial" panose="020B0604020202020204" pitchFamily="34" charset="0"/>
                  <a:cs typeface="Arial" panose="020B0604020202020204" pitchFamily="34" charset="0"/>
                </a:rPr>
                <a:t>EC Standard Features</a:t>
              </a:r>
            </a:p>
          </p:txBody>
        </p:sp>
        <p:sp>
          <p:nvSpPr>
            <p:cNvPr id="69" name="Rectangle 68">
              <a:extLst>
                <a:ext uri="{FF2B5EF4-FFF2-40B4-BE49-F238E27FC236}">
                  <a16:creationId xmlns:a16="http://schemas.microsoft.com/office/drawing/2014/main" id="{B8F453AE-B773-4F6C-9DB4-952CC80D607B}"/>
                </a:ext>
              </a:extLst>
            </p:cNvPr>
            <p:cNvSpPr/>
            <p:nvPr/>
          </p:nvSpPr>
          <p:spPr>
            <a:xfrm>
              <a:off x="4198124" y="4111249"/>
              <a:ext cx="2380652" cy="823369"/>
            </a:xfrm>
            <a:prstGeom prst="rect">
              <a:avLst/>
            </a:prstGeom>
          </p:spPr>
          <p:txBody>
            <a:bodyPr wrap="square" lIns="91440" tIns="45720" rIns="91440" bIns="45720" anchor="t">
              <a:spAutoFit/>
            </a:bodyPr>
            <a:lstStyle/>
            <a:p>
              <a:pPr algn="r"/>
              <a:r>
                <a:rPr lang="en-GB" sz="1400" dirty="0">
                  <a:solidFill>
                    <a:schemeClr val="bg2"/>
                  </a:solidFill>
                  <a:latin typeface="Arial" panose="020B0604020202020204" pitchFamily="34" charset="0"/>
                  <a:cs typeface="Arial" panose="020B0604020202020204" pitchFamily="34" charset="0"/>
                </a:rPr>
                <a:t>Upgraded Business Features/Process in EC14.1</a:t>
              </a:r>
              <a:endParaRPr lang="en-US" sz="1400" dirty="0">
                <a:solidFill>
                  <a:schemeClr val="bg2"/>
                </a:solidFill>
                <a:latin typeface="Arial" panose="020B0604020202020204" pitchFamily="34" charset="0"/>
                <a:cs typeface="Arial" panose="020B0604020202020204" pitchFamily="34" charset="0"/>
              </a:endParaRPr>
            </a:p>
          </p:txBody>
        </p:sp>
      </p:grpSp>
      <p:sp>
        <p:nvSpPr>
          <p:cNvPr id="70" name="Rectangle 69">
            <a:extLst>
              <a:ext uri="{FF2B5EF4-FFF2-40B4-BE49-F238E27FC236}">
                <a16:creationId xmlns:a16="http://schemas.microsoft.com/office/drawing/2014/main" id="{9A414F1D-F9A0-4868-8953-DFA3B1E6D31A}"/>
              </a:ext>
            </a:extLst>
          </p:cNvPr>
          <p:cNvSpPr/>
          <p:nvPr/>
        </p:nvSpPr>
        <p:spPr>
          <a:xfrm>
            <a:off x="3024013" y="2438518"/>
            <a:ext cx="603407" cy="461665"/>
          </a:xfrm>
          <a:prstGeom prst="rect">
            <a:avLst/>
          </a:prstGeom>
        </p:spPr>
        <p:txBody>
          <a:bodyPr wrap="square">
            <a:spAutoFit/>
          </a:bodyPr>
          <a:lstStyle/>
          <a:p>
            <a:pPr algn="r"/>
            <a:r>
              <a:rPr lang="en-US" sz="2400" b="1">
                <a:solidFill>
                  <a:schemeClr val="bg2"/>
                </a:solidFill>
                <a:latin typeface="Arial" panose="020B0604020202020204" pitchFamily="34" charset="0"/>
                <a:cs typeface="Arial" panose="020B0604020202020204" pitchFamily="34" charset="0"/>
              </a:rPr>
              <a:t>01</a:t>
            </a:r>
          </a:p>
        </p:txBody>
      </p:sp>
      <p:sp>
        <p:nvSpPr>
          <p:cNvPr id="83" name="Rectangle 82">
            <a:extLst>
              <a:ext uri="{FF2B5EF4-FFF2-40B4-BE49-F238E27FC236}">
                <a16:creationId xmlns:a16="http://schemas.microsoft.com/office/drawing/2014/main" id="{464EDB15-3137-47D0-A470-E60E08A2905E}"/>
              </a:ext>
            </a:extLst>
          </p:cNvPr>
          <p:cNvSpPr/>
          <p:nvPr/>
        </p:nvSpPr>
        <p:spPr>
          <a:xfrm>
            <a:off x="4537352" y="2521832"/>
            <a:ext cx="603407" cy="461665"/>
          </a:xfrm>
          <a:prstGeom prst="rect">
            <a:avLst/>
          </a:prstGeom>
        </p:spPr>
        <p:txBody>
          <a:bodyPr wrap="square">
            <a:spAutoFit/>
          </a:bodyPr>
          <a:lstStyle/>
          <a:p>
            <a:pPr algn="r"/>
            <a:r>
              <a:rPr lang="en-US" sz="2400" b="1">
                <a:solidFill>
                  <a:schemeClr val="accent6">
                    <a:lumMod val="50000"/>
                  </a:schemeClr>
                </a:solidFill>
                <a:latin typeface="Arial" panose="020B0604020202020204" pitchFamily="34" charset="0"/>
                <a:cs typeface="Arial" panose="020B0604020202020204" pitchFamily="34" charset="0"/>
              </a:rPr>
              <a:t>02</a:t>
            </a:r>
          </a:p>
        </p:txBody>
      </p:sp>
      <p:sp>
        <p:nvSpPr>
          <p:cNvPr id="84" name="Rectangle 83">
            <a:extLst>
              <a:ext uri="{FF2B5EF4-FFF2-40B4-BE49-F238E27FC236}">
                <a16:creationId xmlns:a16="http://schemas.microsoft.com/office/drawing/2014/main" id="{F5577FEC-43CF-4F21-A78E-AD8F30A4D12A}"/>
              </a:ext>
            </a:extLst>
          </p:cNvPr>
          <p:cNvSpPr/>
          <p:nvPr/>
        </p:nvSpPr>
        <p:spPr>
          <a:xfrm>
            <a:off x="5971220" y="2438518"/>
            <a:ext cx="603407" cy="461665"/>
          </a:xfrm>
          <a:prstGeom prst="rect">
            <a:avLst/>
          </a:prstGeom>
        </p:spPr>
        <p:txBody>
          <a:bodyPr wrap="square">
            <a:spAutoFit/>
          </a:bodyPr>
          <a:lstStyle/>
          <a:p>
            <a:pPr algn="r"/>
            <a:r>
              <a:rPr lang="en-US" sz="2400" b="1">
                <a:solidFill>
                  <a:schemeClr val="bg2"/>
                </a:solidFill>
                <a:latin typeface="Arial" panose="020B0604020202020204" pitchFamily="34" charset="0"/>
                <a:cs typeface="Arial" panose="020B0604020202020204" pitchFamily="34" charset="0"/>
              </a:rPr>
              <a:t>03</a:t>
            </a:r>
          </a:p>
        </p:txBody>
      </p:sp>
      <p:pic>
        <p:nvPicPr>
          <p:cNvPr id="30" name="Picture 29">
            <a:extLst>
              <a:ext uri="{FF2B5EF4-FFF2-40B4-BE49-F238E27FC236}">
                <a16:creationId xmlns:a16="http://schemas.microsoft.com/office/drawing/2014/main" id="{953F3928-46C6-4DA5-B168-82268E42FAE0}"/>
              </a:ext>
            </a:extLst>
          </p:cNvPr>
          <p:cNvPicPr>
            <a:picLocks noChangeAspect="1"/>
          </p:cNvPicPr>
          <p:nvPr/>
        </p:nvPicPr>
        <p:blipFill>
          <a:blip r:embed="rId3"/>
          <a:srcRect/>
          <a:stretch/>
        </p:blipFill>
        <p:spPr>
          <a:xfrm>
            <a:off x="128338" y="40902"/>
            <a:ext cx="802314" cy="257919"/>
          </a:xfrm>
          <a:prstGeom prst="rect">
            <a:avLst/>
          </a:prstGeom>
        </p:spPr>
      </p:pic>
    </p:spTree>
    <p:extLst>
      <p:ext uri="{BB962C8B-B14F-4D97-AF65-F5344CB8AC3E}">
        <p14:creationId xmlns:p14="http://schemas.microsoft.com/office/powerpoint/2010/main" val="3405959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large ship in a body of water&#10;&#10;Description automatically generated">
            <a:extLst>
              <a:ext uri="{FF2B5EF4-FFF2-40B4-BE49-F238E27FC236}">
                <a16:creationId xmlns:a16="http://schemas.microsoft.com/office/drawing/2014/main" id="{E1C9562E-640E-4A59-B854-7AAE1FD71414}"/>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7" name="Subtitle 6">
            <a:extLst>
              <a:ext uri="{FF2B5EF4-FFF2-40B4-BE49-F238E27FC236}">
                <a16:creationId xmlns:a16="http://schemas.microsoft.com/office/drawing/2014/main" id="{BDDF918B-C597-5940-9BEB-CC36782C21FF}"/>
              </a:ext>
            </a:extLst>
          </p:cNvPr>
          <p:cNvSpPr>
            <a:spLocks noGrp="1"/>
          </p:cNvSpPr>
          <p:nvPr>
            <p:ph type="subTitle" idx="1"/>
          </p:nvPr>
        </p:nvSpPr>
        <p:spPr>
          <a:xfrm>
            <a:off x="475896" y="3303202"/>
            <a:ext cx="2997517" cy="362052"/>
          </a:xfrm>
        </p:spPr>
        <p:txBody>
          <a:bodyPr/>
          <a:lstStyle/>
          <a:p>
            <a:r>
              <a:rPr lang="fi-FI" sz="2500" spc="-70" dirty="0"/>
              <a:t>EC Basic Concept</a:t>
            </a:r>
          </a:p>
        </p:txBody>
      </p:sp>
      <p:sp>
        <p:nvSpPr>
          <p:cNvPr id="5" name="Title 4">
            <a:extLst>
              <a:ext uri="{FF2B5EF4-FFF2-40B4-BE49-F238E27FC236}">
                <a16:creationId xmlns:a16="http://schemas.microsoft.com/office/drawing/2014/main" id="{9A76BD5B-CBE9-E040-AC9E-545A8BBFE53C}"/>
              </a:ext>
            </a:extLst>
          </p:cNvPr>
          <p:cNvSpPr>
            <a:spLocks noGrp="1"/>
          </p:cNvSpPr>
          <p:nvPr>
            <p:ph type="title"/>
          </p:nvPr>
        </p:nvSpPr>
        <p:spPr>
          <a:xfrm>
            <a:off x="471942" y="1961964"/>
            <a:ext cx="4417921" cy="566331"/>
          </a:xfrm>
        </p:spPr>
        <p:txBody>
          <a:bodyPr/>
          <a:lstStyle/>
          <a:p>
            <a:r>
              <a:rPr lang="fi-FI" sz="4500" spc="-150" dirty="0">
                <a:latin typeface="Arial"/>
                <a:cs typeface="Arial"/>
              </a:rPr>
              <a:t>EC14 Introduction</a:t>
            </a:r>
            <a:endParaRPr lang="fi-FI" sz="4500" spc="-150" dirty="0"/>
          </a:p>
        </p:txBody>
      </p:sp>
      <p:pic>
        <p:nvPicPr>
          <p:cNvPr id="20" name="Picture 19">
            <a:extLst>
              <a:ext uri="{FF2B5EF4-FFF2-40B4-BE49-F238E27FC236}">
                <a16:creationId xmlns:a16="http://schemas.microsoft.com/office/drawing/2014/main" id="{1B588A4E-493B-47DF-A87B-9F5183E74380}"/>
              </a:ext>
            </a:extLst>
          </p:cNvPr>
          <p:cNvPicPr>
            <a:picLocks noChangeAspect="1"/>
          </p:cNvPicPr>
          <p:nvPr/>
        </p:nvPicPr>
        <p:blipFill>
          <a:blip r:embed="rId3"/>
          <a:srcRect/>
          <a:stretch/>
        </p:blipFill>
        <p:spPr>
          <a:xfrm>
            <a:off x="128338" y="123037"/>
            <a:ext cx="1232630" cy="396252"/>
          </a:xfrm>
          <a:prstGeom prst="rect">
            <a:avLst/>
          </a:prstGeom>
        </p:spPr>
      </p:pic>
    </p:spTree>
    <p:extLst>
      <p:ext uri="{BB962C8B-B14F-4D97-AF65-F5344CB8AC3E}">
        <p14:creationId xmlns:p14="http://schemas.microsoft.com/office/powerpoint/2010/main" val="2892846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2302514F-80DA-4036-9E85-DE7442F3D068}"/>
              </a:ext>
            </a:extLst>
          </p:cNvPr>
          <p:cNvSpPr txBox="1">
            <a:spLocks/>
          </p:cNvSpPr>
          <p:nvPr/>
        </p:nvSpPr>
        <p:spPr>
          <a:xfrm>
            <a:off x="420145" y="580338"/>
            <a:ext cx="6803615" cy="408733"/>
          </a:xfrm>
          <a:prstGeom prst="rect">
            <a:avLst/>
          </a:prstGeom>
        </p:spPr>
        <p:txBody>
          <a:bodyPr vert="horz" lIns="0" tIns="0" rIns="0" bIns="0" rtlCol="0" anchor="t" anchorCtr="0">
            <a:noAutofit/>
          </a:bodyPr>
          <a:lstStyle>
            <a:lvl1pPr algn="l" defTabSz="685800" rtl="0" eaLnBrk="1" latinLnBrk="0" hangingPunct="1">
              <a:lnSpc>
                <a:spcPct val="90000"/>
              </a:lnSpc>
              <a:spcBef>
                <a:spcPct val="0"/>
              </a:spcBef>
              <a:buNone/>
              <a:defRPr sz="2000" b="1" kern="1200">
                <a:solidFill>
                  <a:schemeClr val="tx1"/>
                </a:solidFill>
                <a:latin typeface="Arial" panose="020B0604020202020204" pitchFamily="34" charset="0"/>
                <a:ea typeface="+mj-ea"/>
                <a:cs typeface="Arial" panose="020B0604020202020204" pitchFamily="34" charset="0"/>
              </a:defRPr>
            </a:lvl1pPr>
          </a:lstStyle>
          <a:p>
            <a:r>
              <a:rPr lang="en-US" altLang="en-US" sz="2800" dirty="0"/>
              <a:t>EC14 Core and sub-modules</a:t>
            </a:r>
          </a:p>
        </p:txBody>
      </p:sp>
      <p:pic>
        <p:nvPicPr>
          <p:cNvPr id="9" name="Picture 8">
            <a:extLst>
              <a:ext uri="{FF2B5EF4-FFF2-40B4-BE49-F238E27FC236}">
                <a16:creationId xmlns:a16="http://schemas.microsoft.com/office/drawing/2014/main" id="{278EB5FB-51A1-4506-8AAD-B781DEC5A3D3}"/>
              </a:ext>
            </a:extLst>
          </p:cNvPr>
          <p:cNvPicPr>
            <a:picLocks noChangeAspect="1"/>
          </p:cNvPicPr>
          <p:nvPr/>
        </p:nvPicPr>
        <p:blipFill>
          <a:blip r:embed="rId3"/>
          <a:srcRect/>
          <a:stretch/>
        </p:blipFill>
        <p:spPr>
          <a:xfrm>
            <a:off x="128338" y="40902"/>
            <a:ext cx="802314" cy="257919"/>
          </a:xfrm>
          <a:prstGeom prst="rect">
            <a:avLst/>
          </a:prstGeom>
        </p:spPr>
      </p:pic>
      <p:pic>
        <p:nvPicPr>
          <p:cNvPr id="2" name="Picture 1" descr="A sunset over a body of water&#10;&#10;Description automatically generated">
            <a:extLst>
              <a:ext uri="{FF2B5EF4-FFF2-40B4-BE49-F238E27FC236}">
                <a16:creationId xmlns:a16="http://schemas.microsoft.com/office/drawing/2014/main" id="{BC1EE15B-F608-B510-7CDD-B82AA4C698F2}"/>
              </a:ext>
            </a:extLst>
          </p:cNvPr>
          <p:cNvPicPr>
            <a:picLocks noChangeAspect="1"/>
          </p:cNvPicPr>
          <p:nvPr/>
        </p:nvPicPr>
        <p:blipFill>
          <a:blip r:embed="rId4"/>
          <a:stretch>
            <a:fillRect/>
          </a:stretch>
        </p:blipFill>
        <p:spPr>
          <a:xfrm>
            <a:off x="0" y="-21622"/>
            <a:ext cx="9144000" cy="342900"/>
          </a:xfrm>
          <a:prstGeom prst="rect">
            <a:avLst/>
          </a:prstGeom>
        </p:spPr>
      </p:pic>
      <p:pic>
        <p:nvPicPr>
          <p:cNvPr id="3" name="Picture 2">
            <a:extLst>
              <a:ext uri="{FF2B5EF4-FFF2-40B4-BE49-F238E27FC236}">
                <a16:creationId xmlns:a16="http://schemas.microsoft.com/office/drawing/2014/main" id="{B38C7410-6B9D-38CB-60E8-06480A7D86D8}"/>
              </a:ext>
            </a:extLst>
          </p:cNvPr>
          <p:cNvPicPr>
            <a:picLocks noChangeAspect="1"/>
          </p:cNvPicPr>
          <p:nvPr/>
        </p:nvPicPr>
        <p:blipFill>
          <a:blip r:embed="rId3"/>
          <a:srcRect/>
          <a:stretch/>
        </p:blipFill>
        <p:spPr>
          <a:xfrm>
            <a:off x="128338" y="18445"/>
            <a:ext cx="802314" cy="257919"/>
          </a:xfrm>
          <a:prstGeom prst="rect">
            <a:avLst/>
          </a:prstGeom>
        </p:spPr>
      </p:pic>
      <p:pic>
        <p:nvPicPr>
          <p:cNvPr id="10" name="Picture 9">
            <a:extLst>
              <a:ext uri="{FF2B5EF4-FFF2-40B4-BE49-F238E27FC236}">
                <a16:creationId xmlns:a16="http://schemas.microsoft.com/office/drawing/2014/main" id="{797ABE3A-BA5A-547C-84F5-829D2A39BBA1}"/>
              </a:ext>
            </a:extLst>
          </p:cNvPr>
          <p:cNvPicPr>
            <a:picLocks noChangeAspect="1"/>
          </p:cNvPicPr>
          <p:nvPr/>
        </p:nvPicPr>
        <p:blipFill>
          <a:blip r:embed="rId5"/>
          <a:stretch>
            <a:fillRect/>
          </a:stretch>
        </p:blipFill>
        <p:spPr>
          <a:xfrm>
            <a:off x="810222" y="959276"/>
            <a:ext cx="7206308" cy="4076851"/>
          </a:xfrm>
          <a:prstGeom prst="rect">
            <a:avLst/>
          </a:prstGeom>
        </p:spPr>
      </p:pic>
    </p:spTree>
    <p:extLst>
      <p:ext uri="{BB962C8B-B14F-4D97-AF65-F5344CB8AC3E}">
        <p14:creationId xmlns:p14="http://schemas.microsoft.com/office/powerpoint/2010/main" val="82197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60A31D-BBD7-4D99-9186-D57638A909CB}"/>
              </a:ext>
            </a:extLst>
          </p:cNvPr>
          <p:cNvSpPr/>
          <p:nvPr/>
        </p:nvSpPr>
        <p:spPr>
          <a:xfrm>
            <a:off x="0" y="0"/>
            <a:ext cx="9144000" cy="339725"/>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itle 4">
            <a:extLst>
              <a:ext uri="{FF2B5EF4-FFF2-40B4-BE49-F238E27FC236}">
                <a16:creationId xmlns:a16="http://schemas.microsoft.com/office/drawing/2014/main" id="{915BB0F2-5D5A-492A-ABDE-BFEDD8C92571}"/>
              </a:ext>
            </a:extLst>
          </p:cNvPr>
          <p:cNvSpPr txBox="1">
            <a:spLocks/>
          </p:cNvSpPr>
          <p:nvPr/>
        </p:nvSpPr>
        <p:spPr>
          <a:xfrm>
            <a:off x="420146" y="507898"/>
            <a:ext cx="7626574" cy="342901"/>
          </a:xfrm>
          <a:prstGeom prst="rect">
            <a:avLst/>
          </a:prstGeom>
        </p:spPr>
        <p:txBody>
          <a:bodyPr vert="horz" lIns="0" tIns="0" rIns="0" bIns="0" rtlCol="0" anchor="t" anchorCtr="0">
            <a:noAutofit/>
          </a:bodyPr>
          <a:lstStyle>
            <a:lvl1pPr algn="l" defTabSz="685800" rtl="0" eaLnBrk="1" latinLnBrk="0" hangingPunct="1">
              <a:lnSpc>
                <a:spcPct val="90000"/>
              </a:lnSpc>
              <a:spcBef>
                <a:spcPct val="0"/>
              </a:spcBef>
              <a:buNone/>
              <a:defRPr sz="2400" b="1" kern="1200">
                <a:solidFill>
                  <a:schemeClr val="tx1"/>
                </a:solidFill>
                <a:latin typeface="Arial" panose="020B0604020202020204" pitchFamily="34" charset="0"/>
                <a:ea typeface="+mj-ea"/>
                <a:cs typeface="Arial" panose="020B0604020202020204" pitchFamily="34" charset="0"/>
              </a:defRPr>
            </a:lvl1pPr>
          </a:lstStyle>
          <a:p>
            <a:r>
              <a:rPr lang="fi-FI" sz="2800"/>
              <a:t>Stepping up framework &amp; technology</a:t>
            </a:r>
            <a:endParaRPr lang="fi-FI" sz="2800" dirty="0"/>
          </a:p>
        </p:txBody>
      </p:sp>
      <p:sp>
        <p:nvSpPr>
          <p:cNvPr id="66" name="Freeform 5">
            <a:extLst>
              <a:ext uri="{FF2B5EF4-FFF2-40B4-BE49-F238E27FC236}">
                <a16:creationId xmlns:a16="http://schemas.microsoft.com/office/drawing/2014/main" id="{2A2CC981-A0FA-4BFC-BD40-5A63F784B489}"/>
              </a:ext>
            </a:extLst>
          </p:cNvPr>
          <p:cNvSpPr>
            <a:spLocks/>
          </p:cNvSpPr>
          <p:nvPr/>
        </p:nvSpPr>
        <p:spPr bwMode="auto">
          <a:xfrm>
            <a:off x="3352800" y="3962401"/>
            <a:ext cx="250825" cy="192088"/>
          </a:xfrm>
          <a:custGeom>
            <a:avLst/>
            <a:gdLst>
              <a:gd name="T0" fmla="*/ 12 w 144"/>
              <a:gd name="T1" fmla="*/ 0 h 110"/>
              <a:gd name="T2" fmla="*/ 144 w 144"/>
              <a:gd name="T3" fmla="*/ 97 h 110"/>
              <a:gd name="T4" fmla="*/ 136 w 144"/>
              <a:gd name="T5" fmla="*/ 110 h 110"/>
              <a:gd name="T6" fmla="*/ 0 w 144"/>
              <a:gd name="T7" fmla="*/ 11 h 110"/>
              <a:gd name="T8" fmla="*/ 12 w 144"/>
              <a:gd name="T9" fmla="*/ 0 h 110"/>
            </a:gdLst>
            <a:ahLst/>
            <a:cxnLst>
              <a:cxn ang="0">
                <a:pos x="T0" y="T1"/>
              </a:cxn>
              <a:cxn ang="0">
                <a:pos x="T2" y="T3"/>
              </a:cxn>
              <a:cxn ang="0">
                <a:pos x="T4" y="T5"/>
              </a:cxn>
              <a:cxn ang="0">
                <a:pos x="T6" y="T7"/>
              </a:cxn>
              <a:cxn ang="0">
                <a:pos x="T8" y="T9"/>
              </a:cxn>
            </a:cxnLst>
            <a:rect l="0" t="0" r="r" b="b"/>
            <a:pathLst>
              <a:path w="144" h="110">
                <a:moveTo>
                  <a:pt x="12" y="0"/>
                </a:moveTo>
                <a:cubicBezTo>
                  <a:pt x="52" y="37"/>
                  <a:pt x="96" y="69"/>
                  <a:pt x="144" y="97"/>
                </a:cubicBezTo>
                <a:cubicBezTo>
                  <a:pt x="136" y="110"/>
                  <a:pt x="136" y="110"/>
                  <a:pt x="136" y="110"/>
                </a:cubicBezTo>
                <a:cubicBezTo>
                  <a:pt x="87" y="82"/>
                  <a:pt x="42" y="49"/>
                  <a:pt x="0" y="11"/>
                </a:cubicBezTo>
                <a:cubicBezTo>
                  <a:pt x="5" y="8"/>
                  <a:pt x="8" y="4"/>
                  <a:pt x="12" y="0"/>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6">
            <a:extLst>
              <a:ext uri="{FF2B5EF4-FFF2-40B4-BE49-F238E27FC236}">
                <a16:creationId xmlns:a16="http://schemas.microsoft.com/office/drawing/2014/main" id="{DED733D2-3316-4FEC-9488-494FA947E0C3}"/>
              </a:ext>
            </a:extLst>
          </p:cNvPr>
          <p:cNvSpPr>
            <a:spLocks/>
          </p:cNvSpPr>
          <p:nvPr/>
        </p:nvSpPr>
        <p:spPr bwMode="auto">
          <a:xfrm>
            <a:off x="3016250" y="3481388"/>
            <a:ext cx="227013" cy="360363"/>
          </a:xfrm>
          <a:custGeom>
            <a:avLst/>
            <a:gdLst>
              <a:gd name="T0" fmla="*/ 15 w 130"/>
              <a:gd name="T1" fmla="*/ 0 h 206"/>
              <a:gd name="T2" fmla="*/ 130 w 130"/>
              <a:gd name="T3" fmla="*/ 196 h 206"/>
              <a:gd name="T4" fmla="*/ 118 w 130"/>
              <a:gd name="T5" fmla="*/ 206 h 206"/>
              <a:gd name="T6" fmla="*/ 0 w 130"/>
              <a:gd name="T7" fmla="*/ 6 h 206"/>
              <a:gd name="T8" fmla="*/ 15 w 130"/>
              <a:gd name="T9" fmla="*/ 0 h 206"/>
            </a:gdLst>
            <a:ahLst/>
            <a:cxnLst>
              <a:cxn ang="0">
                <a:pos x="T0" y="T1"/>
              </a:cxn>
              <a:cxn ang="0">
                <a:pos x="T2" y="T3"/>
              </a:cxn>
              <a:cxn ang="0">
                <a:pos x="T4" y="T5"/>
              </a:cxn>
              <a:cxn ang="0">
                <a:pos x="T6" y="T7"/>
              </a:cxn>
              <a:cxn ang="0">
                <a:pos x="T8" y="T9"/>
              </a:cxn>
            </a:cxnLst>
            <a:rect l="0" t="0" r="r" b="b"/>
            <a:pathLst>
              <a:path w="130" h="206">
                <a:moveTo>
                  <a:pt x="15" y="0"/>
                </a:moveTo>
                <a:cubicBezTo>
                  <a:pt x="43" y="72"/>
                  <a:pt x="82" y="137"/>
                  <a:pt x="130" y="196"/>
                </a:cubicBezTo>
                <a:cubicBezTo>
                  <a:pt x="125" y="199"/>
                  <a:pt x="122" y="202"/>
                  <a:pt x="118" y="206"/>
                </a:cubicBezTo>
                <a:cubicBezTo>
                  <a:pt x="69" y="147"/>
                  <a:pt x="29" y="79"/>
                  <a:pt x="0" y="6"/>
                </a:cubicBezTo>
                <a:lnTo>
                  <a:pt x="15" y="0"/>
                </a:ln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7">
            <a:extLst>
              <a:ext uri="{FF2B5EF4-FFF2-40B4-BE49-F238E27FC236}">
                <a16:creationId xmlns:a16="http://schemas.microsoft.com/office/drawing/2014/main" id="{0D3BF44E-0083-49A6-827A-19AD21038D11}"/>
              </a:ext>
            </a:extLst>
          </p:cNvPr>
          <p:cNvSpPr>
            <a:spLocks/>
          </p:cNvSpPr>
          <p:nvPr/>
        </p:nvSpPr>
        <p:spPr bwMode="auto">
          <a:xfrm>
            <a:off x="3016250" y="2166938"/>
            <a:ext cx="227013" cy="360363"/>
          </a:xfrm>
          <a:custGeom>
            <a:avLst/>
            <a:gdLst>
              <a:gd name="T0" fmla="*/ 130 w 130"/>
              <a:gd name="T1" fmla="*/ 11 h 206"/>
              <a:gd name="T2" fmla="*/ 15 w 130"/>
              <a:gd name="T3" fmla="*/ 206 h 206"/>
              <a:gd name="T4" fmla="*/ 0 w 130"/>
              <a:gd name="T5" fmla="*/ 201 h 206"/>
              <a:gd name="T6" fmla="*/ 118 w 130"/>
              <a:gd name="T7" fmla="*/ 0 h 206"/>
              <a:gd name="T8" fmla="*/ 130 w 130"/>
              <a:gd name="T9" fmla="*/ 11 h 206"/>
            </a:gdLst>
            <a:ahLst/>
            <a:cxnLst>
              <a:cxn ang="0">
                <a:pos x="T0" y="T1"/>
              </a:cxn>
              <a:cxn ang="0">
                <a:pos x="T2" y="T3"/>
              </a:cxn>
              <a:cxn ang="0">
                <a:pos x="T4" y="T5"/>
              </a:cxn>
              <a:cxn ang="0">
                <a:pos x="T6" y="T7"/>
              </a:cxn>
              <a:cxn ang="0">
                <a:pos x="T8" y="T9"/>
              </a:cxn>
            </a:cxnLst>
            <a:rect l="0" t="0" r="r" b="b"/>
            <a:pathLst>
              <a:path w="130" h="206">
                <a:moveTo>
                  <a:pt x="130" y="11"/>
                </a:moveTo>
                <a:cubicBezTo>
                  <a:pt x="82" y="70"/>
                  <a:pt x="43" y="135"/>
                  <a:pt x="15" y="206"/>
                </a:cubicBezTo>
                <a:cubicBezTo>
                  <a:pt x="0" y="201"/>
                  <a:pt x="0" y="201"/>
                  <a:pt x="0" y="201"/>
                </a:cubicBezTo>
                <a:cubicBezTo>
                  <a:pt x="29" y="128"/>
                  <a:pt x="69" y="60"/>
                  <a:pt x="118" y="0"/>
                </a:cubicBezTo>
                <a:cubicBezTo>
                  <a:pt x="122" y="5"/>
                  <a:pt x="125" y="8"/>
                  <a:pt x="130" y="11"/>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
            <a:extLst>
              <a:ext uri="{FF2B5EF4-FFF2-40B4-BE49-F238E27FC236}">
                <a16:creationId xmlns:a16="http://schemas.microsoft.com/office/drawing/2014/main" id="{91AADEB9-CDD0-4740-B84E-039E91E10426}"/>
              </a:ext>
            </a:extLst>
          </p:cNvPr>
          <p:cNvSpPr>
            <a:spLocks/>
          </p:cNvSpPr>
          <p:nvPr/>
        </p:nvSpPr>
        <p:spPr bwMode="auto">
          <a:xfrm>
            <a:off x="3352800" y="1855788"/>
            <a:ext cx="250825" cy="192088"/>
          </a:xfrm>
          <a:custGeom>
            <a:avLst/>
            <a:gdLst>
              <a:gd name="T0" fmla="*/ 0 w 144"/>
              <a:gd name="T1" fmla="*/ 99 h 110"/>
              <a:gd name="T2" fmla="*/ 136 w 144"/>
              <a:gd name="T3" fmla="*/ 0 h 110"/>
              <a:gd name="T4" fmla="*/ 144 w 144"/>
              <a:gd name="T5" fmla="*/ 13 h 110"/>
              <a:gd name="T6" fmla="*/ 12 w 144"/>
              <a:gd name="T7" fmla="*/ 110 h 110"/>
              <a:gd name="T8" fmla="*/ 0 w 144"/>
              <a:gd name="T9" fmla="*/ 99 h 110"/>
            </a:gdLst>
            <a:ahLst/>
            <a:cxnLst>
              <a:cxn ang="0">
                <a:pos x="T0" y="T1"/>
              </a:cxn>
              <a:cxn ang="0">
                <a:pos x="T2" y="T3"/>
              </a:cxn>
              <a:cxn ang="0">
                <a:pos x="T4" y="T5"/>
              </a:cxn>
              <a:cxn ang="0">
                <a:pos x="T6" y="T7"/>
              </a:cxn>
              <a:cxn ang="0">
                <a:pos x="T8" y="T9"/>
              </a:cxn>
            </a:cxnLst>
            <a:rect l="0" t="0" r="r" b="b"/>
            <a:pathLst>
              <a:path w="144" h="110">
                <a:moveTo>
                  <a:pt x="0" y="99"/>
                </a:moveTo>
                <a:cubicBezTo>
                  <a:pt x="42" y="61"/>
                  <a:pt x="87" y="28"/>
                  <a:pt x="136" y="0"/>
                </a:cubicBezTo>
                <a:cubicBezTo>
                  <a:pt x="144" y="13"/>
                  <a:pt x="144" y="13"/>
                  <a:pt x="144" y="13"/>
                </a:cubicBezTo>
                <a:cubicBezTo>
                  <a:pt x="96" y="41"/>
                  <a:pt x="52" y="73"/>
                  <a:pt x="12" y="110"/>
                </a:cubicBezTo>
                <a:cubicBezTo>
                  <a:pt x="8" y="106"/>
                  <a:pt x="5" y="102"/>
                  <a:pt x="0" y="99"/>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9">
            <a:extLst>
              <a:ext uri="{FF2B5EF4-FFF2-40B4-BE49-F238E27FC236}">
                <a16:creationId xmlns:a16="http://schemas.microsoft.com/office/drawing/2014/main" id="{445CDDC6-0E88-4CF1-82A3-190E9446E864}"/>
              </a:ext>
            </a:extLst>
          </p:cNvPr>
          <p:cNvSpPr>
            <a:spLocks/>
          </p:cNvSpPr>
          <p:nvPr/>
        </p:nvSpPr>
        <p:spPr bwMode="auto">
          <a:xfrm>
            <a:off x="2925762" y="2517775"/>
            <a:ext cx="115888" cy="393700"/>
          </a:xfrm>
          <a:custGeom>
            <a:avLst/>
            <a:gdLst>
              <a:gd name="T0" fmla="*/ 7 w 66"/>
              <a:gd name="T1" fmla="*/ 224 h 225"/>
              <a:gd name="T2" fmla="*/ 0 w 66"/>
              <a:gd name="T3" fmla="*/ 224 h 225"/>
              <a:gd name="T4" fmla="*/ 51 w 66"/>
              <a:gd name="T5" fmla="*/ 0 h 225"/>
              <a:gd name="T6" fmla="*/ 66 w 66"/>
              <a:gd name="T7" fmla="*/ 5 h 225"/>
              <a:gd name="T8" fmla="*/ 16 w 66"/>
              <a:gd name="T9" fmla="*/ 225 h 225"/>
              <a:gd name="T10" fmla="*/ 7 w 66"/>
              <a:gd name="T11" fmla="*/ 224 h 225"/>
            </a:gdLst>
            <a:ahLst/>
            <a:cxnLst>
              <a:cxn ang="0">
                <a:pos x="T0" y="T1"/>
              </a:cxn>
              <a:cxn ang="0">
                <a:pos x="T2" y="T3"/>
              </a:cxn>
              <a:cxn ang="0">
                <a:pos x="T4" y="T5"/>
              </a:cxn>
              <a:cxn ang="0">
                <a:pos x="T6" y="T7"/>
              </a:cxn>
              <a:cxn ang="0">
                <a:pos x="T8" y="T9"/>
              </a:cxn>
              <a:cxn ang="0">
                <a:pos x="T10" y="T11"/>
              </a:cxn>
            </a:cxnLst>
            <a:rect l="0" t="0" r="r" b="b"/>
            <a:pathLst>
              <a:path w="66" h="225">
                <a:moveTo>
                  <a:pt x="7" y="224"/>
                </a:moveTo>
                <a:cubicBezTo>
                  <a:pt x="5" y="224"/>
                  <a:pt x="3" y="224"/>
                  <a:pt x="0" y="224"/>
                </a:cubicBezTo>
                <a:cubicBezTo>
                  <a:pt x="6" y="145"/>
                  <a:pt x="24" y="70"/>
                  <a:pt x="51" y="0"/>
                </a:cubicBezTo>
                <a:cubicBezTo>
                  <a:pt x="66" y="5"/>
                  <a:pt x="66" y="5"/>
                  <a:pt x="66" y="5"/>
                </a:cubicBezTo>
                <a:cubicBezTo>
                  <a:pt x="39" y="74"/>
                  <a:pt x="22" y="148"/>
                  <a:pt x="16" y="225"/>
                </a:cubicBezTo>
                <a:cubicBezTo>
                  <a:pt x="13" y="224"/>
                  <a:pt x="10" y="224"/>
                  <a:pt x="7" y="22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0">
            <a:extLst>
              <a:ext uri="{FF2B5EF4-FFF2-40B4-BE49-F238E27FC236}">
                <a16:creationId xmlns:a16="http://schemas.microsoft.com/office/drawing/2014/main" id="{CF6653FB-F1D4-4799-9004-2B506FB2224B}"/>
              </a:ext>
            </a:extLst>
          </p:cNvPr>
          <p:cNvSpPr>
            <a:spLocks/>
          </p:cNvSpPr>
          <p:nvPr/>
        </p:nvSpPr>
        <p:spPr bwMode="auto">
          <a:xfrm>
            <a:off x="2925762" y="3098801"/>
            <a:ext cx="115888" cy="393700"/>
          </a:xfrm>
          <a:custGeom>
            <a:avLst/>
            <a:gdLst>
              <a:gd name="T0" fmla="*/ 7 w 66"/>
              <a:gd name="T1" fmla="*/ 1 h 225"/>
              <a:gd name="T2" fmla="*/ 16 w 66"/>
              <a:gd name="T3" fmla="*/ 0 h 225"/>
              <a:gd name="T4" fmla="*/ 66 w 66"/>
              <a:gd name="T5" fmla="*/ 219 h 225"/>
              <a:gd name="T6" fmla="*/ 51 w 66"/>
              <a:gd name="T7" fmla="*/ 225 h 225"/>
              <a:gd name="T8" fmla="*/ 0 w 66"/>
              <a:gd name="T9" fmla="*/ 1 h 225"/>
              <a:gd name="T10" fmla="*/ 7 w 66"/>
              <a:gd name="T11" fmla="*/ 1 h 225"/>
            </a:gdLst>
            <a:ahLst/>
            <a:cxnLst>
              <a:cxn ang="0">
                <a:pos x="T0" y="T1"/>
              </a:cxn>
              <a:cxn ang="0">
                <a:pos x="T2" y="T3"/>
              </a:cxn>
              <a:cxn ang="0">
                <a:pos x="T4" y="T5"/>
              </a:cxn>
              <a:cxn ang="0">
                <a:pos x="T6" y="T7"/>
              </a:cxn>
              <a:cxn ang="0">
                <a:pos x="T8" y="T9"/>
              </a:cxn>
              <a:cxn ang="0">
                <a:pos x="T10" y="T11"/>
              </a:cxn>
            </a:cxnLst>
            <a:rect l="0" t="0" r="r" b="b"/>
            <a:pathLst>
              <a:path w="66" h="225">
                <a:moveTo>
                  <a:pt x="7" y="1"/>
                </a:moveTo>
                <a:cubicBezTo>
                  <a:pt x="10" y="1"/>
                  <a:pt x="13" y="1"/>
                  <a:pt x="16" y="0"/>
                </a:cubicBezTo>
                <a:cubicBezTo>
                  <a:pt x="22" y="77"/>
                  <a:pt x="39" y="151"/>
                  <a:pt x="66" y="219"/>
                </a:cubicBezTo>
                <a:cubicBezTo>
                  <a:pt x="51" y="225"/>
                  <a:pt x="51" y="225"/>
                  <a:pt x="51" y="225"/>
                </a:cubicBezTo>
                <a:cubicBezTo>
                  <a:pt x="24" y="155"/>
                  <a:pt x="6" y="79"/>
                  <a:pt x="0" y="1"/>
                </a:cubicBezTo>
                <a:cubicBezTo>
                  <a:pt x="3" y="1"/>
                  <a:pt x="5" y="1"/>
                  <a:pt x="7" y="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1">
            <a:extLst>
              <a:ext uri="{FF2B5EF4-FFF2-40B4-BE49-F238E27FC236}">
                <a16:creationId xmlns:a16="http://schemas.microsoft.com/office/drawing/2014/main" id="{E7649643-793B-4E95-B913-1D98ACE1EF9C}"/>
              </a:ext>
            </a:extLst>
          </p:cNvPr>
          <p:cNvSpPr>
            <a:spLocks/>
          </p:cNvSpPr>
          <p:nvPr/>
        </p:nvSpPr>
        <p:spPr bwMode="auto">
          <a:xfrm>
            <a:off x="3230562" y="2039938"/>
            <a:ext cx="131763" cy="133350"/>
          </a:xfrm>
          <a:custGeom>
            <a:avLst/>
            <a:gdLst>
              <a:gd name="T0" fmla="*/ 0 w 76"/>
              <a:gd name="T1" fmla="*/ 39 h 77"/>
              <a:gd name="T2" fmla="*/ 38 w 76"/>
              <a:gd name="T3" fmla="*/ 77 h 77"/>
              <a:gd name="T4" fmla="*/ 38 w 76"/>
              <a:gd name="T5" fmla="*/ 77 h 77"/>
              <a:gd name="T6" fmla="*/ 76 w 76"/>
              <a:gd name="T7" fmla="*/ 39 h 77"/>
              <a:gd name="T8" fmla="*/ 38 w 76"/>
              <a:gd name="T9" fmla="*/ 0 h 77"/>
              <a:gd name="T10" fmla="*/ 38 w 76"/>
              <a:gd name="T11" fmla="*/ 0 h 77"/>
              <a:gd name="T12" fmla="*/ 0 w 76"/>
              <a:gd name="T13" fmla="*/ 39 h 77"/>
            </a:gdLst>
            <a:ahLst/>
            <a:cxnLst>
              <a:cxn ang="0">
                <a:pos x="T0" y="T1"/>
              </a:cxn>
              <a:cxn ang="0">
                <a:pos x="T2" y="T3"/>
              </a:cxn>
              <a:cxn ang="0">
                <a:pos x="T4" y="T5"/>
              </a:cxn>
              <a:cxn ang="0">
                <a:pos x="T6" y="T7"/>
              </a:cxn>
              <a:cxn ang="0">
                <a:pos x="T8" y="T9"/>
              </a:cxn>
              <a:cxn ang="0">
                <a:pos x="T10" y="T11"/>
              </a:cxn>
              <a:cxn ang="0">
                <a:pos x="T12" y="T13"/>
              </a:cxn>
            </a:cxnLst>
            <a:rect l="0" t="0" r="r" b="b"/>
            <a:pathLst>
              <a:path w="76" h="77">
                <a:moveTo>
                  <a:pt x="0" y="39"/>
                </a:moveTo>
                <a:cubicBezTo>
                  <a:pt x="0" y="60"/>
                  <a:pt x="17" y="77"/>
                  <a:pt x="38" y="77"/>
                </a:cubicBezTo>
                <a:cubicBezTo>
                  <a:pt x="38" y="77"/>
                  <a:pt x="38" y="77"/>
                  <a:pt x="38" y="77"/>
                </a:cubicBezTo>
                <a:cubicBezTo>
                  <a:pt x="59" y="77"/>
                  <a:pt x="76" y="60"/>
                  <a:pt x="76" y="39"/>
                </a:cubicBezTo>
                <a:cubicBezTo>
                  <a:pt x="76" y="18"/>
                  <a:pt x="59" y="0"/>
                  <a:pt x="38" y="0"/>
                </a:cubicBezTo>
                <a:cubicBezTo>
                  <a:pt x="38" y="0"/>
                  <a:pt x="38" y="0"/>
                  <a:pt x="38" y="0"/>
                </a:cubicBezTo>
                <a:cubicBezTo>
                  <a:pt x="17" y="0"/>
                  <a:pt x="0" y="18"/>
                  <a:pt x="0" y="39"/>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Oval 12">
            <a:extLst>
              <a:ext uri="{FF2B5EF4-FFF2-40B4-BE49-F238E27FC236}">
                <a16:creationId xmlns:a16="http://schemas.microsoft.com/office/drawing/2014/main" id="{D41C159E-7201-4EA9-8AF5-9668E655A430}"/>
              </a:ext>
            </a:extLst>
          </p:cNvPr>
          <p:cNvSpPr>
            <a:spLocks noChangeArrowheads="1"/>
          </p:cNvSpPr>
          <p:nvPr/>
        </p:nvSpPr>
        <p:spPr bwMode="auto">
          <a:xfrm>
            <a:off x="3254375" y="2065338"/>
            <a:ext cx="84138" cy="841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13">
            <a:extLst>
              <a:ext uri="{FF2B5EF4-FFF2-40B4-BE49-F238E27FC236}">
                <a16:creationId xmlns:a16="http://schemas.microsoft.com/office/drawing/2014/main" id="{B886E065-CE04-43A2-A34C-7F43DD6C6CB8}"/>
              </a:ext>
            </a:extLst>
          </p:cNvPr>
          <p:cNvSpPr>
            <a:spLocks/>
          </p:cNvSpPr>
          <p:nvPr/>
        </p:nvSpPr>
        <p:spPr bwMode="auto">
          <a:xfrm>
            <a:off x="2871787" y="2938463"/>
            <a:ext cx="134938" cy="133350"/>
          </a:xfrm>
          <a:custGeom>
            <a:avLst/>
            <a:gdLst>
              <a:gd name="T0" fmla="*/ 0 w 77"/>
              <a:gd name="T1" fmla="*/ 38 h 76"/>
              <a:gd name="T2" fmla="*/ 38 w 77"/>
              <a:gd name="T3" fmla="*/ 76 h 76"/>
              <a:gd name="T4" fmla="*/ 38 w 77"/>
              <a:gd name="T5" fmla="*/ 76 h 76"/>
              <a:gd name="T6" fmla="*/ 77 w 77"/>
              <a:gd name="T7" fmla="*/ 38 h 76"/>
              <a:gd name="T8" fmla="*/ 38 w 77"/>
              <a:gd name="T9" fmla="*/ 0 h 76"/>
              <a:gd name="T10" fmla="*/ 38 w 77"/>
              <a:gd name="T11" fmla="*/ 0 h 76"/>
              <a:gd name="T12" fmla="*/ 0 w 77"/>
              <a:gd name="T13" fmla="*/ 38 h 76"/>
            </a:gdLst>
            <a:ahLst/>
            <a:cxnLst>
              <a:cxn ang="0">
                <a:pos x="T0" y="T1"/>
              </a:cxn>
              <a:cxn ang="0">
                <a:pos x="T2" y="T3"/>
              </a:cxn>
              <a:cxn ang="0">
                <a:pos x="T4" y="T5"/>
              </a:cxn>
              <a:cxn ang="0">
                <a:pos x="T6" y="T7"/>
              </a:cxn>
              <a:cxn ang="0">
                <a:pos x="T8" y="T9"/>
              </a:cxn>
              <a:cxn ang="0">
                <a:pos x="T10" y="T11"/>
              </a:cxn>
              <a:cxn ang="0">
                <a:pos x="T12" y="T13"/>
              </a:cxn>
            </a:cxnLst>
            <a:rect l="0" t="0" r="r" b="b"/>
            <a:pathLst>
              <a:path w="77" h="76">
                <a:moveTo>
                  <a:pt x="0" y="38"/>
                </a:moveTo>
                <a:cubicBezTo>
                  <a:pt x="0" y="59"/>
                  <a:pt x="17" y="76"/>
                  <a:pt x="38" y="76"/>
                </a:cubicBezTo>
                <a:cubicBezTo>
                  <a:pt x="38" y="76"/>
                  <a:pt x="38" y="76"/>
                  <a:pt x="38" y="76"/>
                </a:cubicBezTo>
                <a:cubicBezTo>
                  <a:pt x="59" y="76"/>
                  <a:pt x="77" y="59"/>
                  <a:pt x="77" y="38"/>
                </a:cubicBezTo>
                <a:cubicBezTo>
                  <a:pt x="77" y="17"/>
                  <a:pt x="59" y="0"/>
                  <a:pt x="38" y="0"/>
                </a:cubicBezTo>
                <a:cubicBezTo>
                  <a:pt x="38" y="0"/>
                  <a:pt x="38" y="0"/>
                  <a:pt x="38" y="0"/>
                </a:cubicBezTo>
                <a:cubicBezTo>
                  <a:pt x="17" y="0"/>
                  <a:pt x="0" y="17"/>
                  <a:pt x="0" y="3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Oval 14">
            <a:extLst>
              <a:ext uri="{FF2B5EF4-FFF2-40B4-BE49-F238E27FC236}">
                <a16:creationId xmlns:a16="http://schemas.microsoft.com/office/drawing/2014/main" id="{D51894FA-6367-4548-8DE6-023198AC58D4}"/>
              </a:ext>
            </a:extLst>
          </p:cNvPr>
          <p:cNvSpPr>
            <a:spLocks noChangeArrowheads="1"/>
          </p:cNvSpPr>
          <p:nvPr/>
        </p:nvSpPr>
        <p:spPr bwMode="auto">
          <a:xfrm>
            <a:off x="2897187" y="2963863"/>
            <a:ext cx="84138" cy="825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15">
            <a:extLst>
              <a:ext uri="{FF2B5EF4-FFF2-40B4-BE49-F238E27FC236}">
                <a16:creationId xmlns:a16="http://schemas.microsoft.com/office/drawing/2014/main" id="{AC148907-4521-4C8F-9560-283888B86146}"/>
              </a:ext>
            </a:extLst>
          </p:cNvPr>
          <p:cNvSpPr>
            <a:spLocks/>
          </p:cNvSpPr>
          <p:nvPr/>
        </p:nvSpPr>
        <p:spPr bwMode="auto">
          <a:xfrm>
            <a:off x="3230562" y="3836988"/>
            <a:ext cx="131763" cy="131763"/>
          </a:xfrm>
          <a:custGeom>
            <a:avLst/>
            <a:gdLst>
              <a:gd name="T0" fmla="*/ 0 w 76"/>
              <a:gd name="T1" fmla="*/ 38 h 76"/>
              <a:gd name="T2" fmla="*/ 38 w 76"/>
              <a:gd name="T3" fmla="*/ 76 h 76"/>
              <a:gd name="T4" fmla="*/ 38 w 76"/>
              <a:gd name="T5" fmla="*/ 76 h 76"/>
              <a:gd name="T6" fmla="*/ 76 w 76"/>
              <a:gd name="T7" fmla="*/ 38 h 76"/>
              <a:gd name="T8" fmla="*/ 38 w 76"/>
              <a:gd name="T9" fmla="*/ 0 h 76"/>
              <a:gd name="T10" fmla="*/ 38 w 76"/>
              <a:gd name="T11" fmla="*/ 0 h 76"/>
              <a:gd name="T12" fmla="*/ 0 w 76"/>
              <a:gd name="T13" fmla="*/ 38 h 76"/>
            </a:gdLst>
            <a:ahLst/>
            <a:cxnLst>
              <a:cxn ang="0">
                <a:pos x="T0" y="T1"/>
              </a:cxn>
              <a:cxn ang="0">
                <a:pos x="T2" y="T3"/>
              </a:cxn>
              <a:cxn ang="0">
                <a:pos x="T4" y="T5"/>
              </a:cxn>
              <a:cxn ang="0">
                <a:pos x="T6" y="T7"/>
              </a:cxn>
              <a:cxn ang="0">
                <a:pos x="T8" y="T9"/>
              </a:cxn>
              <a:cxn ang="0">
                <a:pos x="T10" y="T11"/>
              </a:cxn>
              <a:cxn ang="0">
                <a:pos x="T12" y="T13"/>
              </a:cxn>
            </a:cxnLst>
            <a:rect l="0" t="0" r="r" b="b"/>
            <a:pathLst>
              <a:path w="76" h="76">
                <a:moveTo>
                  <a:pt x="0" y="38"/>
                </a:moveTo>
                <a:cubicBezTo>
                  <a:pt x="0" y="59"/>
                  <a:pt x="17" y="76"/>
                  <a:pt x="38" y="76"/>
                </a:cubicBezTo>
                <a:cubicBezTo>
                  <a:pt x="38" y="76"/>
                  <a:pt x="38" y="76"/>
                  <a:pt x="38" y="76"/>
                </a:cubicBezTo>
                <a:cubicBezTo>
                  <a:pt x="59" y="76"/>
                  <a:pt x="76" y="59"/>
                  <a:pt x="76" y="38"/>
                </a:cubicBezTo>
                <a:cubicBezTo>
                  <a:pt x="76" y="17"/>
                  <a:pt x="59" y="0"/>
                  <a:pt x="38" y="0"/>
                </a:cubicBezTo>
                <a:cubicBezTo>
                  <a:pt x="38" y="0"/>
                  <a:pt x="38" y="0"/>
                  <a:pt x="38" y="0"/>
                </a:cubicBezTo>
                <a:cubicBezTo>
                  <a:pt x="17" y="0"/>
                  <a:pt x="0" y="17"/>
                  <a:pt x="0" y="38"/>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Oval 16">
            <a:extLst>
              <a:ext uri="{FF2B5EF4-FFF2-40B4-BE49-F238E27FC236}">
                <a16:creationId xmlns:a16="http://schemas.microsoft.com/office/drawing/2014/main" id="{CFCE3A24-237A-4B67-863E-AD9E92F34BA7}"/>
              </a:ext>
            </a:extLst>
          </p:cNvPr>
          <p:cNvSpPr>
            <a:spLocks noChangeArrowheads="1"/>
          </p:cNvSpPr>
          <p:nvPr/>
        </p:nvSpPr>
        <p:spPr bwMode="auto">
          <a:xfrm>
            <a:off x="3254375" y="3860801"/>
            <a:ext cx="84138" cy="841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17">
            <a:extLst>
              <a:ext uri="{FF2B5EF4-FFF2-40B4-BE49-F238E27FC236}">
                <a16:creationId xmlns:a16="http://schemas.microsoft.com/office/drawing/2014/main" id="{8132E11B-93F0-4980-8B51-3081369D8F8D}"/>
              </a:ext>
            </a:extLst>
          </p:cNvPr>
          <p:cNvSpPr>
            <a:spLocks/>
          </p:cNvSpPr>
          <p:nvPr/>
        </p:nvSpPr>
        <p:spPr bwMode="auto">
          <a:xfrm>
            <a:off x="4976812" y="3962401"/>
            <a:ext cx="249238" cy="192088"/>
          </a:xfrm>
          <a:custGeom>
            <a:avLst/>
            <a:gdLst>
              <a:gd name="T0" fmla="*/ 132 w 143"/>
              <a:gd name="T1" fmla="*/ 0 h 110"/>
              <a:gd name="T2" fmla="*/ 0 w 143"/>
              <a:gd name="T3" fmla="*/ 97 h 110"/>
              <a:gd name="T4" fmla="*/ 7 w 143"/>
              <a:gd name="T5" fmla="*/ 110 h 110"/>
              <a:gd name="T6" fmla="*/ 143 w 143"/>
              <a:gd name="T7" fmla="*/ 11 h 110"/>
              <a:gd name="T8" fmla="*/ 132 w 143"/>
              <a:gd name="T9" fmla="*/ 0 h 110"/>
            </a:gdLst>
            <a:ahLst/>
            <a:cxnLst>
              <a:cxn ang="0">
                <a:pos x="T0" y="T1"/>
              </a:cxn>
              <a:cxn ang="0">
                <a:pos x="T2" y="T3"/>
              </a:cxn>
              <a:cxn ang="0">
                <a:pos x="T4" y="T5"/>
              </a:cxn>
              <a:cxn ang="0">
                <a:pos x="T6" y="T7"/>
              </a:cxn>
              <a:cxn ang="0">
                <a:pos x="T8" y="T9"/>
              </a:cxn>
            </a:cxnLst>
            <a:rect l="0" t="0" r="r" b="b"/>
            <a:pathLst>
              <a:path w="143" h="110">
                <a:moveTo>
                  <a:pt x="132" y="0"/>
                </a:moveTo>
                <a:cubicBezTo>
                  <a:pt x="92" y="37"/>
                  <a:pt x="47" y="69"/>
                  <a:pt x="0" y="97"/>
                </a:cubicBezTo>
                <a:cubicBezTo>
                  <a:pt x="7" y="110"/>
                  <a:pt x="7" y="110"/>
                  <a:pt x="7" y="110"/>
                </a:cubicBezTo>
                <a:cubicBezTo>
                  <a:pt x="56" y="82"/>
                  <a:pt x="102" y="49"/>
                  <a:pt x="143" y="11"/>
                </a:cubicBezTo>
                <a:cubicBezTo>
                  <a:pt x="139" y="8"/>
                  <a:pt x="135" y="4"/>
                  <a:pt x="1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8">
            <a:extLst>
              <a:ext uri="{FF2B5EF4-FFF2-40B4-BE49-F238E27FC236}">
                <a16:creationId xmlns:a16="http://schemas.microsoft.com/office/drawing/2014/main" id="{7AD6681A-96F5-4972-B46A-6E1C7D4C4D6A}"/>
              </a:ext>
            </a:extLst>
          </p:cNvPr>
          <p:cNvSpPr>
            <a:spLocks/>
          </p:cNvSpPr>
          <p:nvPr/>
        </p:nvSpPr>
        <p:spPr bwMode="auto">
          <a:xfrm>
            <a:off x="5338762" y="3481388"/>
            <a:ext cx="225425" cy="360363"/>
          </a:xfrm>
          <a:custGeom>
            <a:avLst/>
            <a:gdLst>
              <a:gd name="T0" fmla="*/ 114 w 129"/>
              <a:gd name="T1" fmla="*/ 0 h 206"/>
              <a:gd name="T2" fmla="*/ 0 w 129"/>
              <a:gd name="T3" fmla="*/ 196 h 206"/>
              <a:gd name="T4" fmla="*/ 11 w 129"/>
              <a:gd name="T5" fmla="*/ 206 h 206"/>
              <a:gd name="T6" fmla="*/ 129 w 129"/>
              <a:gd name="T7" fmla="*/ 6 h 206"/>
              <a:gd name="T8" fmla="*/ 114 w 129"/>
              <a:gd name="T9" fmla="*/ 0 h 206"/>
            </a:gdLst>
            <a:ahLst/>
            <a:cxnLst>
              <a:cxn ang="0">
                <a:pos x="T0" y="T1"/>
              </a:cxn>
              <a:cxn ang="0">
                <a:pos x="T2" y="T3"/>
              </a:cxn>
              <a:cxn ang="0">
                <a:pos x="T4" y="T5"/>
              </a:cxn>
              <a:cxn ang="0">
                <a:pos x="T6" y="T7"/>
              </a:cxn>
              <a:cxn ang="0">
                <a:pos x="T8" y="T9"/>
              </a:cxn>
            </a:cxnLst>
            <a:rect l="0" t="0" r="r" b="b"/>
            <a:pathLst>
              <a:path w="129" h="206">
                <a:moveTo>
                  <a:pt x="114" y="0"/>
                </a:moveTo>
                <a:cubicBezTo>
                  <a:pt x="86" y="72"/>
                  <a:pt x="47" y="137"/>
                  <a:pt x="0" y="196"/>
                </a:cubicBezTo>
                <a:cubicBezTo>
                  <a:pt x="4" y="199"/>
                  <a:pt x="8" y="202"/>
                  <a:pt x="11" y="206"/>
                </a:cubicBezTo>
                <a:cubicBezTo>
                  <a:pt x="60" y="147"/>
                  <a:pt x="100" y="79"/>
                  <a:pt x="129" y="6"/>
                </a:cubicBezTo>
                <a:lnTo>
                  <a:pt x="114"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9">
            <a:extLst>
              <a:ext uri="{FF2B5EF4-FFF2-40B4-BE49-F238E27FC236}">
                <a16:creationId xmlns:a16="http://schemas.microsoft.com/office/drawing/2014/main" id="{7E824E36-DBEB-4E9A-BE04-E71B0523FE8C}"/>
              </a:ext>
            </a:extLst>
          </p:cNvPr>
          <p:cNvSpPr>
            <a:spLocks/>
          </p:cNvSpPr>
          <p:nvPr/>
        </p:nvSpPr>
        <p:spPr bwMode="auto">
          <a:xfrm>
            <a:off x="5338762" y="2166938"/>
            <a:ext cx="225425" cy="360363"/>
          </a:xfrm>
          <a:custGeom>
            <a:avLst/>
            <a:gdLst>
              <a:gd name="T0" fmla="*/ 0 w 129"/>
              <a:gd name="T1" fmla="*/ 11 h 206"/>
              <a:gd name="T2" fmla="*/ 114 w 129"/>
              <a:gd name="T3" fmla="*/ 206 h 206"/>
              <a:gd name="T4" fmla="*/ 129 w 129"/>
              <a:gd name="T5" fmla="*/ 201 h 206"/>
              <a:gd name="T6" fmla="*/ 11 w 129"/>
              <a:gd name="T7" fmla="*/ 0 h 206"/>
              <a:gd name="T8" fmla="*/ 0 w 129"/>
              <a:gd name="T9" fmla="*/ 11 h 206"/>
            </a:gdLst>
            <a:ahLst/>
            <a:cxnLst>
              <a:cxn ang="0">
                <a:pos x="T0" y="T1"/>
              </a:cxn>
              <a:cxn ang="0">
                <a:pos x="T2" y="T3"/>
              </a:cxn>
              <a:cxn ang="0">
                <a:pos x="T4" y="T5"/>
              </a:cxn>
              <a:cxn ang="0">
                <a:pos x="T6" y="T7"/>
              </a:cxn>
              <a:cxn ang="0">
                <a:pos x="T8" y="T9"/>
              </a:cxn>
            </a:cxnLst>
            <a:rect l="0" t="0" r="r" b="b"/>
            <a:pathLst>
              <a:path w="129" h="206">
                <a:moveTo>
                  <a:pt x="0" y="11"/>
                </a:moveTo>
                <a:cubicBezTo>
                  <a:pt x="47" y="70"/>
                  <a:pt x="86" y="135"/>
                  <a:pt x="114" y="206"/>
                </a:cubicBezTo>
                <a:cubicBezTo>
                  <a:pt x="129" y="201"/>
                  <a:pt x="129" y="201"/>
                  <a:pt x="129" y="201"/>
                </a:cubicBezTo>
                <a:cubicBezTo>
                  <a:pt x="100" y="128"/>
                  <a:pt x="60" y="60"/>
                  <a:pt x="11" y="0"/>
                </a:cubicBezTo>
                <a:cubicBezTo>
                  <a:pt x="8" y="5"/>
                  <a:pt x="4" y="8"/>
                  <a:pt x="0" y="11"/>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0">
            <a:extLst>
              <a:ext uri="{FF2B5EF4-FFF2-40B4-BE49-F238E27FC236}">
                <a16:creationId xmlns:a16="http://schemas.microsoft.com/office/drawing/2014/main" id="{8DDAC383-D230-4526-ABF6-8E89FAD9A75B}"/>
              </a:ext>
            </a:extLst>
          </p:cNvPr>
          <p:cNvSpPr>
            <a:spLocks/>
          </p:cNvSpPr>
          <p:nvPr/>
        </p:nvSpPr>
        <p:spPr bwMode="auto">
          <a:xfrm>
            <a:off x="4976812" y="1855788"/>
            <a:ext cx="249238" cy="192088"/>
          </a:xfrm>
          <a:custGeom>
            <a:avLst/>
            <a:gdLst>
              <a:gd name="T0" fmla="*/ 143 w 143"/>
              <a:gd name="T1" fmla="*/ 99 h 110"/>
              <a:gd name="T2" fmla="*/ 7 w 143"/>
              <a:gd name="T3" fmla="*/ 0 h 110"/>
              <a:gd name="T4" fmla="*/ 0 w 143"/>
              <a:gd name="T5" fmla="*/ 13 h 110"/>
              <a:gd name="T6" fmla="*/ 132 w 143"/>
              <a:gd name="T7" fmla="*/ 110 h 110"/>
              <a:gd name="T8" fmla="*/ 143 w 143"/>
              <a:gd name="T9" fmla="*/ 99 h 110"/>
            </a:gdLst>
            <a:ahLst/>
            <a:cxnLst>
              <a:cxn ang="0">
                <a:pos x="T0" y="T1"/>
              </a:cxn>
              <a:cxn ang="0">
                <a:pos x="T2" y="T3"/>
              </a:cxn>
              <a:cxn ang="0">
                <a:pos x="T4" y="T5"/>
              </a:cxn>
              <a:cxn ang="0">
                <a:pos x="T6" y="T7"/>
              </a:cxn>
              <a:cxn ang="0">
                <a:pos x="T8" y="T9"/>
              </a:cxn>
            </a:cxnLst>
            <a:rect l="0" t="0" r="r" b="b"/>
            <a:pathLst>
              <a:path w="143" h="110">
                <a:moveTo>
                  <a:pt x="143" y="99"/>
                </a:moveTo>
                <a:cubicBezTo>
                  <a:pt x="102" y="61"/>
                  <a:pt x="56" y="28"/>
                  <a:pt x="7" y="0"/>
                </a:cubicBezTo>
                <a:cubicBezTo>
                  <a:pt x="0" y="13"/>
                  <a:pt x="0" y="13"/>
                  <a:pt x="0" y="13"/>
                </a:cubicBezTo>
                <a:cubicBezTo>
                  <a:pt x="47" y="41"/>
                  <a:pt x="92" y="73"/>
                  <a:pt x="132" y="110"/>
                </a:cubicBezTo>
                <a:cubicBezTo>
                  <a:pt x="135" y="106"/>
                  <a:pt x="139" y="102"/>
                  <a:pt x="143" y="9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21">
            <a:extLst>
              <a:ext uri="{FF2B5EF4-FFF2-40B4-BE49-F238E27FC236}">
                <a16:creationId xmlns:a16="http://schemas.microsoft.com/office/drawing/2014/main" id="{54DD3C4A-A96C-4846-A577-E9DFF8036BE0}"/>
              </a:ext>
            </a:extLst>
          </p:cNvPr>
          <p:cNvSpPr>
            <a:spLocks/>
          </p:cNvSpPr>
          <p:nvPr/>
        </p:nvSpPr>
        <p:spPr bwMode="auto">
          <a:xfrm>
            <a:off x="5537200" y="2517775"/>
            <a:ext cx="115888" cy="393700"/>
          </a:xfrm>
          <a:custGeom>
            <a:avLst/>
            <a:gdLst>
              <a:gd name="T0" fmla="*/ 59 w 66"/>
              <a:gd name="T1" fmla="*/ 224 h 225"/>
              <a:gd name="T2" fmla="*/ 66 w 66"/>
              <a:gd name="T3" fmla="*/ 224 h 225"/>
              <a:gd name="T4" fmla="*/ 15 w 66"/>
              <a:gd name="T5" fmla="*/ 0 h 225"/>
              <a:gd name="T6" fmla="*/ 0 w 66"/>
              <a:gd name="T7" fmla="*/ 5 h 225"/>
              <a:gd name="T8" fmla="*/ 50 w 66"/>
              <a:gd name="T9" fmla="*/ 225 h 225"/>
              <a:gd name="T10" fmla="*/ 59 w 66"/>
              <a:gd name="T11" fmla="*/ 224 h 225"/>
            </a:gdLst>
            <a:ahLst/>
            <a:cxnLst>
              <a:cxn ang="0">
                <a:pos x="T0" y="T1"/>
              </a:cxn>
              <a:cxn ang="0">
                <a:pos x="T2" y="T3"/>
              </a:cxn>
              <a:cxn ang="0">
                <a:pos x="T4" y="T5"/>
              </a:cxn>
              <a:cxn ang="0">
                <a:pos x="T6" y="T7"/>
              </a:cxn>
              <a:cxn ang="0">
                <a:pos x="T8" y="T9"/>
              </a:cxn>
              <a:cxn ang="0">
                <a:pos x="T10" y="T11"/>
              </a:cxn>
            </a:cxnLst>
            <a:rect l="0" t="0" r="r" b="b"/>
            <a:pathLst>
              <a:path w="66" h="225">
                <a:moveTo>
                  <a:pt x="59" y="224"/>
                </a:moveTo>
                <a:cubicBezTo>
                  <a:pt x="62" y="224"/>
                  <a:pt x="64" y="224"/>
                  <a:pt x="66" y="224"/>
                </a:cubicBezTo>
                <a:cubicBezTo>
                  <a:pt x="61" y="145"/>
                  <a:pt x="43" y="70"/>
                  <a:pt x="15" y="0"/>
                </a:cubicBezTo>
                <a:cubicBezTo>
                  <a:pt x="0" y="5"/>
                  <a:pt x="0" y="5"/>
                  <a:pt x="0" y="5"/>
                </a:cubicBezTo>
                <a:cubicBezTo>
                  <a:pt x="28" y="74"/>
                  <a:pt x="45" y="148"/>
                  <a:pt x="50" y="225"/>
                </a:cubicBezTo>
                <a:cubicBezTo>
                  <a:pt x="53" y="224"/>
                  <a:pt x="56" y="224"/>
                  <a:pt x="59" y="224"/>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2">
            <a:extLst>
              <a:ext uri="{FF2B5EF4-FFF2-40B4-BE49-F238E27FC236}">
                <a16:creationId xmlns:a16="http://schemas.microsoft.com/office/drawing/2014/main" id="{F4C7A507-0C39-4A62-B8A5-BC2751A77651}"/>
              </a:ext>
            </a:extLst>
          </p:cNvPr>
          <p:cNvSpPr>
            <a:spLocks/>
          </p:cNvSpPr>
          <p:nvPr/>
        </p:nvSpPr>
        <p:spPr bwMode="auto">
          <a:xfrm>
            <a:off x="5537200" y="3098801"/>
            <a:ext cx="115888" cy="393700"/>
          </a:xfrm>
          <a:custGeom>
            <a:avLst/>
            <a:gdLst>
              <a:gd name="T0" fmla="*/ 59 w 66"/>
              <a:gd name="T1" fmla="*/ 1 h 225"/>
              <a:gd name="T2" fmla="*/ 50 w 66"/>
              <a:gd name="T3" fmla="*/ 0 h 225"/>
              <a:gd name="T4" fmla="*/ 0 w 66"/>
              <a:gd name="T5" fmla="*/ 219 h 225"/>
              <a:gd name="T6" fmla="*/ 15 w 66"/>
              <a:gd name="T7" fmla="*/ 225 h 225"/>
              <a:gd name="T8" fmla="*/ 66 w 66"/>
              <a:gd name="T9" fmla="*/ 1 h 225"/>
              <a:gd name="T10" fmla="*/ 59 w 66"/>
              <a:gd name="T11" fmla="*/ 1 h 225"/>
            </a:gdLst>
            <a:ahLst/>
            <a:cxnLst>
              <a:cxn ang="0">
                <a:pos x="T0" y="T1"/>
              </a:cxn>
              <a:cxn ang="0">
                <a:pos x="T2" y="T3"/>
              </a:cxn>
              <a:cxn ang="0">
                <a:pos x="T4" y="T5"/>
              </a:cxn>
              <a:cxn ang="0">
                <a:pos x="T6" y="T7"/>
              </a:cxn>
              <a:cxn ang="0">
                <a:pos x="T8" y="T9"/>
              </a:cxn>
              <a:cxn ang="0">
                <a:pos x="T10" y="T11"/>
              </a:cxn>
            </a:cxnLst>
            <a:rect l="0" t="0" r="r" b="b"/>
            <a:pathLst>
              <a:path w="66" h="225">
                <a:moveTo>
                  <a:pt x="59" y="1"/>
                </a:moveTo>
                <a:cubicBezTo>
                  <a:pt x="56" y="1"/>
                  <a:pt x="53" y="1"/>
                  <a:pt x="50" y="0"/>
                </a:cubicBezTo>
                <a:cubicBezTo>
                  <a:pt x="45" y="77"/>
                  <a:pt x="28" y="151"/>
                  <a:pt x="0" y="219"/>
                </a:cubicBezTo>
                <a:cubicBezTo>
                  <a:pt x="15" y="225"/>
                  <a:pt x="15" y="225"/>
                  <a:pt x="15" y="225"/>
                </a:cubicBezTo>
                <a:cubicBezTo>
                  <a:pt x="43" y="155"/>
                  <a:pt x="61" y="79"/>
                  <a:pt x="66" y="1"/>
                </a:cubicBezTo>
                <a:cubicBezTo>
                  <a:pt x="64" y="1"/>
                  <a:pt x="62" y="1"/>
                  <a:pt x="59" y="1"/>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23">
            <a:extLst>
              <a:ext uri="{FF2B5EF4-FFF2-40B4-BE49-F238E27FC236}">
                <a16:creationId xmlns:a16="http://schemas.microsoft.com/office/drawing/2014/main" id="{EF6804FB-EBA7-4F7D-B637-1B0CF3CE4BCD}"/>
              </a:ext>
            </a:extLst>
          </p:cNvPr>
          <p:cNvSpPr>
            <a:spLocks/>
          </p:cNvSpPr>
          <p:nvPr/>
        </p:nvSpPr>
        <p:spPr bwMode="auto">
          <a:xfrm>
            <a:off x="5216525" y="2039938"/>
            <a:ext cx="133350" cy="133350"/>
          </a:xfrm>
          <a:custGeom>
            <a:avLst/>
            <a:gdLst>
              <a:gd name="T0" fmla="*/ 0 w 77"/>
              <a:gd name="T1" fmla="*/ 39 h 77"/>
              <a:gd name="T2" fmla="*/ 38 w 77"/>
              <a:gd name="T3" fmla="*/ 77 h 77"/>
              <a:gd name="T4" fmla="*/ 39 w 77"/>
              <a:gd name="T5" fmla="*/ 77 h 77"/>
              <a:gd name="T6" fmla="*/ 77 w 77"/>
              <a:gd name="T7" fmla="*/ 39 h 77"/>
              <a:gd name="T8" fmla="*/ 39 w 77"/>
              <a:gd name="T9" fmla="*/ 0 h 77"/>
              <a:gd name="T10" fmla="*/ 38 w 77"/>
              <a:gd name="T11" fmla="*/ 0 h 77"/>
              <a:gd name="T12" fmla="*/ 0 w 77"/>
              <a:gd name="T13" fmla="*/ 39 h 77"/>
            </a:gdLst>
            <a:ahLst/>
            <a:cxnLst>
              <a:cxn ang="0">
                <a:pos x="T0" y="T1"/>
              </a:cxn>
              <a:cxn ang="0">
                <a:pos x="T2" y="T3"/>
              </a:cxn>
              <a:cxn ang="0">
                <a:pos x="T4" y="T5"/>
              </a:cxn>
              <a:cxn ang="0">
                <a:pos x="T6" y="T7"/>
              </a:cxn>
              <a:cxn ang="0">
                <a:pos x="T8" y="T9"/>
              </a:cxn>
              <a:cxn ang="0">
                <a:pos x="T10" y="T11"/>
              </a:cxn>
              <a:cxn ang="0">
                <a:pos x="T12" y="T13"/>
              </a:cxn>
            </a:cxnLst>
            <a:rect l="0" t="0" r="r" b="b"/>
            <a:pathLst>
              <a:path w="77" h="77">
                <a:moveTo>
                  <a:pt x="0" y="39"/>
                </a:moveTo>
                <a:cubicBezTo>
                  <a:pt x="0" y="60"/>
                  <a:pt x="17" y="77"/>
                  <a:pt x="38" y="77"/>
                </a:cubicBezTo>
                <a:cubicBezTo>
                  <a:pt x="39" y="77"/>
                  <a:pt x="39" y="77"/>
                  <a:pt x="39" y="77"/>
                </a:cubicBezTo>
                <a:cubicBezTo>
                  <a:pt x="60" y="77"/>
                  <a:pt x="77" y="60"/>
                  <a:pt x="77" y="39"/>
                </a:cubicBezTo>
                <a:cubicBezTo>
                  <a:pt x="77" y="18"/>
                  <a:pt x="60" y="0"/>
                  <a:pt x="39" y="0"/>
                </a:cubicBezTo>
                <a:cubicBezTo>
                  <a:pt x="38" y="0"/>
                  <a:pt x="38" y="0"/>
                  <a:pt x="38" y="0"/>
                </a:cubicBezTo>
                <a:cubicBezTo>
                  <a:pt x="17" y="0"/>
                  <a:pt x="0" y="18"/>
                  <a:pt x="0"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Oval 24">
            <a:extLst>
              <a:ext uri="{FF2B5EF4-FFF2-40B4-BE49-F238E27FC236}">
                <a16:creationId xmlns:a16="http://schemas.microsoft.com/office/drawing/2014/main" id="{F0A9AB1A-BB68-4D16-8858-DB97609FA0D0}"/>
              </a:ext>
            </a:extLst>
          </p:cNvPr>
          <p:cNvSpPr>
            <a:spLocks noChangeArrowheads="1"/>
          </p:cNvSpPr>
          <p:nvPr/>
        </p:nvSpPr>
        <p:spPr bwMode="auto">
          <a:xfrm>
            <a:off x="5240337" y="2065338"/>
            <a:ext cx="84138" cy="84138"/>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5">
            <a:extLst>
              <a:ext uri="{FF2B5EF4-FFF2-40B4-BE49-F238E27FC236}">
                <a16:creationId xmlns:a16="http://schemas.microsoft.com/office/drawing/2014/main" id="{9EEDA70A-A80D-47D4-B302-04DFA8CCEB24}"/>
              </a:ext>
            </a:extLst>
          </p:cNvPr>
          <p:cNvSpPr>
            <a:spLocks/>
          </p:cNvSpPr>
          <p:nvPr/>
        </p:nvSpPr>
        <p:spPr bwMode="auto">
          <a:xfrm>
            <a:off x="5573712" y="2938463"/>
            <a:ext cx="134938" cy="133350"/>
          </a:xfrm>
          <a:custGeom>
            <a:avLst/>
            <a:gdLst>
              <a:gd name="T0" fmla="*/ 0 w 77"/>
              <a:gd name="T1" fmla="*/ 38 h 76"/>
              <a:gd name="T2" fmla="*/ 38 w 77"/>
              <a:gd name="T3" fmla="*/ 76 h 76"/>
              <a:gd name="T4" fmla="*/ 38 w 77"/>
              <a:gd name="T5" fmla="*/ 76 h 76"/>
              <a:gd name="T6" fmla="*/ 77 w 77"/>
              <a:gd name="T7" fmla="*/ 38 h 76"/>
              <a:gd name="T8" fmla="*/ 38 w 77"/>
              <a:gd name="T9" fmla="*/ 0 h 76"/>
              <a:gd name="T10" fmla="*/ 38 w 77"/>
              <a:gd name="T11" fmla="*/ 0 h 76"/>
              <a:gd name="T12" fmla="*/ 0 w 77"/>
              <a:gd name="T13" fmla="*/ 38 h 76"/>
            </a:gdLst>
            <a:ahLst/>
            <a:cxnLst>
              <a:cxn ang="0">
                <a:pos x="T0" y="T1"/>
              </a:cxn>
              <a:cxn ang="0">
                <a:pos x="T2" y="T3"/>
              </a:cxn>
              <a:cxn ang="0">
                <a:pos x="T4" y="T5"/>
              </a:cxn>
              <a:cxn ang="0">
                <a:pos x="T6" y="T7"/>
              </a:cxn>
              <a:cxn ang="0">
                <a:pos x="T8" y="T9"/>
              </a:cxn>
              <a:cxn ang="0">
                <a:pos x="T10" y="T11"/>
              </a:cxn>
              <a:cxn ang="0">
                <a:pos x="T12" y="T13"/>
              </a:cxn>
            </a:cxnLst>
            <a:rect l="0" t="0" r="r" b="b"/>
            <a:pathLst>
              <a:path w="77" h="76">
                <a:moveTo>
                  <a:pt x="0" y="38"/>
                </a:moveTo>
                <a:cubicBezTo>
                  <a:pt x="0" y="59"/>
                  <a:pt x="17" y="76"/>
                  <a:pt x="38" y="76"/>
                </a:cubicBezTo>
                <a:cubicBezTo>
                  <a:pt x="38" y="76"/>
                  <a:pt x="38" y="76"/>
                  <a:pt x="38" y="76"/>
                </a:cubicBezTo>
                <a:cubicBezTo>
                  <a:pt x="59" y="76"/>
                  <a:pt x="77" y="59"/>
                  <a:pt x="77" y="38"/>
                </a:cubicBezTo>
                <a:cubicBezTo>
                  <a:pt x="77" y="17"/>
                  <a:pt x="60" y="0"/>
                  <a:pt x="38" y="0"/>
                </a:cubicBezTo>
                <a:cubicBezTo>
                  <a:pt x="38" y="0"/>
                  <a:pt x="38" y="0"/>
                  <a:pt x="38" y="0"/>
                </a:cubicBezTo>
                <a:cubicBezTo>
                  <a:pt x="17" y="0"/>
                  <a:pt x="0" y="17"/>
                  <a:pt x="0" y="38"/>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Oval 26">
            <a:extLst>
              <a:ext uri="{FF2B5EF4-FFF2-40B4-BE49-F238E27FC236}">
                <a16:creationId xmlns:a16="http://schemas.microsoft.com/office/drawing/2014/main" id="{8B309DD6-2756-410A-B918-F700880BCCCC}"/>
              </a:ext>
            </a:extLst>
          </p:cNvPr>
          <p:cNvSpPr>
            <a:spLocks noChangeArrowheads="1"/>
          </p:cNvSpPr>
          <p:nvPr/>
        </p:nvSpPr>
        <p:spPr bwMode="auto">
          <a:xfrm>
            <a:off x="5599112" y="2963863"/>
            <a:ext cx="82550" cy="825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7">
            <a:extLst>
              <a:ext uri="{FF2B5EF4-FFF2-40B4-BE49-F238E27FC236}">
                <a16:creationId xmlns:a16="http://schemas.microsoft.com/office/drawing/2014/main" id="{89277740-373B-4A90-9113-B10F1DA87F65}"/>
              </a:ext>
            </a:extLst>
          </p:cNvPr>
          <p:cNvSpPr>
            <a:spLocks/>
          </p:cNvSpPr>
          <p:nvPr/>
        </p:nvSpPr>
        <p:spPr bwMode="auto">
          <a:xfrm>
            <a:off x="5216525" y="3836988"/>
            <a:ext cx="133350" cy="131763"/>
          </a:xfrm>
          <a:custGeom>
            <a:avLst/>
            <a:gdLst>
              <a:gd name="T0" fmla="*/ 0 w 77"/>
              <a:gd name="T1" fmla="*/ 38 h 76"/>
              <a:gd name="T2" fmla="*/ 38 w 77"/>
              <a:gd name="T3" fmla="*/ 76 h 76"/>
              <a:gd name="T4" fmla="*/ 39 w 77"/>
              <a:gd name="T5" fmla="*/ 76 h 76"/>
              <a:gd name="T6" fmla="*/ 77 w 77"/>
              <a:gd name="T7" fmla="*/ 38 h 76"/>
              <a:gd name="T8" fmla="*/ 39 w 77"/>
              <a:gd name="T9" fmla="*/ 0 h 76"/>
              <a:gd name="T10" fmla="*/ 38 w 77"/>
              <a:gd name="T11" fmla="*/ 0 h 76"/>
              <a:gd name="T12" fmla="*/ 0 w 77"/>
              <a:gd name="T13" fmla="*/ 38 h 76"/>
            </a:gdLst>
            <a:ahLst/>
            <a:cxnLst>
              <a:cxn ang="0">
                <a:pos x="T0" y="T1"/>
              </a:cxn>
              <a:cxn ang="0">
                <a:pos x="T2" y="T3"/>
              </a:cxn>
              <a:cxn ang="0">
                <a:pos x="T4" y="T5"/>
              </a:cxn>
              <a:cxn ang="0">
                <a:pos x="T6" y="T7"/>
              </a:cxn>
              <a:cxn ang="0">
                <a:pos x="T8" y="T9"/>
              </a:cxn>
              <a:cxn ang="0">
                <a:pos x="T10" y="T11"/>
              </a:cxn>
              <a:cxn ang="0">
                <a:pos x="T12" y="T13"/>
              </a:cxn>
            </a:cxnLst>
            <a:rect l="0" t="0" r="r" b="b"/>
            <a:pathLst>
              <a:path w="77" h="76">
                <a:moveTo>
                  <a:pt x="0" y="38"/>
                </a:moveTo>
                <a:cubicBezTo>
                  <a:pt x="0" y="59"/>
                  <a:pt x="17" y="76"/>
                  <a:pt x="38" y="76"/>
                </a:cubicBezTo>
                <a:cubicBezTo>
                  <a:pt x="39" y="76"/>
                  <a:pt x="39" y="76"/>
                  <a:pt x="39" y="76"/>
                </a:cubicBezTo>
                <a:cubicBezTo>
                  <a:pt x="60" y="76"/>
                  <a:pt x="77" y="59"/>
                  <a:pt x="77" y="38"/>
                </a:cubicBezTo>
                <a:cubicBezTo>
                  <a:pt x="77" y="17"/>
                  <a:pt x="60" y="0"/>
                  <a:pt x="39" y="0"/>
                </a:cubicBezTo>
                <a:cubicBezTo>
                  <a:pt x="38" y="0"/>
                  <a:pt x="38" y="0"/>
                  <a:pt x="38" y="0"/>
                </a:cubicBezTo>
                <a:cubicBezTo>
                  <a:pt x="17" y="0"/>
                  <a:pt x="0" y="17"/>
                  <a:pt x="0" y="3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Oval 28">
            <a:extLst>
              <a:ext uri="{FF2B5EF4-FFF2-40B4-BE49-F238E27FC236}">
                <a16:creationId xmlns:a16="http://schemas.microsoft.com/office/drawing/2014/main" id="{98BFE738-C0C4-4D65-B9DF-7E3F3FD56553}"/>
              </a:ext>
            </a:extLst>
          </p:cNvPr>
          <p:cNvSpPr>
            <a:spLocks noChangeArrowheads="1"/>
          </p:cNvSpPr>
          <p:nvPr/>
        </p:nvSpPr>
        <p:spPr bwMode="auto">
          <a:xfrm>
            <a:off x="5240337" y="3860801"/>
            <a:ext cx="84138" cy="8413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Oval 29">
            <a:extLst>
              <a:ext uri="{FF2B5EF4-FFF2-40B4-BE49-F238E27FC236}">
                <a16:creationId xmlns:a16="http://schemas.microsoft.com/office/drawing/2014/main" id="{9FF01D0F-C842-4A7E-85F0-A0AC9ABEDCF3}"/>
              </a:ext>
            </a:extLst>
          </p:cNvPr>
          <p:cNvSpPr>
            <a:spLocks noChangeArrowheads="1"/>
          </p:cNvSpPr>
          <p:nvPr/>
        </p:nvSpPr>
        <p:spPr bwMode="auto">
          <a:xfrm>
            <a:off x="4540250" y="3921126"/>
            <a:ext cx="654050" cy="654050"/>
          </a:xfrm>
          <a:prstGeom prst="ellipse">
            <a:avLst/>
          </a:pr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Oval 30">
            <a:extLst>
              <a:ext uri="{FF2B5EF4-FFF2-40B4-BE49-F238E27FC236}">
                <a16:creationId xmlns:a16="http://schemas.microsoft.com/office/drawing/2014/main" id="{F9179829-DE1D-4AA9-94C0-BFE6B81B8979}"/>
              </a:ext>
            </a:extLst>
          </p:cNvPr>
          <p:cNvSpPr>
            <a:spLocks noChangeArrowheads="1"/>
          </p:cNvSpPr>
          <p:nvPr/>
        </p:nvSpPr>
        <p:spPr bwMode="auto">
          <a:xfrm>
            <a:off x="4610100" y="3992563"/>
            <a:ext cx="512763" cy="511175"/>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Oval 31">
            <a:extLst>
              <a:ext uri="{FF2B5EF4-FFF2-40B4-BE49-F238E27FC236}">
                <a16:creationId xmlns:a16="http://schemas.microsoft.com/office/drawing/2014/main" id="{825B832C-24AD-4F06-AA67-DDC2F41784EB}"/>
              </a:ext>
            </a:extLst>
          </p:cNvPr>
          <p:cNvSpPr>
            <a:spLocks noChangeArrowheads="1"/>
          </p:cNvSpPr>
          <p:nvPr/>
        </p:nvSpPr>
        <p:spPr bwMode="auto">
          <a:xfrm>
            <a:off x="5300662" y="3160713"/>
            <a:ext cx="654050" cy="655638"/>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Oval 32">
            <a:extLst>
              <a:ext uri="{FF2B5EF4-FFF2-40B4-BE49-F238E27FC236}">
                <a16:creationId xmlns:a16="http://schemas.microsoft.com/office/drawing/2014/main" id="{70749B78-4BD1-4F91-958E-495C6191148C}"/>
              </a:ext>
            </a:extLst>
          </p:cNvPr>
          <p:cNvSpPr>
            <a:spLocks noChangeArrowheads="1"/>
          </p:cNvSpPr>
          <p:nvPr/>
        </p:nvSpPr>
        <p:spPr bwMode="auto">
          <a:xfrm>
            <a:off x="5372100" y="3230563"/>
            <a:ext cx="511175" cy="512763"/>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Oval 33">
            <a:extLst>
              <a:ext uri="{FF2B5EF4-FFF2-40B4-BE49-F238E27FC236}">
                <a16:creationId xmlns:a16="http://schemas.microsoft.com/office/drawing/2014/main" id="{6521E6C7-5B98-44D8-BB5C-D0F813C08DF3}"/>
              </a:ext>
            </a:extLst>
          </p:cNvPr>
          <p:cNvSpPr>
            <a:spLocks noChangeArrowheads="1"/>
          </p:cNvSpPr>
          <p:nvPr/>
        </p:nvSpPr>
        <p:spPr bwMode="auto">
          <a:xfrm>
            <a:off x="5278437" y="2195513"/>
            <a:ext cx="655638" cy="654050"/>
          </a:xfrm>
          <a:prstGeom prst="ellipse">
            <a:avLst/>
          </a:pr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Oval 34">
            <a:extLst>
              <a:ext uri="{FF2B5EF4-FFF2-40B4-BE49-F238E27FC236}">
                <a16:creationId xmlns:a16="http://schemas.microsoft.com/office/drawing/2014/main" id="{10BDA3A4-84E2-41F2-8619-0398227DBC52}"/>
              </a:ext>
            </a:extLst>
          </p:cNvPr>
          <p:cNvSpPr>
            <a:spLocks noChangeArrowheads="1"/>
          </p:cNvSpPr>
          <p:nvPr/>
        </p:nvSpPr>
        <p:spPr bwMode="auto">
          <a:xfrm>
            <a:off x="5349875" y="2266950"/>
            <a:ext cx="514350" cy="511175"/>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Oval 35">
            <a:extLst>
              <a:ext uri="{FF2B5EF4-FFF2-40B4-BE49-F238E27FC236}">
                <a16:creationId xmlns:a16="http://schemas.microsoft.com/office/drawing/2014/main" id="{2A5FD4EF-9774-440F-AA08-EB67D9207903}"/>
              </a:ext>
            </a:extLst>
          </p:cNvPr>
          <p:cNvSpPr>
            <a:spLocks noChangeArrowheads="1"/>
          </p:cNvSpPr>
          <p:nvPr/>
        </p:nvSpPr>
        <p:spPr bwMode="auto">
          <a:xfrm>
            <a:off x="4540250" y="1435100"/>
            <a:ext cx="654050" cy="655638"/>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Oval 36">
            <a:extLst>
              <a:ext uri="{FF2B5EF4-FFF2-40B4-BE49-F238E27FC236}">
                <a16:creationId xmlns:a16="http://schemas.microsoft.com/office/drawing/2014/main" id="{B53E8CD0-D307-4DD7-9E56-4A4747F8C494}"/>
              </a:ext>
            </a:extLst>
          </p:cNvPr>
          <p:cNvSpPr>
            <a:spLocks noChangeArrowheads="1"/>
          </p:cNvSpPr>
          <p:nvPr/>
        </p:nvSpPr>
        <p:spPr bwMode="auto">
          <a:xfrm>
            <a:off x="4610100" y="1506538"/>
            <a:ext cx="512763" cy="511175"/>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Oval 37">
            <a:extLst>
              <a:ext uri="{FF2B5EF4-FFF2-40B4-BE49-F238E27FC236}">
                <a16:creationId xmlns:a16="http://schemas.microsoft.com/office/drawing/2014/main" id="{D2CA8896-0784-4E4C-AEFF-29FE5232D7EF}"/>
              </a:ext>
            </a:extLst>
          </p:cNvPr>
          <p:cNvSpPr>
            <a:spLocks noChangeArrowheads="1"/>
          </p:cNvSpPr>
          <p:nvPr/>
        </p:nvSpPr>
        <p:spPr bwMode="auto">
          <a:xfrm>
            <a:off x="3386137" y="3921126"/>
            <a:ext cx="654050" cy="654050"/>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Oval 38">
            <a:extLst>
              <a:ext uri="{FF2B5EF4-FFF2-40B4-BE49-F238E27FC236}">
                <a16:creationId xmlns:a16="http://schemas.microsoft.com/office/drawing/2014/main" id="{4F710FDC-26C0-4CBE-9DB2-410B408963FE}"/>
              </a:ext>
            </a:extLst>
          </p:cNvPr>
          <p:cNvSpPr>
            <a:spLocks noChangeArrowheads="1"/>
          </p:cNvSpPr>
          <p:nvPr/>
        </p:nvSpPr>
        <p:spPr bwMode="auto">
          <a:xfrm>
            <a:off x="3457575" y="3992563"/>
            <a:ext cx="511175" cy="511175"/>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Oval 39">
            <a:extLst>
              <a:ext uri="{FF2B5EF4-FFF2-40B4-BE49-F238E27FC236}">
                <a16:creationId xmlns:a16="http://schemas.microsoft.com/office/drawing/2014/main" id="{A3D59E28-D651-4590-80D8-90E35863E493}"/>
              </a:ext>
            </a:extLst>
          </p:cNvPr>
          <p:cNvSpPr>
            <a:spLocks noChangeArrowheads="1"/>
          </p:cNvSpPr>
          <p:nvPr/>
        </p:nvSpPr>
        <p:spPr bwMode="auto">
          <a:xfrm>
            <a:off x="2624137" y="3160713"/>
            <a:ext cx="655638" cy="655638"/>
          </a:xfrm>
          <a:prstGeom prst="ellipse">
            <a:avLst/>
          </a:pr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Oval 40">
            <a:extLst>
              <a:ext uri="{FF2B5EF4-FFF2-40B4-BE49-F238E27FC236}">
                <a16:creationId xmlns:a16="http://schemas.microsoft.com/office/drawing/2014/main" id="{5C36C0CC-F0C7-44CE-9AC4-74C0A05DA1CA}"/>
              </a:ext>
            </a:extLst>
          </p:cNvPr>
          <p:cNvSpPr>
            <a:spLocks noChangeArrowheads="1"/>
          </p:cNvSpPr>
          <p:nvPr/>
        </p:nvSpPr>
        <p:spPr bwMode="auto">
          <a:xfrm>
            <a:off x="2695575" y="3230563"/>
            <a:ext cx="514350" cy="512763"/>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Oval 41">
            <a:extLst>
              <a:ext uri="{FF2B5EF4-FFF2-40B4-BE49-F238E27FC236}">
                <a16:creationId xmlns:a16="http://schemas.microsoft.com/office/drawing/2014/main" id="{CD1F3882-5790-4168-BEC4-114BFF7E72A8}"/>
              </a:ext>
            </a:extLst>
          </p:cNvPr>
          <p:cNvSpPr>
            <a:spLocks noChangeArrowheads="1"/>
          </p:cNvSpPr>
          <p:nvPr/>
        </p:nvSpPr>
        <p:spPr bwMode="auto">
          <a:xfrm>
            <a:off x="2644775" y="2195513"/>
            <a:ext cx="655638" cy="654050"/>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Oval 42">
            <a:extLst>
              <a:ext uri="{FF2B5EF4-FFF2-40B4-BE49-F238E27FC236}">
                <a16:creationId xmlns:a16="http://schemas.microsoft.com/office/drawing/2014/main" id="{83B57EE8-AC1C-4712-9174-368BDC4D6BCC}"/>
              </a:ext>
            </a:extLst>
          </p:cNvPr>
          <p:cNvSpPr>
            <a:spLocks noChangeArrowheads="1"/>
          </p:cNvSpPr>
          <p:nvPr/>
        </p:nvSpPr>
        <p:spPr bwMode="auto">
          <a:xfrm>
            <a:off x="2716212" y="2266950"/>
            <a:ext cx="512763" cy="511175"/>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43">
            <a:extLst>
              <a:ext uri="{FF2B5EF4-FFF2-40B4-BE49-F238E27FC236}">
                <a16:creationId xmlns:a16="http://schemas.microsoft.com/office/drawing/2014/main" id="{A1D7D4E1-A6C4-4EA4-BB1B-E078A422B06A}"/>
              </a:ext>
            </a:extLst>
          </p:cNvPr>
          <p:cNvSpPr>
            <a:spLocks noChangeArrowheads="1"/>
          </p:cNvSpPr>
          <p:nvPr/>
        </p:nvSpPr>
        <p:spPr bwMode="auto">
          <a:xfrm>
            <a:off x="3386137" y="1435100"/>
            <a:ext cx="654050" cy="655638"/>
          </a:xfrm>
          <a:prstGeom prst="ellipse">
            <a:avLst/>
          </a:pr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Oval 44">
            <a:extLst>
              <a:ext uri="{FF2B5EF4-FFF2-40B4-BE49-F238E27FC236}">
                <a16:creationId xmlns:a16="http://schemas.microsoft.com/office/drawing/2014/main" id="{23C868A0-ED9A-4DEF-997C-956CB530D4C9}"/>
              </a:ext>
            </a:extLst>
          </p:cNvPr>
          <p:cNvSpPr>
            <a:spLocks noChangeArrowheads="1"/>
          </p:cNvSpPr>
          <p:nvPr/>
        </p:nvSpPr>
        <p:spPr bwMode="auto">
          <a:xfrm>
            <a:off x="3457575" y="1506538"/>
            <a:ext cx="511175" cy="511175"/>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45">
            <a:extLst>
              <a:ext uri="{FF2B5EF4-FFF2-40B4-BE49-F238E27FC236}">
                <a16:creationId xmlns:a16="http://schemas.microsoft.com/office/drawing/2014/main" id="{FC975EE6-9278-4F8D-9481-D91418FF76D5}"/>
              </a:ext>
            </a:extLst>
          </p:cNvPr>
          <p:cNvSpPr>
            <a:spLocks/>
          </p:cNvSpPr>
          <p:nvPr/>
        </p:nvSpPr>
        <p:spPr bwMode="auto">
          <a:xfrm>
            <a:off x="4827587" y="2938463"/>
            <a:ext cx="393700" cy="750888"/>
          </a:xfrm>
          <a:custGeom>
            <a:avLst/>
            <a:gdLst>
              <a:gd name="T0" fmla="*/ 149 w 225"/>
              <a:gd name="T1" fmla="*/ 38 h 430"/>
              <a:gd name="T2" fmla="*/ 15 w 225"/>
              <a:gd name="T3" fmla="*/ 361 h 430"/>
              <a:gd name="T4" fmla="*/ 15 w 225"/>
              <a:gd name="T5" fmla="*/ 415 h 430"/>
              <a:gd name="T6" fmla="*/ 69 w 225"/>
              <a:gd name="T7" fmla="*/ 415 h 430"/>
              <a:gd name="T8" fmla="*/ 225 w 225"/>
              <a:gd name="T9" fmla="*/ 38 h 430"/>
              <a:gd name="T10" fmla="*/ 187 w 225"/>
              <a:gd name="T11" fmla="*/ 0 h 430"/>
              <a:gd name="T12" fmla="*/ 149 w 225"/>
              <a:gd name="T13" fmla="*/ 38 h 430"/>
            </a:gdLst>
            <a:ahLst/>
            <a:cxnLst>
              <a:cxn ang="0">
                <a:pos x="T0" y="T1"/>
              </a:cxn>
              <a:cxn ang="0">
                <a:pos x="T2" y="T3"/>
              </a:cxn>
              <a:cxn ang="0">
                <a:pos x="T4" y="T5"/>
              </a:cxn>
              <a:cxn ang="0">
                <a:pos x="T6" y="T7"/>
              </a:cxn>
              <a:cxn ang="0">
                <a:pos x="T8" y="T9"/>
              </a:cxn>
              <a:cxn ang="0">
                <a:pos x="T10" y="T11"/>
              </a:cxn>
              <a:cxn ang="0">
                <a:pos x="T12" y="T13"/>
              </a:cxn>
            </a:cxnLst>
            <a:rect l="0" t="0" r="r" b="b"/>
            <a:pathLst>
              <a:path w="225" h="430">
                <a:moveTo>
                  <a:pt x="149" y="38"/>
                </a:moveTo>
                <a:cubicBezTo>
                  <a:pt x="149" y="164"/>
                  <a:pt x="98" y="278"/>
                  <a:pt x="15" y="361"/>
                </a:cubicBezTo>
                <a:cubicBezTo>
                  <a:pt x="0" y="376"/>
                  <a:pt x="0" y="400"/>
                  <a:pt x="15" y="415"/>
                </a:cubicBezTo>
                <a:cubicBezTo>
                  <a:pt x="30" y="430"/>
                  <a:pt x="54" y="430"/>
                  <a:pt x="69" y="415"/>
                </a:cubicBezTo>
                <a:cubicBezTo>
                  <a:pt x="165" y="319"/>
                  <a:pt x="225" y="185"/>
                  <a:pt x="225" y="38"/>
                </a:cubicBezTo>
                <a:cubicBezTo>
                  <a:pt x="225" y="17"/>
                  <a:pt x="208" y="0"/>
                  <a:pt x="187" y="0"/>
                </a:cubicBezTo>
                <a:cubicBezTo>
                  <a:pt x="166" y="0"/>
                  <a:pt x="149" y="17"/>
                  <a:pt x="149" y="3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46">
            <a:extLst>
              <a:ext uri="{FF2B5EF4-FFF2-40B4-BE49-F238E27FC236}">
                <a16:creationId xmlns:a16="http://schemas.microsoft.com/office/drawing/2014/main" id="{7D7D3F3A-187D-4517-9033-6605E4A16E2C}"/>
              </a:ext>
            </a:extLst>
          </p:cNvPr>
          <p:cNvSpPr>
            <a:spLocks/>
          </p:cNvSpPr>
          <p:nvPr/>
        </p:nvSpPr>
        <p:spPr bwMode="auto">
          <a:xfrm>
            <a:off x="4222750" y="3549651"/>
            <a:ext cx="752475" cy="385763"/>
          </a:xfrm>
          <a:custGeom>
            <a:avLst/>
            <a:gdLst>
              <a:gd name="T0" fmla="*/ 362 w 431"/>
              <a:gd name="T1" fmla="*/ 11 h 221"/>
              <a:gd name="T2" fmla="*/ 39 w 431"/>
              <a:gd name="T3" fmla="*/ 145 h 221"/>
              <a:gd name="T4" fmla="*/ 0 w 431"/>
              <a:gd name="T5" fmla="*/ 183 h 221"/>
              <a:gd name="T6" fmla="*/ 39 w 431"/>
              <a:gd name="T7" fmla="*/ 221 h 221"/>
              <a:gd name="T8" fmla="*/ 416 w 431"/>
              <a:gd name="T9" fmla="*/ 65 h 221"/>
              <a:gd name="T10" fmla="*/ 416 w 431"/>
              <a:gd name="T11" fmla="*/ 65 h 221"/>
              <a:gd name="T12" fmla="*/ 416 w 431"/>
              <a:gd name="T13" fmla="*/ 11 h 221"/>
              <a:gd name="T14" fmla="*/ 389 w 431"/>
              <a:gd name="T15" fmla="*/ 0 h 221"/>
              <a:gd name="T16" fmla="*/ 362 w 431"/>
              <a:gd name="T17" fmla="*/ 1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1" h="221">
                <a:moveTo>
                  <a:pt x="362" y="11"/>
                </a:moveTo>
                <a:cubicBezTo>
                  <a:pt x="279" y="94"/>
                  <a:pt x="165" y="145"/>
                  <a:pt x="39" y="145"/>
                </a:cubicBezTo>
                <a:cubicBezTo>
                  <a:pt x="18" y="145"/>
                  <a:pt x="0" y="162"/>
                  <a:pt x="0" y="183"/>
                </a:cubicBezTo>
                <a:cubicBezTo>
                  <a:pt x="0" y="204"/>
                  <a:pt x="18" y="221"/>
                  <a:pt x="39" y="221"/>
                </a:cubicBezTo>
                <a:cubicBezTo>
                  <a:pt x="186" y="221"/>
                  <a:pt x="320" y="162"/>
                  <a:pt x="416" y="65"/>
                </a:cubicBezTo>
                <a:cubicBezTo>
                  <a:pt x="416" y="65"/>
                  <a:pt x="416" y="65"/>
                  <a:pt x="416" y="65"/>
                </a:cubicBezTo>
                <a:cubicBezTo>
                  <a:pt x="431" y="50"/>
                  <a:pt x="431" y="26"/>
                  <a:pt x="416" y="11"/>
                </a:cubicBezTo>
                <a:cubicBezTo>
                  <a:pt x="409" y="3"/>
                  <a:pt x="399" y="0"/>
                  <a:pt x="389" y="0"/>
                </a:cubicBezTo>
                <a:cubicBezTo>
                  <a:pt x="379" y="0"/>
                  <a:pt x="369" y="3"/>
                  <a:pt x="362" y="11"/>
                </a:cubicBezTo>
              </a:path>
            </a:pathLst>
          </a:cu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47">
            <a:extLst>
              <a:ext uri="{FF2B5EF4-FFF2-40B4-BE49-F238E27FC236}">
                <a16:creationId xmlns:a16="http://schemas.microsoft.com/office/drawing/2014/main" id="{20A1908F-2E49-4DAC-9024-FE7C9E7AF1FD}"/>
              </a:ext>
            </a:extLst>
          </p:cNvPr>
          <p:cNvSpPr>
            <a:spLocks/>
          </p:cNvSpPr>
          <p:nvPr/>
        </p:nvSpPr>
        <p:spPr bwMode="auto">
          <a:xfrm>
            <a:off x="4222750" y="2073275"/>
            <a:ext cx="752475" cy="393700"/>
          </a:xfrm>
          <a:custGeom>
            <a:avLst/>
            <a:gdLst>
              <a:gd name="T0" fmla="*/ 39 w 431"/>
              <a:gd name="T1" fmla="*/ 0 h 226"/>
              <a:gd name="T2" fmla="*/ 0 w 431"/>
              <a:gd name="T3" fmla="*/ 39 h 226"/>
              <a:gd name="T4" fmla="*/ 39 w 431"/>
              <a:gd name="T5" fmla="*/ 77 h 226"/>
              <a:gd name="T6" fmla="*/ 362 w 431"/>
              <a:gd name="T7" fmla="*/ 211 h 226"/>
              <a:gd name="T8" fmla="*/ 416 w 431"/>
              <a:gd name="T9" fmla="*/ 211 h 226"/>
              <a:gd name="T10" fmla="*/ 416 w 431"/>
              <a:gd name="T11" fmla="*/ 157 h 226"/>
              <a:gd name="T12" fmla="*/ 39 w 431"/>
              <a:gd name="T13" fmla="*/ 0 h 226"/>
              <a:gd name="T14" fmla="*/ 39 w 431"/>
              <a:gd name="T15" fmla="*/ 0 h 2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1" h="226">
                <a:moveTo>
                  <a:pt x="39" y="0"/>
                </a:moveTo>
                <a:cubicBezTo>
                  <a:pt x="18" y="0"/>
                  <a:pt x="0" y="18"/>
                  <a:pt x="0" y="39"/>
                </a:cubicBezTo>
                <a:cubicBezTo>
                  <a:pt x="0" y="60"/>
                  <a:pt x="18" y="77"/>
                  <a:pt x="39" y="77"/>
                </a:cubicBezTo>
                <a:cubicBezTo>
                  <a:pt x="165" y="77"/>
                  <a:pt x="279" y="128"/>
                  <a:pt x="362" y="211"/>
                </a:cubicBezTo>
                <a:cubicBezTo>
                  <a:pt x="377" y="226"/>
                  <a:pt x="401" y="226"/>
                  <a:pt x="416" y="211"/>
                </a:cubicBezTo>
                <a:cubicBezTo>
                  <a:pt x="431" y="196"/>
                  <a:pt x="431" y="172"/>
                  <a:pt x="416" y="157"/>
                </a:cubicBezTo>
                <a:cubicBezTo>
                  <a:pt x="320" y="60"/>
                  <a:pt x="186" y="0"/>
                  <a:pt x="39" y="0"/>
                </a:cubicBezTo>
                <a:cubicBezTo>
                  <a:pt x="39" y="0"/>
                  <a:pt x="39" y="0"/>
                  <a:pt x="39"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48">
            <a:extLst>
              <a:ext uri="{FF2B5EF4-FFF2-40B4-BE49-F238E27FC236}">
                <a16:creationId xmlns:a16="http://schemas.microsoft.com/office/drawing/2014/main" id="{E060D9AD-0164-4BBB-88F2-2EE2A5693FBB}"/>
              </a:ext>
            </a:extLst>
          </p:cNvPr>
          <p:cNvSpPr>
            <a:spLocks/>
          </p:cNvSpPr>
          <p:nvPr/>
        </p:nvSpPr>
        <p:spPr bwMode="auto">
          <a:xfrm>
            <a:off x="4827587" y="2325688"/>
            <a:ext cx="393700" cy="746125"/>
          </a:xfrm>
          <a:custGeom>
            <a:avLst/>
            <a:gdLst>
              <a:gd name="T0" fmla="*/ 15 w 225"/>
              <a:gd name="T1" fmla="*/ 12 h 427"/>
              <a:gd name="T2" fmla="*/ 15 w 225"/>
              <a:gd name="T3" fmla="*/ 66 h 427"/>
              <a:gd name="T4" fmla="*/ 149 w 225"/>
              <a:gd name="T5" fmla="*/ 389 h 427"/>
              <a:gd name="T6" fmla="*/ 187 w 225"/>
              <a:gd name="T7" fmla="*/ 427 h 427"/>
              <a:gd name="T8" fmla="*/ 225 w 225"/>
              <a:gd name="T9" fmla="*/ 389 h 427"/>
              <a:gd name="T10" fmla="*/ 69 w 225"/>
              <a:gd name="T11" fmla="*/ 12 h 427"/>
              <a:gd name="T12" fmla="*/ 69 w 225"/>
              <a:gd name="T13" fmla="*/ 12 h 427"/>
              <a:gd name="T14" fmla="*/ 42 w 225"/>
              <a:gd name="T15" fmla="*/ 0 h 427"/>
              <a:gd name="T16" fmla="*/ 15 w 225"/>
              <a:gd name="T17" fmla="*/ 1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427">
                <a:moveTo>
                  <a:pt x="15" y="12"/>
                </a:moveTo>
                <a:cubicBezTo>
                  <a:pt x="0" y="27"/>
                  <a:pt x="0" y="51"/>
                  <a:pt x="15" y="66"/>
                </a:cubicBezTo>
                <a:cubicBezTo>
                  <a:pt x="98" y="149"/>
                  <a:pt x="149" y="263"/>
                  <a:pt x="149" y="389"/>
                </a:cubicBezTo>
                <a:cubicBezTo>
                  <a:pt x="149" y="410"/>
                  <a:pt x="166" y="427"/>
                  <a:pt x="187" y="427"/>
                </a:cubicBezTo>
                <a:cubicBezTo>
                  <a:pt x="208" y="427"/>
                  <a:pt x="225" y="410"/>
                  <a:pt x="225" y="389"/>
                </a:cubicBezTo>
                <a:cubicBezTo>
                  <a:pt x="225" y="242"/>
                  <a:pt x="165" y="108"/>
                  <a:pt x="69" y="12"/>
                </a:cubicBezTo>
                <a:cubicBezTo>
                  <a:pt x="69" y="12"/>
                  <a:pt x="69" y="12"/>
                  <a:pt x="69" y="12"/>
                </a:cubicBezTo>
                <a:cubicBezTo>
                  <a:pt x="61" y="4"/>
                  <a:pt x="52" y="0"/>
                  <a:pt x="42" y="0"/>
                </a:cubicBezTo>
                <a:cubicBezTo>
                  <a:pt x="32" y="0"/>
                  <a:pt x="22" y="4"/>
                  <a:pt x="15" y="12"/>
                </a:cubicBezTo>
              </a:path>
            </a:pathLst>
          </a:cu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49">
            <a:extLst>
              <a:ext uri="{FF2B5EF4-FFF2-40B4-BE49-F238E27FC236}">
                <a16:creationId xmlns:a16="http://schemas.microsoft.com/office/drawing/2014/main" id="{7952BDF5-62F1-45B0-82B4-3E0BFA1529D6}"/>
              </a:ext>
            </a:extLst>
          </p:cNvPr>
          <p:cNvSpPr>
            <a:spLocks/>
          </p:cNvSpPr>
          <p:nvPr/>
        </p:nvSpPr>
        <p:spPr bwMode="auto">
          <a:xfrm>
            <a:off x="4948237" y="23463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50">
            <a:extLst>
              <a:ext uri="{FF2B5EF4-FFF2-40B4-BE49-F238E27FC236}">
                <a16:creationId xmlns:a16="http://schemas.microsoft.com/office/drawing/2014/main" id="{49897A54-4ECA-4500-BD0C-C8793E1405A7}"/>
              </a:ext>
            </a:extLst>
          </p:cNvPr>
          <p:cNvSpPr>
            <a:spLocks noEditPoints="1"/>
          </p:cNvSpPr>
          <p:nvPr/>
        </p:nvSpPr>
        <p:spPr bwMode="auto">
          <a:xfrm>
            <a:off x="4914900" y="2327275"/>
            <a:ext cx="3175" cy="1588"/>
          </a:xfrm>
          <a:custGeom>
            <a:avLst/>
            <a:gdLst>
              <a:gd name="T0" fmla="*/ 1 w 1"/>
              <a:gd name="T1" fmla="*/ 1 h 1"/>
              <a:gd name="T2" fmla="*/ 1 w 1"/>
              <a:gd name="T3" fmla="*/ 1 h 1"/>
              <a:gd name="T4" fmla="*/ 1 w 1"/>
              <a:gd name="T5" fmla="*/ 1 h 1"/>
              <a:gd name="T6" fmla="*/ 1 w 1"/>
              <a:gd name="T7" fmla="*/ 0 h 1"/>
              <a:gd name="T8" fmla="*/ 1 w 1"/>
              <a:gd name="T9" fmla="*/ 1 h 1"/>
              <a:gd name="T10" fmla="*/ 1 w 1"/>
              <a:gd name="T11" fmla="*/ 0 h 1"/>
              <a:gd name="T12" fmla="*/ 1 w 1"/>
              <a:gd name="T13" fmla="*/ 0 h 1"/>
              <a:gd name="T14" fmla="*/ 1 w 1"/>
              <a:gd name="T15" fmla="*/ 0 h 1"/>
              <a:gd name="T16" fmla="*/ 1 w 1"/>
              <a:gd name="T17" fmla="*/ 0 h 1"/>
              <a:gd name="T18" fmla="*/ 0 w 1"/>
              <a:gd name="T19" fmla="*/ 0 h 1"/>
              <a:gd name="T20" fmla="*/ 1 w 1"/>
              <a:gd name="T21" fmla="*/ 0 h 1"/>
              <a:gd name="T22" fmla="*/ 0 w 1"/>
              <a:gd name="T23" fmla="*/ 0 h 1"/>
              <a:gd name="T24" fmla="*/ 0 w 1"/>
              <a:gd name="T25" fmla="*/ 0 h 1"/>
              <a:gd name="T26" fmla="*/ 0 w 1"/>
              <a:gd name="T27" fmla="*/ 0 h 1"/>
              <a:gd name="T28" fmla="*/ 0 w 1"/>
              <a:gd name="T29" fmla="*/ 0 h 1"/>
              <a:gd name="T30" fmla="*/ 0 w 1"/>
              <a:gd name="T31" fmla="*/ 0 h 1"/>
              <a:gd name="T32" fmla="*/ 0 w 1"/>
              <a:gd name="T33" fmla="*/ 0 h 1"/>
              <a:gd name="T34" fmla="*/ 0 w 1"/>
              <a:gd name="T35" fmla="*/ 0 h 1"/>
              <a:gd name="T36" fmla="*/ 0 w 1"/>
              <a:gd name="T37" fmla="*/ 0 h 1"/>
              <a:gd name="T38" fmla="*/ 0 w 1"/>
              <a:gd name="T39" fmla="*/ 0 h 1"/>
              <a:gd name="T40" fmla="*/ 0 w 1"/>
              <a:gd name="T41" fmla="*/ 0 h 1"/>
              <a:gd name="T42" fmla="*/ 0 w 1"/>
              <a:gd name="T43" fmla="*/ 0 h 1"/>
              <a:gd name="T44" fmla="*/ 0 w 1"/>
              <a:gd name="T45" fmla="*/ 0 h 1"/>
              <a:gd name="T46" fmla="*/ 0 w 1"/>
              <a:gd name="T4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 h="1">
                <a:moveTo>
                  <a:pt x="1" y="1"/>
                </a:moveTo>
                <a:cubicBezTo>
                  <a:pt x="1" y="1"/>
                  <a:pt x="1" y="1"/>
                  <a:pt x="1" y="1"/>
                </a:cubicBezTo>
                <a:cubicBezTo>
                  <a:pt x="1" y="1"/>
                  <a:pt x="1" y="1"/>
                  <a:pt x="1" y="1"/>
                </a:cubicBezTo>
                <a:moveTo>
                  <a:pt x="1" y="0"/>
                </a:moveTo>
                <a:cubicBezTo>
                  <a:pt x="1" y="1"/>
                  <a:pt x="1" y="1"/>
                  <a:pt x="1" y="1"/>
                </a:cubicBezTo>
                <a:cubicBezTo>
                  <a:pt x="1" y="1"/>
                  <a:pt x="1" y="1"/>
                  <a:pt x="1" y="0"/>
                </a:cubicBezTo>
                <a:moveTo>
                  <a:pt x="1" y="0"/>
                </a:moveTo>
                <a:cubicBezTo>
                  <a:pt x="1" y="0"/>
                  <a:pt x="1" y="0"/>
                  <a:pt x="1" y="0"/>
                </a:cubicBezTo>
                <a:cubicBezTo>
                  <a:pt x="1" y="0"/>
                  <a:pt x="1" y="0"/>
                  <a:pt x="1" y="0"/>
                </a:cubicBezTo>
                <a:moveTo>
                  <a:pt x="0" y="0"/>
                </a:moveTo>
                <a:cubicBezTo>
                  <a:pt x="1" y="0"/>
                  <a:pt x="1" y="0"/>
                  <a:pt x="1" y="0"/>
                </a:cubicBezTo>
                <a:cubicBezTo>
                  <a:pt x="1" y="0"/>
                  <a:pt x="1"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51">
            <a:extLst>
              <a:ext uri="{FF2B5EF4-FFF2-40B4-BE49-F238E27FC236}">
                <a16:creationId xmlns:a16="http://schemas.microsoft.com/office/drawing/2014/main" id="{00DBA4A5-F34F-4387-991F-A0D7E7EA2D81}"/>
              </a:ext>
            </a:extLst>
          </p:cNvPr>
          <p:cNvSpPr>
            <a:spLocks/>
          </p:cNvSpPr>
          <p:nvPr/>
        </p:nvSpPr>
        <p:spPr bwMode="auto">
          <a:xfrm>
            <a:off x="4835525" y="2325688"/>
            <a:ext cx="131763" cy="134938"/>
          </a:xfrm>
          <a:custGeom>
            <a:avLst/>
            <a:gdLst>
              <a:gd name="T0" fmla="*/ 38 w 76"/>
              <a:gd name="T1" fmla="*/ 0 h 77"/>
              <a:gd name="T2" fmla="*/ 0 w 76"/>
              <a:gd name="T3" fmla="*/ 39 h 77"/>
              <a:gd name="T4" fmla="*/ 38 w 76"/>
              <a:gd name="T5" fmla="*/ 77 h 77"/>
              <a:gd name="T6" fmla="*/ 76 w 76"/>
              <a:gd name="T7" fmla="*/ 39 h 77"/>
              <a:gd name="T8" fmla="*/ 65 w 76"/>
              <a:gd name="T9" fmla="*/ 12 h 77"/>
              <a:gd name="T10" fmla="*/ 65 w 76"/>
              <a:gd name="T11" fmla="*/ 12 h 77"/>
              <a:gd name="T12" fmla="*/ 65 w 76"/>
              <a:gd name="T13" fmla="*/ 12 h 77"/>
              <a:gd name="T14" fmla="*/ 47 w 76"/>
              <a:gd name="T15" fmla="*/ 2 h 77"/>
              <a:gd name="T16" fmla="*/ 47 w 76"/>
              <a:gd name="T17" fmla="*/ 2 h 77"/>
              <a:gd name="T18" fmla="*/ 47 w 76"/>
              <a:gd name="T19" fmla="*/ 2 h 77"/>
              <a:gd name="T20" fmla="*/ 47 w 76"/>
              <a:gd name="T21" fmla="*/ 1 h 77"/>
              <a:gd name="T22" fmla="*/ 47 w 76"/>
              <a:gd name="T23" fmla="*/ 1 h 77"/>
              <a:gd name="T24" fmla="*/ 47 w 76"/>
              <a:gd name="T25" fmla="*/ 1 h 77"/>
              <a:gd name="T26" fmla="*/ 47 w 76"/>
              <a:gd name="T27" fmla="*/ 1 h 77"/>
              <a:gd name="T28" fmla="*/ 46 w 76"/>
              <a:gd name="T29" fmla="*/ 1 h 77"/>
              <a:gd name="T30" fmla="*/ 46 w 76"/>
              <a:gd name="T31" fmla="*/ 1 h 77"/>
              <a:gd name="T32" fmla="*/ 46 w 76"/>
              <a:gd name="T33" fmla="*/ 1 h 77"/>
              <a:gd name="T34" fmla="*/ 46 w 76"/>
              <a:gd name="T35" fmla="*/ 1 h 77"/>
              <a:gd name="T36" fmla="*/ 46 w 76"/>
              <a:gd name="T37" fmla="*/ 1 h 77"/>
              <a:gd name="T38" fmla="*/ 46 w 76"/>
              <a:gd name="T39" fmla="*/ 1 h 77"/>
              <a:gd name="T40" fmla="*/ 46 w 76"/>
              <a:gd name="T41" fmla="*/ 1 h 77"/>
              <a:gd name="T42" fmla="*/ 46 w 76"/>
              <a:gd name="T43" fmla="*/ 1 h 77"/>
              <a:gd name="T44" fmla="*/ 46 w 76"/>
              <a:gd name="T45" fmla="*/ 1 h 77"/>
              <a:gd name="T46" fmla="*/ 38 w 76"/>
              <a:gd name="T4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6" h="77">
                <a:moveTo>
                  <a:pt x="38" y="0"/>
                </a:moveTo>
                <a:cubicBezTo>
                  <a:pt x="17" y="0"/>
                  <a:pt x="0" y="18"/>
                  <a:pt x="0" y="39"/>
                </a:cubicBezTo>
                <a:cubicBezTo>
                  <a:pt x="0" y="60"/>
                  <a:pt x="17" y="77"/>
                  <a:pt x="38" y="77"/>
                </a:cubicBezTo>
                <a:cubicBezTo>
                  <a:pt x="59" y="77"/>
                  <a:pt x="76" y="60"/>
                  <a:pt x="76" y="39"/>
                </a:cubicBezTo>
                <a:cubicBezTo>
                  <a:pt x="76" y="28"/>
                  <a:pt x="72" y="19"/>
                  <a:pt x="65" y="12"/>
                </a:cubicBezTo>
                <a:cubicBezTo>
                  <a:pt x="65" y="12"/>
                  <a:pt x="65" y="12"/>
                  <a:pt x="65" y="12"/>
                </a:cubicBezTo>
                <a:cubicBezTo>
                  <a:pt x="65" y="12"/>
                  <a:pt x="65" y="12"/>
                  <a:pt x="65" y="12"/>
                </a:cubicBezTo>
                <a:cubicBezTo>
                  <a:pt x="60" y="7"/>
                  <a:pt x="54" y="3"/>
                  <a:pt x="47" y="2"/>
                </a:cubicBezTo>
                <a:cubicBezTo>
                  <a:pt x="47" y="2"/>
                  <a:pt x="47" y="2"/>
                  <a:pt x="47" y="2"/>
                </a:cubicBezTo>
                <a:cubicBezTo>
                  <a:pt x="47" y="2"/>
                  <a:pt x="47" y="2"/>
                  <a:pt x="47" y="2"/>
                </a:cubicBezTo>
                <a:cubicBezTo>
                  <a:pt x="47" y="2"/>
                  <a:pt x="47" y="2"/>
                  <a:pt x="47" y="1"/>
                </a:cubicBezTo>
                <a:cubicBezTo>
                  <a:pt x="47" y="1"/>
                  <a:pt x="47" y="1"/>
                  <a:pt x="47" y="1"/>
                </a:cubicBezTo>
                <a:cubicBezTo>
                  <a:pt x="47" y="1"/>
                  <a:pt x="47" y="1"/>
                  <a:pt x="47" y="1"/>
                </a:cubicBezTo>
                <a:cubicBezTo>
                  <a:pt x="47" y="1"/>
                  <a:pt x="47" y="1"/>
                  <a:pt x="47" y="1"/>
                </a:cubicBezTo>
                <a:cubicBezTo>
                  <a:pt x="47" y="1"/>
                  <a:pt x="47" y="1"/>
                  <a:pt x="46" y="1"/>
                </a:cubicBezTo>
                <a:cubicBezTo>
                  <a:pt x="46" y="1"/>
                  <a:pt x="46" y="1"/>
                  <a:pt x="46" y="1"/>
                </a:cubicBezTo>
                <a:cubicBezTo>
                  <a:pt x="46" y="1"/>
                  <a:pt x="46" y="1"/>
                  <a:pt x="46" y="1"/>
                </a:cubicBezTo>
                <a:cubicBezTo>
                  <a:pt x="46" y="1"/>
                  <a:pt x="46" y="1"/>
                  <a:pt x="46" y="1"/>
                </a:cubicBezTo>
                <a:cubicBezTo>
                  <a:pt x="46" y="1"/>
                  <a:pt x="46" y="1"/>
                  <a:pt x="46" y="1"/>
                </a:cubicBezTo>
                <a:cubicBezTo>
                  <a:pt x="46" y="1"/>
                  <a:pt x="46" y="1"/>
                  <a:pt x="46" y="1"/>
                </a:cubicBezTo>
                <a:cubicBezTo>
                  <a:pt x="46" y="1"/>
                  <a:pt x="46" y="1"/>
                  <a:pt x="46" y="1"/>
                </a:cubicBezTo>
                <a:cubicBezTo>
                  <a:pt x="46" y="1"/>
                  <a:pt x="46" y="1"/>
                  <a:pt x="46" y="1"/>
                </a:cubicBezTo>
                <a:cubicBezTo>
                  <a:pt x="46" y="1"/>
                  <a:pt x="46" y="1"/>
                  <a:pt x="46" y="1"/>
                </a:cubicBezTo>
                <a:cubicBezTo>
                  <a:pt x="43" y="1"/>
                  <a:pt x="41" y="0"/>
                  <a:pt x="38" y="0"/>
                </a:cubicBezTo>
              </a:path>
            </a:pathLst>
          </a:custGeom>
          <a:solidFill>
            <a:schemeClr val="bg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52">
            <a:extLst>
              <a:ext uri="{FF2B5EF4-FFF2-40B4-BE49-F238E27FC236}">
                <a16:creationId xmlns:a16="http://schemas.microsoft.com/office/drawing/2014/main" id="{A0F82B55-EE13-47FE-B748-B539995C27E1}"/>
              </a:ext>
            </a:extLst>
          </p:cNvPr>
          <p:cNvSpPr>
            <a:spLocks noEditPoints="1"/>
          </p:cNvSpPr>
          <p:nvPr/>
        </p:nvSpPr>
        <p:spPr bwMode="auto">
          <a:xfrm>
            <a:off x="5153025" y="3005138"/>
            <a:ext cx="68263" cy="66675"/>
          </a:xfrm>
          <a:custGeom>
            <a:avLst/>
            <a:gdLst>
              <a:gd name="T0" fmla="*/ 0 w 39"/>
              <a:gd name="T1" fmla="*/ 38 h 38"/>
              <a:gd name="T2" fmla="*/ 0 w 39"/>
              <a:gd name="T3" fmla="*/ 38 h 38"/>
              <a:gd name="T4" fmla="*/ 0 w 39"/>
              <a:gd name="T5" fmla="*/ 38 h 38"/>
              <a:gd name="T6" fmla="*/ 0 w 39"/>
              <a:gd name="T7" fmla="*/ 38 h 38"/>
              <a:gd name="T8" fmla="*/ 0 w 39"/>
              <a:gd name="T9" fmla="*/ 38 h 38"/>
              <a:gd name="T10" fmla="*/ 0 w 39"/>
              <a:gd name="T11" fmla="*/ 38 h 38"/>
              <a:gd name="T12" fmla="*/ 39 w 39"/>
              <a:gd name="T13" fmla="*/ 0 h 38"/>
              <a:gd name="T14" fmla="*/ 1 w 39"/>
              <a:gd name="T15" fmla="*/ 38 h 38"/>
              <a:gd name="T16" fmla="*/ 39 w 39"/>
              <a:gd name="T17" fmla="*/ 0 h 38"/>
              <a:gd name="T18" fmla="*/ 39 w 39"/>
              <a:gd name="T19" fmla="*/ 0 h 38"/>
              <a:gd name="T20" fmla="*/ 39 w 39"/>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38">
                <a:moveTo>
                  <a:pt x="0" y="38"/>
                </a:moveTo>
                <a:cubicBezTo>
                  <a:pt x="0" y="38"/>
                  <a:pt x="0" y="38"/>
                  <a:pt x="0" y="38"/>
                </a:cubicBezTo>
                <a:cubicBezTo>
                  <a:pt x="0" y="38"/>
                  <a:pt x="0" y="38"/>
                  <a:pt x="0" y="38"/>
                </a:cubicBezTo>
                <a:moveTo>
                  <a:pt x="0" y="38"/>
                </a:moveTo>
                <a:cubicBezTo>
                  <a:pt x="0" y="38"/>
                  <a:pt x="0" y="38"/>
                  <a:pt x="0" y="38"/>
                </a:cubicBezTo>
                <a:cubicBezTo>
                  <a:pt x="0" y="38"/>
                  <a:pt x="0" y="38"/>
                  <a:pt x="0" y="38"/>
                </a:cubicBezTo>
                <a:moveTo>
                  <a:pt x="39" y="0"/>
                </a:moveTo>
                <a:cubicBezTo>
                  <a:pt x="39" y="21"/>
                  <a:pt x="22" y="38"/>
                  <a:pt x="1" y="38"/>
                </a:cubicBezTo>
                <a:cubicBezTo>
                  <a:pt x="22" y="38"/>
                  <a:pt x="39" y="21"/>
                  <a:pt x="39" y="0"/>
                </a:cubicBezTo>
                <a:cubicBezTo>
                  <a:pt x="39" y="0"/>
                  <a:pt x="39" y="0"/>
                  <a:pt x="39" y="0"/>
                </a:cubicBezTo>
                <a:cubicBezTo>
                  <a:pt x="39" y="0"/>
                  <a:pt x="39" y="0"/>
                  <a:pt x="39" y="0"/>
                </a:cubicBezTo>
              </a:path>
            </a:pathLst>
          </a:custGeom>
          <a:solidFill>
            <a:srgbClr val="4E457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53">
            <a:extLst>
              <a:ext uri="{FF2B5EF4-FFF2-40B4-BE49-F238E27FC236}">
                <a16:creationId xmlns:a16="http://schemas.microsoft.com/office/drawing/2014/main" id="{67B2277F-4D41-4987-A908-01FD045B44A4}"/>
              </a:ext>
            </a:extLst>
          </p:cNvPr>
          <p:cNvSpPr>
            <a:spLocks/>
          </p:cNvSpPr>
          <p:nvPr/>
        </p:nvSpPr>
        <p:spPr bwMode="auto">
          <a:xfrm>
            <a:off x="5087937" y="2938463"/>
            <a:ext cx="133350" cy="133350"/>
          </a:xfrm>
          <a:custGeom>
            <a:avLst/>
            <a:gdLst>
              <a:gd name="T0" fmla="*/ 38 w 76"/>
              <a:gd name="T1" fmla="*/ 0 h 76"/>
              <a:gd name="T2" fmla="*/ 0 w 76"/>
              <a:gd name="T3" fmla="*/ 38 h 76"/>
              <a:gd name="T4" fmla="*/ 37 w 76"/>
              <a:gd name="T5" fmla="*/ 76 h 76"/>
              <a:gd name="T6" fmla="*/ 37 w 76"/>
              <a:gd name="T7" fmla="*/ 76 h 76"/>
              <a:gd name="T8" fmla="*/ 37 w 76"/>
              <a:gd name="T9" fmla="*/ 76 h 76"/>
              <a:gd name="T10" fmla="*/ 37 w 76"/>
              <a:gd name="T11" fmla="*/ 76 h 76"/>
              <a:gd name="T12" fmla="*/ 38 w 76"/>
              <a:gd name="T13" fmla="*/ 76 h 76"/>
              <a:gd name="T14" fmla="*/ 38 w 76"/>
              <a:gd name="T15" fmla="*/ 76 h 76"/>
              <a:gd name="T16" fmla="*/ 76 w 76"/>
              <a:gd name="T17" fmla="*/ 38 h 76"/>
              <a:gd name="T18" fmla="*/ 38 w 76"/>
              <a:gd name="T19"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76">
                <a:moveTo>
                  <a:pt x="38" y="0"/>
                </a:moveTo>
                <a:cubicBezTo>
                  <a:pt x="17" y="0"/>
                  <a:pt x="0" y="17"/>
                  <a:pt x="0" y="38"/>
                </a:cubicBezTo>
                <a:cubicBezTo>
                  <a:pt x="0" y="59"/>
                  <a:pt x="16" y="76"/>
                  <a:pt x="37" y="76"/>
                </a:cubicBezTo>
                <a:cubicBezTo>
                  <a:pt x="37" y="76"/>
                  <a:pt x="37" y="76"/>
                  <a:pt x="37" y="76"/>
                </a:cubicBezTo>
                <a:cubicBezTo>
                  <a:pt x="37" y="76"/>
                  <a:pt x="37" y="76"/>
                  <a:pt x="37" y="76"/>
                </a:cubicBezTo>
                <a:cubicBezTo>
                  <a:pt x="37" y="76"/>
                  <a:pt x="37" y="76"/>
                  <a:pt x="37" y="76"/>
                </a:cubicBezTo>
                <a:cubicBezTo>
                  <a:pt x="38" y="76"/>
                  <a:pt x="38" y="76"/>
                  <a:pt x="38" y="76"/>
                </a:cubicBezTo>
                <a:cubicBezTo>
                  <a:pt x="38" y="76"/>
                  <a:pt x="38" y="76"/>
                  <a:pt x="38" y="76"/>
                </a:cubicBezTo>
                <a:cubicBezTo>
                  <a:pt x="59" y="76"/>
                  <a:pt x="76" y="59"/>
                  <a:pt x="76" y="38"/>
                </a:cubicBezTo>
                <a:cubicBezTo>
                  <a:pt x="76" y="17"/>
                  <a:pt x="59" y="0"/>
                  <a:pt x="38" y="0"/>
                </a:cubicBezTo>
              </a:path>
            </a:pathLst>
          </a:custGeom>
          <a:solidFill>
            <a:schemeClr val="bg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54">
            <a:extLst>
              <a:ext uri="{FF2B5EF4-FFF2-40B4-BE49-F238E27FC236}">
                <a16:creationId xmlns:a16="http://schemas.microsoft.com/office/drawing/2014/main" id="{A2CD9712-8683-4EE0-AD26-2E13B841F797}"/>
              </a:ext>
            </a:extLst>
          </p:cNvPr>
          <p:cNvSpPr>
            <a:spLocks/>
          </p:cNvSpPr>
          <p:nvPr/>
        </p:nvSpPr>
        <p:spPr bwMode="auto">
          <a:xfrm>
            <a:off x="4948237" y="3663951"/>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path>
            </a:pathLst>
          </a:custGeom>
          <a:solidFill>
            <a:srgbClr val="8D8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55">
            <a:extLst>
              <a:ext uri="{FF2B5EF4-FFF2-40B4-BE49-F238E27FC236}">
                <a16:creationId xmlns:a16="http://schemas.microsoft.com/office/drawing/2014/main" id="{BDB6D5CF-C700-45BA-992A-86A7FB5A0410}"/>
              </a:ext>
            </a:extLst>
          </p:cNvPr>
          <p:cNvSpPr>
            <a:spLocks/>
          </p:cNvSpPr>
          <p:nvPr/>
        </p:nvSpPr>
        <p:spPr bwMode="auto">
          <a:xfrm>
            <a:off x="4948237" y="3584576"/>
            <a:ext cx="25400" cy="79375"/>
          </a:xfrm>
          <a:custGeom>
            <a:avLst/>
            <a:gdLst>
              <a:gd name="T0" fmla="*/ 7 w 14"/>
              <a:gd name="T1" fmla="*/ 0 h 45"/>
              <a:gd name="T2" fmla="*/ 0 w 14"/>
              <a:gd name="T3" fmla="*/ 45 h 45"/>
              <a:gd name="T4" fmla="*/ 0 w 14"/>
              <a:gd name="T5" fmla="*/ 45 h 45"/>
              <a:gd name="T6" fmla="*/ 11 w 14"/>
              <a:gd name="T7" fmla="*/ 18 h 45"/>
              <a:gd name="T8" fmla="*/ 7 w 14"/>
              <a:gd name="T9" fmla="*/ 0 h 45"/>
            </a:gdLst>
            <a:ahLst/>
            <a:cxnLst>
              <a:cxn ang="0">
                <a:pos x="T0" y="T1"/>
              </a:cxn>
              <a:cxn ang="0">
                <a:pos x="T2" y="T3"/>
              </a:cxn>
              <a:cxn ang="0">
                <a:pos x="T4" y="T5"/>
              </a:cxn>
              <a:cxn ang="0">
                <a:pos x="T6" y="T7"/>
              </a:cxn>
              <a:cxn ang="0">
                <a:pos x="T8" y="T9"/>
              </a:cxn>
            </a:cxnLst>
            <a:rect l="0" t="0" r="r" b="b"/>
            <a:pathLst>
              <a:path w="14" h="45">
                <a:moveTo>
                  <a:pt x="7" y="0"/>
                </a:moveTo>
                <a:cubicBezTo>
                  <a:pt x="14" y="15"/>
                  <a:pt x="12" y="33"/>
                  <a:pt x="0" y="45"/>
                </a:cubicBezTo>
                <a:cubicBezTo>
                  <a:pt x="0" y="45"/>
                  <a:pt x="0" y="45"/>
                  <a:pt x="0" y="45"/>
                </a:cubicBezTo>
                <a:cubicBezTo>
                  <a:pt x="7" y="38"/>
                  <a:pt x="11" y="28"/>
                  <a:pt x="11" y="18"/>
                </a:cubicBezTo>
                <a:cubicBezTo>
                  <a:pt x="11" y="12"/>
                  <a:pt x="10" y="6"/>
                  <a:pt x="7" y="0"/>
                </a:cubicBezTo>
              </a:path>
            </a:pathLst>
          </a:custGeom>
          <a:solidFill>
            <a:srgbClr val="4E457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56">
            <a:extLst>
              <a:ext uri="{FF2B5EF4-FFF2-40B4-BE49-F238E27FC236}">
                <a16:creationId xmlns:a16="http://schemas.microsoft.com/office/drawing/2014/main" id="{8929CEB1-3124-4581-8121-EA205A6F6658}"/>
              </a:ext>
            </a:extLst>
          </p:cNvPr>
          <p:cNvSpPr>
            <a:spLocks/>
          </p:cNvSpPr>
          <p:nvPr/>
        </p:nvSpPr>
        <p:spPr bwMode="auto">
          <a:xfrm>
            <a:off x="4835525" y="3549651"/>
            <a:ext cx="138113" cy="133350"/>
          </a:xfrm>
          <a:custGeom>
            <a:avLst/>
            <a:gdLst>
              <a:gd name="T0" fmla="*/ 38 w 79"/>
              <a:gd name="T1" fmla="*/ 0 h 76"/>
              <a:gd name="T2" fmla="*/ 0 w 79"/>
              <a:gd name="T3" fmla="*/ 38 h 76"/>
              <a:gd name="T4" fmla="*/ 38 w 79"/>
              <a:gd name="T5" fmla="*/ 76 h 76"/>
              <a:gd name="T6" fmla="*/ 65 w 79"/>
              <a:gd name="T7" fmla="*/ 65 h 76"/>
              <a:gd name="T8" fmla="*/ 65 w 79"/>
              <a:gd name="T9" fmla="*/ 65 h 76"/>
              <a:gd name="T10" fmla="*/ 65 w 79"/>
              <a:gd name="T11" fmla="*/ 65 h 76"/>
              <a:gd name="T12" fmla="*/ 65 w 79"/>
              <a:gd name="T13" fmla="*/ 65 h 76"/>
              <a:gd name="T14" fmla="*/ 72 w 79"/>
              <a:gd name="T15" fmla="*/ 20 h 76"/>
              <a:gd name="T16" fmla="*/ 38 w 79"/>
              <a:gd name="T1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76">
                <a:moveTo>
                  <a:pt x="38" y="0"/>
                </a:moveTo>
                <a:cubicBezTo>
                  <a:pt x="17" y="0"/>
                  <a:pt x="0" y="17"/>
                  <a:pt x="0" y="38"/>
                </a:cubicBezTo>
                <a:cubicBezTo>
                  <a:pt x="0" y="59"/>
                  <a:pt x="17" y="76"/>
                  <a:pt x="38" y="76"/>
                </a:cubicBezTo>
                <a:cubicBezTo>
                  <a:pt x="48" y="76"/>
                  <a:pt x="58" y="72"/>
                  <a:pt x="65" y="65"/>
                </a:cubicBezTo>
                <a:cubicBezTo>
                  <a:pt x="65" y="65"/>
                  <a:pt x="65" y="65"/>
                  <a:pt x="65" y="65"/>
                </a:cubicBezTo>
                <a:cubicBezTo>
                  <a:pt x="65" y="65"/>
                  <a:pt x="65" y="65"/>
                  <a:pt x="65" y="65"/>
                </a:cubicBezTo>
                <a:cubicBezTo>
                  <a:pt x="65" y="65"/>
                  <a:pt x="65" y="65"/>
                  <a:pt x="65" y="65"/>
                </a:cubicBezTo>
                <a:cubicBezTo>
                  <a:pt x="77" y="53"/>
                  <a:pt x="79" y="35"/>
                  <a:pt x="72" y="20"/>
                </a:cubicBezTo>
                <a:cubicBezTo>
                  <a:pt x="65" y="8"/>
                  <a:pt x="53" y="0"/>
                  <a:pt x="38" y="0"/>
                </a:cubicBezTo>
              </a:path>
            </a:pathLst>
          </a:custGeom>
          <a:solidFill>
            <a:srgbClr val="2658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57">
            <a:extLst>
              <a:ext uri="{FF2B5EF4-FFF2-40B4-BE49-F238E27FC236}">
                <a16:creationId xmlns:a16="http://schemas.microsoft.com/office/drawing/2014/main" id="{156ACED6-D3C8-46CD-8E78-43A4ED349BCF}"/>
              </a:ext>
            </a:extLst>
          </p:cNvPr>
          <p:cNvSpPr>
            <a:spLocks/>
          </p:cNvSpPr>
          <p:nvPr/>
        </p:nvSpPr>
        <p:spPr bwMode="auto">
          <a:xfrm>
            <a:off x="4289425" y="3935413"/>
            <a:ext cx="1588" cy="0"/>
          </a:xfrm>
          <a:custGeom>
            <a:avLst/>
            <a:gdLst>
              <a:gd name="T0" fmla="*/ 0 w 1"/>
              <a:gd name="T1" fmla="*/ 1 w 1"/>
              <a:gd name="T2" fmla="*/ 1 w 1"/>
              <a:gd name="T3" fmla="*/ 1 w 1"/>
              <a:gd name="T4" fmla="*/ 1 w 1"/>
              <a:gd name="T5" fmla="*/ 0 w 1"/>
              <a:gd name="T6" fmla="*/ 0 w 1"/>
            </a:gdLst>
            <a:ahLst/>
            <a:cxnLst>
              <a:cxn ang="0">
                <a:pos x="T0" y="0"/>
              </a:cxn>
              <a:cxn ang="0">
                <a:pos x="T1" y="0"/>
              </a:cxn>
              <a:cxn ang="0">
                <a:pos x="T2" y="0"/>
              </a:cxn>
              <a:cxn ang="0">
                <a:pos x="T3" y="0"/>
              </a:cxn>
              <a:cxn ang="0">
                <a:pos x="T4" y="0"/>
              </a:cxn>
              <a:cxn ang="0">
                <a:pos x="T5" y="0"/>
              </a:cxn>
              <a:cxn ang="0">
                <a:pos x="T6" y="0"/>
              </a:cxn>
            </a:cxnLst>
            <a:rect l="0" t="0" r="r" b="b"/>
            <a:pathLst>
              <a:path w="1">
                <a:moveTo>
                  <a:pt x="0" y="0"/>
                </a:moveTo>
                <a:cubicBezTo>
                  <a:pt x="0" y="0"/>
                  <a:pt x="0"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path>
            </a:pathLst>
          </a:custGeom>
          <a:solidFill>
            <a:srgbClr val="8D8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58">
            <a:extLst>
              <a:ext uri="{FF2B5EF4-FFF2-40B4-BE49-F238E27FC236}">
                <a16:creationId xmlns:a16="http://schemas.microsoft.com/office/drawing/2014/main" id="{735B8479-A9B6-4398-B5B3-3327C5CB0739}"/>
              </a:ext>
            </a:extLst>
          </p:cNvPr>
          <p:cNvSpPr>
            <a:spLocks/>
          </p:cNvSpPr>
          <p:nvPr/>
        </p:nvSpPr>
        <p:spPr bwMode="auto">
          <a:xfrm>
            <a:off x="4289425" y="3889376"/>
            <a:ext cx="63500" cy="46038"/>
          </a:xfrm>
          <a:custGeom>
            <a:avLst/>
            <a:gdLst>
              <a:gd name="T0" fmla="*/ 37 w 37"/>
              <a:gd name="T1" fmla="*/ 0 h 27"/>
              <a:gd name="T2" fmla="*/ 33 w 37"/>
              <a:gd name="T3" fmla="*/ 10 h 27"/>
              <a:gd name="T4" fmla="*/ 1 w 37"/>
              <a:gd name="T5" fmla="*/ 27 h 27"/>
              <a:gd name="T6" fmla="*/ 0 w 37"/>
              <a:gd name="T7" fmla="*/ 27 h 27"/>
              <a:gd name="T8" fmla="*/ 0 w 37"/>
              <a:gd name="T9" fmla="*/ 27 h 27"/>
              <a:gd name="T10" fmla="*/ 1 w 37"/>
              <a:gd name="T11" fmla="*/ 27 h 27"/>
              <a:gd name="T12" fmla="*/ 1 w 37"/>
              <a:gd name="T13" fmla="*/ 27 h 27"/>
              <a:gd name="T14" fmla="*/ 1 w 37"/>
              <a:gd name="T15" fmla="*/ 27 h 27"/>
              <a:gd name="T16" fmla="*/ 37 w 37"/>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27">
                <a:moveTo>
                  <a:pt x="37" y="0"/>
                </a:moveTo>
                <a:cubicBezTo>
                  <a:pt x="36" y="4"/>
                  <a:pt x="35" y="7"/>
                  <a:pt x="33" y="10"/>
                </a:cubicBezTo>
                <a:cubicBezTo>
                  <a:pt x="26" y="21"/>
                  <a:pt x="14" y="27"/>
                  <a:pt x="1" y="27"/>
                </a:cubicBezTo>
                <a:cubicBezTo>
                  <a:pt x="0" y="27"/>
                  <a:pt x="0" y="27"/>
                  <a:pt x="0" y="27"/>
                </a:cubicBezTo>
                <a:cubicBezTo>
                  <a:pt x="0" y="27"/>
                  <a:pt x="0" y="27"/>
                  <a:pt x="0" y="27"/>
                </a:cubicBezTo>
                <a:cubicBezTo>
                  <a:pt x="0" y="27"/>
                  <a:pt x="0" y="27"/>
                  <a:pt x="1" y="27"/>
                </a:cubicBezTo>
                <a:cubicBezTo>
                  <a:pt x="1" y="27"/>
                  <a:pt x="1" y="27"/>
                  <a:pt x="1" y="27"/>
                </a:cubicBezTo>
                <a:cubicBezTo>
                  <a:pt x="1" y="27"/>
                  <a:pt x="1" y="27"/>
                  <a:pt x="1" y="27"/>
                </a:cubicBezTo>
                <a:cubicBezTo>
                  <a:pt x="18" y="27"/>
                  <a:pt x="33" y="16"/>
                  <a:pt x="37" y="0"/>
                </a:cubicBezTo>
              </a:path>
            </a:pathLst>
          </a:custGeom>
          <a:solidFill>
            <a:srgbClr val="2935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59">
            <a:extLst>
              <a:ext uri="{FF2B5EF4-FFF2-40B4-BE49-F238E27FC236}">
                <a16:creationId xmlns:a16="http://schemas.microsoft.com/office/drawing/2014/main" id="{A53EB710-07FF-40AB-A4F4-15C8EA71677C}"/>
              </a:ext>
            </a:extLst>
          </p:cNvPr>
          <p:cNvSpPr>
            <a:spLocks/>
          </p:cNvSpPr>
          <p:nvPr/>
        </p:nvSpPr>
        <p:spPr bwMode="auto">
          <a:xfrm>
            <a:off x="3357562" y="2938463"/>
            <a:ext cx="395288" cy="750888"/>
          </a:xfrm>
          <a:custGeom>
            <a:avLst/>
            <a:gdLst>
              <a:gd name="T0" fmla="*/ 77 w 226"/>
              <a:gd name="T1" fmla="*/ 38 h 430"/>
              <a:gd name="T2" fmla="*/ 211 w 226"/>
              <a:gd name="T3" fmla="*/ 361 h 430"/>
              <a:gd name="T4" fmla="*/ 211 w 226"/>
              <a:gd name="T5" fmla="*/ 415 h 430"/>
              <a:gd name="T6" fmla="*/ 157 w 226"/>
              <a:gd name="T7" fmla="*/ 415 h 430"/>
              <a:gd name="T8" fmla="*/ 0 w 226"/>
              <a:gd name="T9" fmla="*/ 38 h 430"/>
              <a:gd name="T10" fmla="*/ 39 w 226"/>
              <a:gd name="T11" fmla="*/ 0 h 430"/>
              <a:gd name="T12" fmla="*/ 77 w 226"/>
              <a:gd name="T13" fmla="*/ 38 h 430"/>
            </a:gdLst>
            <a:ahLst/>
            <a:cxnLst>
              <a:cxn ang="0">
                <a:pos x="T0" y="T1"/>
              </a:cxn>
              <a:cxn ang="0">
                <a:pos x="T2" y="T3"/>
              </a:cxn>
              <a:cxn ang="0">
                <a:pos x="T4" y="T5"/>
              </a:cxn>
              <a:cxn ang="0">
                <a:pos x="T6" y="T7"/>
              </a:cxn>
              <a:cxn ang="0">
                <a:pos x="T8" y="T9"/>
              </a:cxn>
              <a:cxn ang="0">
                <a:pos x="T10" y="T11"/>
              </a:cxn>
              <a:cxn ang="0">
                <a:pos x="T12" y="T13"/>
              </a:cxn>
            </a:cxnLst>
            <a:rect l="0" t="0" r="r" b="b"/>
            <a:pathLst>
              <a:path w="226" h="430">
                <a:moveTo>
                  <a:pt x="77" y="38"/>
                </a:moveTo>
                <a:cubicBezTo>
                  <a:pt x="77" y="164"/>
                  <a:pt x="128" y="278"/>
                  <a:pt x="211" y="361"/>
                </a:cubicBezTo>
                <a:cubicBezTo>
                  <a:pt x="226" y="376"/>
                  <a:pt x="226" y="400"/>
                  <a:pt x="211" y="415"/>
                </a:cubicBezTo>
                <a:cubicBezTo>
                  <a:pt x="196" y="430"/>
                  <a:pt x="172" y="430"/>
                  <a:pt x="157" y="415"/>
                </a:cubicBezTo>
                <a:cubicBezTo>
                  <a:pt x="60" y="319"/>
                  <a:pt x="0" y="185"/>
                  <a:pt x="0" y="38"/>
                </a:cubicBezTo>
                <a:cubicBezTo>
                  <a:pt x="0" y="17"/>
                  <a:pt x="17" y="0"/>
                  <a:pt x="39" y="0"/>
                </a:cubicBezTo>
                <a:cubicBezTo>
                  <a:pt x="60" y="0"/>
                  <a:pt x="77" y="17"/>
                  <a:pt x="77" y="38"/>
                </a:cubicBezTo>
              </a:path>
            </a:pathLst>
          </a:cu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60">
            <a:extLst>
              <a:ext uri="{FF2B5EF4-FFF2-40B4-BE49-F238E27FC236}">
                <a16:creationId xmlns:a16="http://schemas.microsoft.com/office/drawing/2014/main" id="{5A0AC1F2-0280-457A-B04A-9C1979F0BD3A}"/>
              </a:ext>
            </a:extLst>
          </p:cNvPr>
          <p:cNvSpPr>
            <a:spLocks/>
          </p:cNvSpPr>
          <p:nvPr/>
        </p:nvSpPr>
        <p:spPr bwMode="auto">
          <a:xfrm>
            <a:off x="3605212" y="3549651"/>
            <a:ext cx="750888" cy="385763"/>
          </a:xfrm>
          <a:custGeom>
            <a:avLst/>
            <a:gdLst>
              <a:gd name="T0" fmla="*/ 69 w 430"/>
              <a:gd name="T1" fmla="*/ 11 h 221"/>
              <a:gd name="T2" fmla="*/ 392 w 430"/>
              <a:gd name="T3" fmla="*/ 145 h 221"/>
              <a:gd name="T4" fmla="*/ 430 w 430"/>
              <a:gd name="T5" fmla="*/ 183 h 221"/>
              <a:gd name="T6" fmla="*/ 392 w 430"/>
              <a:gd name="T7" fmla="*/ 221 h 221"/>
              <a:gd name="T8" fmla="*/ 15 w 430"/>
              <a:gd name="T9" fmla="*/ 65 h 221"/>
              <a:gd name="T10" fmla="*/ 15 w 430"/>
              <a:gd name="T11" fmla="*/ 65 h 221"/>
              <a:gd name="T12" fmla="*/ 15 w 430"/>
              <a:gd name="T13" fmla="*/ 11 h 221"/>
              <a:gd name="T14" fmla="*/ 42 w 430"/>
              <a:gd name="T15" fmla="*/ 0 h 221"/>
              <a:gd name="T16" fmla="*/ 69 w 430"/>
              <a:gd name="T17" fmla="*/ 1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0" h="221">
                <a:moveTo>
                  <a:pt x="69" y="11"/>
                </a:moveTo>
                <a:cubicBezTo>
                  <a:pt x="152" y="94"/>
                  <a:pt x="265" y="145"/>
                  <a:pt x="392" y="145"/>
                </a:cubicBezTo>
                <a:cubicBezTo>
                  <a:pt x="413" y="145"/>
                  <a:pt x="430" y="162"/>
                  <a:pt x="430" y="183"/>
                </a:cubicBezTo>
                <a:cubicBezTo>
                  <a:pt x="430" y="204"/>
                  <a:pt x="413" y="221"/>
                  <a:pt x="392" y="221"/>
                </a:cubicBezTo>
                <a:cubicBezTo>
                  <a:pt x="245" y="221"/>
                  <a:pt x="111" y="162"/>
                  <a:pt x="15" y="65"/>
                </a:cubicBezTo>
                <a:cubicBezTo>
                  <a:pt x="15" y="65"/>
                  <a:pt x="15" y="65"/>
                  <a:pt x="15" y="65"/>
                </a:cubicBezTo>
                <a:cubicBezTo>
                  <a:pt x="0" y="50"/>
                  <a:pt x="0" y="26"/>
                  <a:pt x="15" y="11"/>
                </a:cubicBezTo>
                <a:cubicBezTo>
                  <a:pt x="22" y="3"/>
                  <a:pt x="32" y="0"/>
                  <a:pt x="42" y="0"/>
                </a:cubicBezTo>
                <a:cubicBezTo>
                  <a:pt x="51" y="0"/>
                  <a:pt x="61" y="3"/>
                  <a:pt x="69" y="11"/>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61">
            <a:extLst>
              <a:ext uri="{FF2B5EF4-FFF2-40B4-BE49-F238E27FC236}">
                <a16:creationId xmlns:a16="http://schemas.microsoft.com/office/drawing/2014/main" id="{808ACD1B-C321-41D7-BC71-D18A44D33221}"/>
              </a:ext>
            </a:extLst>
          </p:cNvPr>
          <p:cNvSpPr>
            <a:spLocks/>
          </p:cNvSpPr>
          <p:nvPr/>
        </p:nvSpPr>
        <p:spPr bwMode="auto">
          <a:xfrm>
            <a:off x="3605212" y="2073275"/>
            <a:ext cx="750888" cy="393700"/>
          </a:xfrm>
          <a:custGeom>
            <a:avLst/>
            <a:gdLst>
              <a:gd name="T0" fmla="*/ 392 w 430"/>
              <a:gd name="T1" fmla="*/ 0 h 226"/>
              <a:gd name="T2" fmla="*/ 430 w 430"/>
              <a:gd name="T3" fmla="*/ 39 h 226"/>
              <a:gd name="T4" fmla="*/ 392 w 430"/>
              <a:gd name="T5" fmla="*/ 77 h 226"/>
              <a:gd name="T6" fmla="*/ 69 w 430"/>
              <a:gd name="T7" fmla="*/ 211 h 226"/>
              <a:gd name="T8" fmla="*/ 15 w 430"/>
              <a:gd name="T9" fmla="*/ 211 h 226"/>
              <a:gd name="T10" fmla="*/ 15 w 430"/>
              <a:gd name="T11" fmla="*/ 157 h 226"/>
              <a:gd name="T12" fmla="*/ 392 w 430"/>
              <a:gd name="T13" fmla="*/ 0 h 226"/>
              <a:gd name="T14" fmla="*/ 392 w 430"/>
              <a:gd name="T15" fmla="*/ 0 h 2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0" h="226">
                <a:moveTo>
                  <a:pt x="392" y="0"/>
                </a:moveTo>
                <a:cubicBezTo>
                  <a:pt x="413" y="0"/>
                  <a:pt x="430" y="18"/>
                  <a:pt x="430" y="39"/>
                </a:cubicBezTo>
                <a:cubicBezTo>
                  <a:pt x="430" y="60"/>
                  <a:pt x="413" y="77"/>
                  <a:pt x="392" y="77"/>
                </a:cubicBezTo>
                <a:cubicBezTo>
                  <a:pt x="266" y="77"/>
                  <a:pt x="152" y="128"/>
                  <a:pt x="69" y="211"/>
                </a:cubicBezTo>
                <a:cubicBezTo>
                  <a:pt x="54" y="226"/>
                  <a:pt x="30" y="226"/>
                  <a:pt x="15" y="211"/>
                </a:cubicBezTo>
                <a:cubicBezTo>
                  <a:pt x="0" y="196"/>
                  <a:pt x="0" y="172"/>
                  <a:pt x="15" y="157"/>
                </a:cubicBezTo>
                <a:cubicBezTo>
                  <a:pt x="111" y="60"/>
                  <a:pt x="245" y="0"/>
                  <a:pt x="392" y="0"/>
                </a:cubicBezTo>
                <a:cubicBezTo>
                  <a:pt x="392" y="0"/>
                  <a:pt x="392" y="0"/>
                  <a:pt x="392" y="0"/>
                </a:cubicBezTo>
              </a:path>
            </a:pathLst>
          </a:custGeom>
          <a:solidFill>
            <a:srgbClr val="62B3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62">
            <a:extLst>
              <a:ext uri="{FF2B5EF4-FFF2-40B4-BE49-F238E27FC236}">
                <a16:creationId xmlns:a16="http://schemas.microsoft.com/office/drawing/2014/main" id="{D87D5413-6B83-49D4-BEF0-F4E4120CC9B9}"/>
              </a:ext>
            </a:extLst>
          </p:cNvPr>
          <p:cNvSpPr>
            <a:spLocks/>
          </p:cNvSpPr>
          <p:nvPr/>
        </p:nvSpPr>
        <p:spPr bwMode="auto">
          <a:xfrm>
            <a:off x="3357562" y="2325688"/>
            <a:ext cx="395288" cy="746125"/>
          </a:xfrm>
          <a:custGeom>
            <a:avLst/>
            <a:gdLst>
              <a:gd name="T0" fmla="*/ 211 w 226"/>
              <a:gd name="T1" fmla="*/ 12 h 427"/>
              <a:gd name="T2" fmla="*/ 211 w 226"/>
              <a:gd name="T3" fmla="*/ 66 h 427"/>
              <a:gd name="T4" fmla="*/ 77 w 226"/>
              <a:gd name="T5" fmla="*/ 389 h 427"/>
              <a:gd name="T6" fmla="*/ 39 w 226"/>
              <a:gd name="T7" fmla="*/ 427 h 427"/>
              <a:gd name="T8" fmla="*/ 0 w 226"/>
              <a:gd name="T9" fmla="*/ 389 h 427"/>
              <a:gd name="T10" fmla="*/ 157 w 226"/>
              <a:gd name="T11" fmla="*/ 12 h 427"/>
              <a:gd name="T12" fmla="*/ 157 w 226"/>
              <a:gd name="T13" fmla="*/ 12 h 427"/>
              <a:gd name="T14" fmla="*/ 184 w 226"/>
              <a:gd name="T15" fmla="*/ 0 h 427"/>
              <a:gd name="T16" fmla="*/ 211 w 226"/>
              <a:gd name="T17" fmla="*/ 1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427">
                <a:moveTo>
                  <a:pt x="211" y="12"/>
                </a:moveTo>
                <a:cubicBezTo>
                  <a:pt x="226" y="27"/>
                  <a:pt x="226" y="51"/>
                  <a:pt x="211" y="66"/>
                </a:cubicBezTo>
                <a:cubicBezTo>
                  <a:pt x="128" y="149"/>
                  <a:pt x="77" y="263"/>
                  <a:pt x="77" y="389"/>
                </a:cubicBezTo>
                <a:cubicBezTo>
                  <a:pt x="77" y="410"/>
                  <a:pt x="60" y="427"/>
                  <a:pt x="39" y="427"/>
                </a:cubicBezTo>
                <a:cubicBezTo>
                  <a:pt x="17" y="427"/>
                  <a:pt x="0" y="410"/>
                  <a:pt x="0" y="389"/>
                </a:cubicBezTo>
                <a:cubicBezTo>
                  <a:pt x="0" y="242"/>
                  <a:pt x="60" y="108"/>
                  <a:pt x="157" y="12"/>
                </a:cubicBezTo>
                <a:cubicBezTo>
                  <a:pt x="157" y="12"/>
                  <a:pt x="157" y="12"/>
                  <a:pt x="157" y="12"/>
                </a:cubicBezTo>
                <a:cubicBezTo>
                  <a:pt x="164" y="4"/>
                  <a:pt x="174" y="0"/>
                  <a:pt x="184" y="0"/>
                </a:cubicBezTo>
                <a:cubicBezTo>
                  <a:pt x="193" y="0"/>
                  <a:pt x="203" y="4"/>
                  <a:pt x="211" y="12"/>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Oval 63">
            <a:extLst>
              <a:ext uri="{FF2B5EF4-FFF2-40B4-BE49-F238E27FC236}">
                <a16:creationId xmlns:a16="http://schemas.microsoft.com/office/drawing/2014/main" id="{5B501046-1D04-4595-A468-EBCD192EF46D}"/>
              </a:ext>
            </a:extLst>
          </p:cNvPr>
          <p:cNvSpPr>
            <a:spLocks noChangeArrowheads="1"/>
          </p:cNvSpPr>
          <p:nvPr/>
        </p:nvSpPr>
        <p:spPr bwMode="auto">
          <a:xfrm>
            <a:off x="4222750" y="2073275"/>
            <a:ext cx="133350" cy="133350"/>
          </a:xfrm>
          <a:prstGeom prst="ellipse">
            <a:avLst/>
          </a:prstGeom>
          <a:solidFill>
            <a:schemeClr val="bg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64">
            <a:extLst>
              <a:ext uri="{FF2B5EF4-FFF2-40B4-BE49-F238E27FC236}">
                <a16:creationId xmlns:a16="http://schemas.microsoft.com/office/drawing/2014/main" id="{393339D0-417B-43F8-B115-40A58A8CB877}"/>
              </a:ext>
            </a:extLst>
          </p:cNvPr>
          <p:cNvSpPr>
            <a:spLocks/>
          </p:cNvSpPr>
          <p:nvPr/>
        </p:nvSpPr>
        <p:spPr bwMode="auto">
          <a:xfrm>
            <a:off x="3630612" y="2346325"/>
            <a:ext cx="1588" cy="0"/>
          </a:xfrm>
          <a:custGeom>
            <a:avLst/>
            <a:gdLst>
              <a:gd name="T0" fmla="*/ 1 w 1"/>
              <a:gd name="T1" fmla="*/ 0 w 1"/>
              <a:gd name="T2" fmla="*/ 1 w 1"/>
              <a:gd name="T3" fmla="*/ 1 w 1"/>
            </a:gdLst>
            <a:ahLst/>
            <a:cxnLst>
              <a:cxn ang="0">
                <a:pos x="T0" y="0"/>
              </a:cxn>
              <a:cxn ang="0">
                <a:pos x="T1" y="0"/>
              </a:cxn>
              <a:cxn ang="0">
                <a:pos x="T2" y="0"/>
              </a:cxn>
              <a:cxn ang="0">
                <a:pos x="T3" y="0"/>
              </a:cxn>
            </a:cxnLst>
            <a:rect l="0" t="0" r="r" b="b"/>
            <a:pathLst>
              <a:path w="1">
                <a:moveTo>
                  <a:pt x="1" y="0"/>
                </a:moveTo>
                <a:cubicBezTo>
                  <a:pt x="0" y="0"/>
                  <a:pt x="0" y="0"/>
                  <a:pt x="0" y="0"/>
                </a:cubicBezTo>
                <a:cubicBezTo>
                  <a:pt x="0" y="0"/>
                  <a:pt x="0" y="0"/>
                  <a:pt x="1" y="0"/>
                </a:cubicBezTo>
                <a:cubicBezTo>
                  <a:pt x="1" y="0"/>
                  <a:pt x="1" y="0"/>
                  <a:pt x="1" y="0"/>
                </a:cubicBezTo>
              </a:path>
            </a:pathLst>
          </a:custGeom>
          <a:solidFill>
            <a:srgbClr val="F37E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65">
            <a:extLst>
              <a:ext uri="{FF2B5EF4-FFF2-40B4-BE49-F238E27FC236}">
                <a16:creationId xmlns:a16="http://schemas.microsoft.com/office/drawing/2014/main" id="{D840BA51-12EA-47B2-BC80-182C17418C64}"/>
              </a:ext>
            </a:extLst>
          </p:cNvPr>
          <p:cNvSpPr>
            <a:spLocks/>
          </p:cNvSpPr>
          <p:nvPr/>
        </p:nvSpPr>
        <p:spPr bwMode="auto">
          <a:xfrm>
            <a:off x="3611562" y="2325688"/>
            <a:ext cx="133350" cy="134938"/>
          </a:xfrm>
          <a:custGeom>
            <a:avLst/>
            <a:gdLst>
              <a:gd name="T0" fmla="*/ 39 w 77"/>
              <a:gd name="T1" fmla="*/ 0 h 77"/>
              <a:gd name="T2" fmla="*/ 12 w 77"/>
              <a:gd name="T3" fmla="*/ 12 h 77"/>
              <a:gd name="T4" fmla="*/ 12 w 77"/>
              <a:gd name="T5" fmla="*/ 12 h 77"/>
              <a:gd name="T6" fmla="*/ 11 w 77"/>
              <a:gd name="T7" fmla="*/ 12 h 77"/>
              <a:gd name="T8" fmla="*/ 0 w 77"/>
              <a:gd name="T9" fmla="*/ 39 h 77"/>
              <a:gd name="T10" fmla="*/ 39 w 77"/>
              <a:gd name="T11" fmla="*/ 77 h 77"/>
              <a:gd name="T12" fmla="*/ 77 w 77"/>
              <a:gd name="T13" fmla="*/ 39 h 77"/>
              <a:gd name="T14" fmla="*/ 39 w 7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7">
                <a:moveTo>
                  <a:pt x="39" y="0"/>
                </a:moveTo>
                <a:cubicBezTo>
                  <a:pt x="28" y="0"/>
                  <a:pt x="19" y="5"/>
                  <a:pt x="12" y="12"/>
                </a:cubicBezTo>
                <a:cubicBezTo>
                  <a:pt x="12" y="12"/>
                  <a:pt x="12" y="12"/>
                  <a:pt x="12" y="12"/>
                </a:cubicBezTo>
                <a:cubicBezTo>
                  <a:pt x="11" y="12"/>
                  <a:pt x="11" y="12"/>
                  <a:pt x="11" y="12"/>
                </a:cubicBezTo>
                <a:cubicBezTo>
                  <a:pt x="4" y="19"/>
                  <a:pt x="0" y="28"/>
                  <a:pt x="0" y="39"/>
                </a:cubicBezTo>
                <a:cubicBezTo>
                  <a:pt x="0" y="60"/>
                  <a:pt x="18" y="77"/>
                  <a:pt x="39" y="77"/>
                </a:cubicBezTo>
                <a:cubicBezTo>
                  <a:pt x="60" y="77"/>
                  <a:pt x="77" y="60"/>
                  <a:pt x="77" y="39"/>
                </a:cubicBezTo>
                <a:cubicBezTo>
                  <a:pt x="77" y="18"/>
                  <a:pt x="60" y="0"/>
                  <a:pt x="39" y="0"/>
                </a:cubicBezTo>
              </a:path>
            </a:pathLst>
          </a:custGeom>
          <a:solidFill>
            <a:srgbClr val="2658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66">
            <a:extLst>
              <a:ext uri="{FF2B5EF4-FFF2-40B4-BE49-F238E27FC236}">
                <a16:creationId xmlns:a16="http://schemas.microsoft.com/office/drawing/2014/main" id="{4C6245B5-7534-44EA-A0B6-EF2E59D073D6}"/>
              </a:ext>
            </a:extLst>
          </p:cNvPr>
          <p:cNvSpPr>
            <a:spLocks/>
          </p:cNvSpPr>
          <p:nvPr/>
        </p:nvSpPr>
        <p:spPr bwMode="auto">
          <a:xfrm>
            <a:off x="3357562" y="3005138"/>
            <a:ext cx="109538" cy="66675"/>
          </a:xfrm>
          <a:custGeom>
            <a:avLst/>
            <a:gdLst>
              <a:gd name="T0" fmla="*/ 0 w 63"/>
              <a:gd name="T1" fmla="*/ 0 h 38"/>
              <a:gd name="T2" fmla="*/ 0 w 63"/>
              <a:gd name="T3" fmla="*/ 0 h 38"/>
              <a:gd name="T4" fmla="*/ 0 w 63"/>
              <a:gd name="T5" fmla="*/ 0 h 38"/>
              <a:gd name="T6" fmla="*/ 39 w 63"/>
              <a:gd name="T7" fmla="*/ 38 h 38"/>
              <a:gd name="T8" fmla="*/ 63 w 63"/>
              <a:gd name="T9" fmla="*/ 29 h 38"/>
              <a:gd name="T10" fmla="*/ 39 w 63"/>
              <a:gd name="T11" fmla="*/ 38 h 38"/>
              <a:gd name="T12" fmla="*/ 0 w 63"/>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3" h="38">
                <a:moveTo>
                  <a:pt x="0" y="0"/>
                </a:moveTo>
                <a:cubicBezTo>
                  <a:pt x="0" y="0"/>
                  <a:pt x="0" y="0"/>
                  <a:pt x="0" y="0"/>
                </a:cubicBezTo>
                <a:cubicBezTo>
                  <a:pt x="0" y="0"/>
                  <a:pt x="0" y="0"/>
                  <a:pt x="0" y="0"/>
                </a:cubicBezTo>
                <a:cubicBezTo>
                  <a:pt x="0" y="21"/>
                  <a:pt x="17" y="38"/>
                  <a:pt x="39" y="38"/>
                </a:cubicBezTo>
                <a:cubicBezTo>
                  <a:pt x="48" y="38"/>
                  <a:pt x="57" y="35"/>
                  <a:pt x="63" y="29"/>
                </a:cubicBezTo>
                <a:cubicBezTo>
                  <a:pt x="57" y="35"/>
                  <a:pt x="48" y="38"/>
                  <a:pt x="39" y="38"/>
                </a:cubicBezTo>
                <a:cubicBezTo>
                  <a:pt x="17" y="38"/>
                  <a:pt x="0" y="21"/>
                  <a:pt x="0" y="0"/>
                </a:cubicBezTo>
              </a:path>
            </a:pathLst>
          </a:custGeom>
          <a:solidFill>
            <a:srgbClr val="1D8B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67">
            <a:extLst>
              <a:ext uri="{FF2B5EF4-FFF2-40B4-BE49-F238E27FC236}">
                <a16:creationId xmlns:a16="http://schemas.microsoft.com/office/drawing/2014/main" id="{3EA89A64-5AC7-4D46-8D75-773D4A20BE80}"/>
              </a:ext>
            </a:extLst>
          </p:cNvPr>
          <p:cNvSpPr>
            <a:spLocks/>
          </p:cNvSpPr>
          <p:nvPr/>
        </p:nvSpPr>
        <p:spPr bwMode="auto">
          <a:xfrm>
            <a:off x="3357562" y="2938463"/>
            <a:ext cx="134938" cy="133350"/>
          </a:xfrm>
          <a:custGeom>
            <a:avLst/>
            <a:gdLst>
              <a:gd name="T0" fmla="*/ 39 w 77"/>
              <a:gd name="T1" fmla="*/ 0 h 76"/>
              <a:gd name="T2" fmla="*/ 0 w 77"/>
              <a:gd name="T3" fmla="*/ 38 h 76"/>
              <a:gd name="T4" fmla="*/ 39 w 77"/>
              <a:gd name="T5" fmla="*/ 76 h 76"/>
              <a:gd name="T6" fmla="*/ 63 w 77"/>
              <a:gd name="T7" fmla="*/ 67 h 76"/>
              <a:gd name="T8" fmla="*/ 77 w 77"/>
              <a:gd name="T9" fmla="*/ 38 h 76"/>
              <a:gd name="T10" fmla="*/ 39 w 77"/>
              <a:gd name="T11" fmla="*/ 0 h 76"/>
            </a:gdLst>
            <a:ahLst/>
            <a:cxnLst>
              <a:cxn ang="0">
                <a:pos x="T0" y="T1"/>
              </a:cxn>
              <a:cxn ang="0">
                <a:pos x="T2" y="T3"/>
              </a:cxn>
              <a:cxn ang="0">
                <a:pos x="T4" y="T5"/>
              </a:cxn>
              <a:cxn ang="0">
                <a:pos x="T6" y="T7"/>
              </a:cxn>
              <a:cxn ang="0">
                <a:pos x="T8" y="T9"/>
              </a:cxn>
              <a:cxn ang="0">
                <a:pos x="T10" y="T11"/>
              </a:cxn>
            </a:cxnLst>
            <a:rect l="0" t="0" r="r" b="b"/>
            <a:pathLst>
              <a:path w="77" h="76">
                <a:moveTo>
                  <a:pt x="39" y="0"/>
                </a:moveTo>
                <a:cubicBezTo>
                  <a:pt x="17" y="0"/>
                  <a:pt x="0" y="17"/>
                  <a:pt x="0" y="38"/>
                </a:cubicBezTo>
                <a:cubicBezTo>
                  <a:pt x="0" y="59"/>
                  <a:pt x="17" y="76"/>
                  <a:pt x="39" y="76"/>
                </a:cubicBezTo>
                <a:cubicBezTo>
                  <a:pt x="48" y="76"/>
                  <a:pt x="57" y="73"/>
                  <a:pt x="63" y="67"/>
                </a:cubicBezTo>
                <a:cubicBezTo>
                  <a:pt x="72" y="60"/>
                  <a:pt x="77" y="50"/>
                  <a:pt x="77" y="38"/>
                </a:cubicBezTo>
                <a:cubicBezTo>
                  <a:pt x="77" y="17"/>
                  <a:pt x="60" y="0"/>
                  <a:pt x="39" y="0"/>
                </a:cubicBezTo>
              </a:path>
            </a:pathLst>
          </a:custGeom>
          <a:solidFill>
            <a:srgbClr val="C7DD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68">
            <a:extLst>
              <a:ext uri="{FF2B5EF4-FFF2-40B4-BE49-F238E27FC236}">
                <a16:creationId xmlns:a16="http://schemas.microsoft.com/office/drawing/2014/main" id="{9CA3B1BC-CA46-47C5-9359-4A50A1EA3B86}"/>
              </a:ext>
            </a:extLst>
          </p:cNvPr>
          <p:cNvSpPr>
            <a:spLocks/>
          </p:cNvSpPr>
          <p:nvPr/>
        </p:nvSpPr>
        <p:spPr bwMode="auto">
          <a:xfrm>
            <a:off x="3632200" y="356870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187A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69">
            <a:extLst>
              <a:ext uri="{FF2B5EF4-FFF2-40B4-BE49-F238E27FC236}">
                <a16:creationId xmlns:a16="http://schemas.microsoft.com/office/drawing/2014/main" id="{44B6A184-0252-4650-95A4-7F2A751F553A}"/>
              </a:ext>
            </a:extLst>
          </p:cNvPr>
          <p:cNvSpPr>
            <a:spLocks/>
          </p:cNvSpPr>
          <p:nvPr/>
        </p:nvSpPr>
        <p:spPr bwMode="auto">
          <a:xfrm>
            <a:off x="3630612" y="3662363"/>
            <a:ext cx="1588" cy="3175"/>
          </a:xfrm>
          <a:custGeom>
            <a:avLst/>
            <a:gdLst>
              <a:gd name="T0" fmla="*/ 0 w 1"/>
              <a:gd name="T1" fmla="*/ 0 h 2"/>
              <a:gd name="T2" fmla="*/ 1 w 1"/>
              <a:gd name="T3" fmla="*/ 2 h 2"/>
              <a:gd name="T4" fmla="*/ 1 w 1"/>
              <a:gd name="T5" fmla="*/ 1 h 2"/>
              <a:gd name="T6" fmla="*/ 1 w 1"/>
              <a:gd name="T7" fmla="*/ 1 h 2"/>
              <a:gd name="T8" fmla="*/ 0 w 1"/>
              <a:gd name="T9" fmla="*/ 1 h 2"/>
              <a:gd name="T10" fmla="*/ 0 w 1"/>
              <a:gd name="T11" fmla="*/ 0 h 2"/>
            </a:gdLst>
            <a:ahLst/>
            <a:cxnLst>
              <a:cxn ang="0">
                <a:pos x="T0" y="T1"/>
              </a:cxn>
              <a:cxn ang="0">
                <a:pos x="T2" y="T3"/>
              </a:cxn>
              <a:cxn ang="0">
                <a:pos x="T4" y="T5"/>
              </a:cxn>
              <a:cxn ang="0">
                <a:pos x="T6" y="T7"/>
              </a:cxn>
              <a:cxn ang="0">
                <a:pos x="T8" y="T9"/>
              </a:cxn>
              <a:cxn ang="0">
                <a:pos x="T10" y="T11"/>
              </a:cxn>
            </a:cxnLst>
            <a:rect l="0" t="0" r="r" b="b"/>
            <a:pathLst>
              <a:path w="1" h="2">
                <a:moveTo>
                  <a:pt x="0" y="0"/>
                </a:moveTo>
                <a:cubicBezTo>
                  <a:pt x="0" y="1"/>
                  <a:pt x="1" y="1"/>
                  <a:pt x="1" y="2"/>
                </a:cubicBezTo>
                <a:cubicBezTo>
                  <a:pt x="1" y="1"/>
                  <a:pt x="1" y="1"/>
                  <a:pt x="1" y="1"/>
                </a:cubicBezTo>
                <a:cubicBezTo>
                  <a:pt x="1" y="1"/>
                  <a:pt x="1" y="1"/>
                  <a:pt x="1" y="1"/>
                </a:cubicBezTo>
                <a:cubicBezTo>
                  <a:pt x="0" y="1"/>
                  <a:pt x="0" y="1"/>
                  <a:pt x="0" y="1"/>
                </a:cubicBezTo>
                <a:cubicBezTo>
                  <a:pt x="0" y="1"/>
                  <a:pt x="0" y="1"/>
                  <a:pt x="0" y="0"/>
                </a:cubicBezTo>
              </a:path>
            </a:pathLst>
          </a:custGeom>
          <a:solidFill>
            <a:srgbClr val="48A5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70">
            <a:extLst>
              <a:ext uri="{FF2B5EF4-FFF2-40B4-BE49-F238E27FC236}">
                <a16:creationId xmlns:a16="http://schemas.microsoft.com/office/drawing/2014/main" id="{8521805D-21FB-40D8-842E-6D470D69D7F1}"/>
              </a:ext>
            </a:extLst>
          </p:cNvPr>
          <p:cNvSpPr>
            <a:spLocks/>
          </p:cNvSpPr>
          <p:nvPr/>
        </p:nvSpPr>
        <p:spPr bwMode="auto">
          <a:xfrm>
            <a:off x="3605212" y="3568701"/>
            <a:ext cx="26988" cy="95250"/>
          </a:xfrm>
          <a:custGeom>
            <a:avLst/>
            <a:gdLst>
              <a:gd name="T0" fmla="*/ 15 w 15"/>
              <a:gd name="T1" fmla="*/ 0 h 54"/>
              <a:gd name="T2" fmla="*/ 3 w 15"/>
              <a:gd name="T3" fmla="*/ 27 h 54"/>
              <a:gd name="T4" fmla="*/ 14 w 15"/>
              <a:gd name="T5" fmla="*/ 53 h 54"/>
              <a:gd name="T6" fmla="*/ 14 w 15"/>
              <a:gd name="T7" fmla="*/ 54 h 54"/>
              <a:gd name="T8" fmla="*/ 15 w 15"/>
              <a:gd name="T9" fmla="*/ 0 h 54"/>
              <a:gd name="T10" fmla="*/ 15 w 15"/>
              <a:gd name="T11" fmla="*/ 0 h 54"/>
            </a:gdLst>
            <a:ahLst/>
            <a:cxnLst>
              <a:cxn ang="0">
                <a:pos x="T0" y="T1"/>
              </a:cxn>
              <a:cxn ang="0">
                <a:pos x="T2" y="T3"/>
              </a:cxn>
              <a:cxn ang="0">
                <a:pos x="T4" y="T5"/>
              </a:cxn>
              <a:cxn ang="0">
                <a:pos x="T6" y="T7"/>
              </a:cxn>
              <a:cxn ang="0">
                <a:pos x="T8" y="T9"/>
              </a:cxn>
              <a:cxn ang="0">
                <a:pos x="T10" y="T11"/>
              </a:cxn>
            </a:cxnLst>
            <a:rect l="0" t="0" r="r" b="b"/>
            <a:pathLst>
              <a:path w="15" h="54">
                <a:moveTo>
                  <a:pt x="15" y="0"/>
                </a:moveTo>
                <a:cubicBezTo>
                  <a:pt x="8" y="7"/>
                  <a:pt x="3" y="16"/>
                  <a:pt x="3" y="27"/>
                </a:cubicBezTo>
                <a:cubicBezTo>
                  <a:pt x="3" y="37"/>
                  <a:pt x="7" y="47"/>
                  <a:pt x="14" y="53"/>
                </a:cubicBezTo>
                <a:cubicBezTo>
                  <a:pt x="14" y="54"/>
                  <a:pt x="14" y="54"/>
                  <a:pt x="14" y="54"/>
                </a:cubicBezTo>
                <a:cubicBezTo>
                  <a:pt x="0" y="39"/>
                  <a:pt x="0" y="15"/>
                  <a:pt x="15" y="0"/>
                </a:cubicBezTo>
                <a:cubicBezTo>
                  <a:pt x="15" y="0"/>
                  <a:pt x="15" y="0"/>
                  <a:pt x="15" y="0"/>
                </a:cubicBezTo>
              </a:path>
            </a:pathLst>
          </a:custGeom>
          <a:solidFill>
            <a:srgbClr val="187A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71">
            <a:extLst>
              <a:ext uri="{FF2B5EF4-FFF2-40B4-BE49-F238E27FC236}">
                <a16:creationId xmlns:a16="http://schemas.microsoft.com/office/drawing/2014/main" id="{21459700-3882-4FBC-A803-87336471507F}"/>
              </a:ext>
            </a:extLst>
          </p:cNvPr>
          <p:cNvSpPr>
            <a:spLocks/>
          </p:cNvSpPr>
          <p:nvPr/>
        </p:nvSpPr>
        <p:spPr bwMode="auto">
          <a:xfrm>
            <a:off x="3605212" y="3549651"/>
            <a:ext cx="139700" cy="133350"/>
          </a:xfrm>
          <a:custGeom>
            <a:avLst/>
            <a:gdLst>
              <a:gd name="T0" fmla="*/ 42 w 80"/>
              <a:gd name="T1" fmla="*/ 0 h 76"/>
              <a:gd name="T2" fmla="*/ 15 w 80"/>
              <a:gd name="T3" fmla="*/ 11 h 76"/>
              <a:gd name="T4" fmla="*/ 15 w 80"/>
              <a:gd name="T5" fmla="*/ 11 h 76"/>
              <a:gd name="T6" fmla="*/ 15 w 80"/>
              <a:gd name="T7" fmla="*/ 11 h 76"/>
              <a:gd name="T8" fmla="*/ 15 w 80"/>
              <a:gd name="T9" fmla="*/ 11 h 76"/>
              <a:gd name="T10" fmla="*/ 14 w 80"/>
              <a:gd name="T11" fmla="*/ 65 h 76"/>
              <a:gd name="T12" fmla="*/ 15 w 80"/>
              <a:gd name="T13" fmla="*/ 65 h 76"/>
              <a:gd name="T14" fmla="*/ 15 w 80"/>
              <a:gd name="T15" fmla="*/ 65 h 76"/>
              <a:gd name="T16" fmla="*/ 15 w 80"/>
              <a:gd name="T17" fmla="*/ 66 h 76"/>
              <a:gd name="T18" fmla="*/ 42 w 80"/>
              <a:gd name="T19" fmla="*/ 76 h 76"/>
              <a:gd name="T20" fmla="*/ 80 w 80"/>
              <a:gd name="T21" fmla="*/ 38 h 76"/>
              <a:gd name="T22" fmla="*/ 42 w 80"/>
              <a:gd name="T2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76">
                <a:moveTo>
                  <a:pt x="42" y="0"/>
                </a:moveTo>
                <a:cubicBezTo>
                  <a:pt x="31" y="0"/>
                  <a:pt x="22" y="4"/>
                  <a:pt x="15" y="11"/>
                </a:cubicBezTo>
                <a:cubicBezTo>
                  <a:pt x="15" y="11"/>
                  <a:pt x="15" y="11"/>
                  <a:pt x="15" y="11"/>
                </a:cubicBezTo>
                <a:cubicBezTo>
                  <a:pt x="15" y="11"/>
                  <a:pt x="15" y="11"/>
                  <a:pt x="15" y="11"/>
                </a:cubicBezTo>
                <a:cubicBezTo>
                  <a:pt x="15" y="11"/>
                  <a:pt x="15" y="11"/>
                  <a:pt x="15" y="11"/>
                </a:cubicBezTo>
                <a:cubicBezTo>
                  <a:pt x="0" y="26"/>
                  <a:pt x="0" y="50"/>
                  <a:pt x="14" y="65"/>
                </a:cubicBezTo>
                <a:cubicBezTo>
                  <a:pt x="14" y="65"/>
                  <a:pt x="14" y="65"/>
                  <a:pt x="15" y="65"/>
                </a:cubicBezTo>
                <a:cubicBezTo>
                  <a:pt x="15" y="65"/>
                  <a:pt x="15" y="65"/>
                  <a:pt x="15" y="65"/>
                </a:cubicBezTo>
                <a:cubicBezTo>
                  <a:pt x="15" y="65"/>
                  <a:pt x="15" y="65"/>
                  <a:pt x="15" y="66"/>
                </a:cubicBezTo>
                <a:cubicBezTo>
                  <a:pt x="22" y="72"/>
                  <a:pt x="31" y="76"/>
                  <a:pt x="42" y="76"/>
                </a:cubicBezTo>
                <a:cubicBezTo>
                  <a:pt x="63" y="76"/>
                  <a:pt x="80" y="59"/>
                  <a:pt x="80" y="38"/>
                </a:cubicBezTo>
                <a:cubicBezTo>
                  <a:pt x="80" y="17"/>
                  <a:pt x="63" y="0"/>
                  <a:pt x="42" y="0"/>
                </a:cubicBezTo>
              </a:path>
            </a:pathLst>
          </a:custGeom>
          <a:solidFill>
            <a:srgbClr val="2658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72">
            <a:extLst>
              <a:ext uri="{FF2B5EF4-FFF2-40B4-BE49-F238E27FC236}">
                <a16:creationId xmlns:a16="http://schemas.microsoft.com/office/drawing/2014/main" id="{64E38B75-DE17-4CF8-8145-B5DA4F9567CC}"/>
              </a:ext>
            </a:extLst>
          </p:cNvPr>
          <p:cNvSpPr>
            <a:spLocks/>
          </p:cNvSpPr>
          <p:nvPr/>
        </p:nvSpPr>
        <p:spPr bwMode="auto">
          <a:xfrm>
            <a:off x="4289425" y="3906838"/>
            <a:ext cx="57150" cy="28575"/>
          </a:xfrm>
          <a:custGeom>
            <a:avLst/>
            <a:gdLst>
              <a:gd name="T0" fmla="*/ 33 w 33"/>
              <a:gd name="T1" fmla="*/ 0 h 17"/>
              <a:gd name="T2" fmla="*/ 1 w 33"/>
              <a:gd name="T3" fmla="*/ 17 h 17"/>
              <a:gd name="T4" fmla="*/ 1 w 33"/>
              <a:gd name="T5" fmla="*/ 17 h 17"/>
              <a:gd name="T6" fmla="*/ 0 w 33"/>
              <a:gd name="T7" fmla="*/ 17 h 17"/>
              <a:gd name="T8" fmla="*/ 1 w 33"/>
              <a:gd name="T9" fmla="*/ 17 h 17"/>
              <a:gd name="T10" fmla="*/ 33 w 33"/>
              <a:gd name="T11" fmla="*/ 0 h 17"/>
            </a:gdLst>
            <a:ahLst/>
            <a:cxnLst>
              <a:cxn ang="0">
                <a:pos x="T0" y="T1"/>
              </a:cxn>
              <a:cxn ang="0">
                <a:pos x="T2" y="T3"/>
              </a:cxn>
              <a:cxn ang="0">
                <a:pos x="T4" y="T5"/>
              </a:cxn>
              <a:cxn ang="0">
                <a:pos x="T6" y="T7"/>
              </a:cxn>
              <a:cxn ang="0">
                <a:pos x="T8" y="T9"/>
              </a:cxn>
              <a:cxn ang="0">
                <a:pos x="T10" y="T11"/>
              </a:cxn>
            </a:cxnLst>
            <a:rect l="0" t="0" r="r" b="b"/>
            <a:pathLst>
              <a:path w="33" h="17">
                <a:moveTo>
                  <a:pt x="33" y="0"/>
                </a:moveTo>
                <a:cubicBezTo>
                  <a:pt x="26" y="11"/>
                  <a:pt x="14" y="17"/>
                  <a:pt x="1" y="17"/>
                </a:cubicBezTo>
                <a:cubicBezTo>
                  <a:pt x="1" y="17"/>
                  <a:pt x="1" y="17"/>
                  <a:pt x="1" y="17"/>
                </a:cubicBezTo>
                <a:cubicBezTo>
                  <a:pt x="0" y="17"/>
                  <a:pt x="0" y="17"/>
                  <a:pt x="0" y="17"/>
                </a:cubicBezTo>
                <a:cubicBezTo>
                  <a:pt x="0" y="17"/>
                  <a:pt x="0" y="17"/>
                  <a:pt x="1" y="17"/>
                </a:cubicBezTo>
                <a:cubicBezTo>
                  <a:pt x="14" y="17"/>
                  <a:pt x="26" y="11"/>
                  <a:pt x="33" y="0"/>
                </a:cubicBezTo>
              </a:path>
            </a:pathLst>
          </a:custGeom>
          <a:solidFill>
            <a:srgbClr val="0C15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73">
            <a:extLst>
              <a:ext uri="{FF2B5EF4-FFF2-40B4-BE49-F238E27FC236}">
                <a16:creationId xmlns:a16="http://schemas.microsoft.com/office/drawing/2014/main" id="{2AB7C9C4-5163-40A4-BD99-BA213917B753}"/>
              </a:ext>
            </a:extLst>
          </p:cNvPr>
          <p:cNvSpPr>
            <a:spLocks/>
          </p:cNvSpPr>
          <p:nvPr/>
        </p:nvSpPr>
        <p:spPr bwMode="auto">
          <a:xfrm>
            <a:off x="4222750" y="3803651"/>
            <a:ext cx="133350" cy="131763"/>
          </a:xfrm>
          <a:custGeom>
            <a:avLst/>
            <a:gdLst>
              <a:gd name="T0" fmla="*/ 39 w 77"/>
              <a:gd name="T1" fmla="*/ 0 h 76"/>
              <a:gd name="T2" fmla="*/ 0 w 77"/>
              <a:gd name="T3" fmla="*/ 38 h 76"/>
              <a:gd name="T4" fmla="*/ 38 w 77"/>
              <a:gd name="T5" fmla="*/ 76 h 76"/>
              <a:gd name="T6" fmla="*/ 39 w 77"/>
              <a:gd name="T7" fmla="*/ 76 h 76"/>
              <a:gd name="T8" fmla="*/ 39 w 77"/>
              <a:gd name="T9" fmla="*/ 76 h 76"/>
              <a:gd name="T10" fmla="*/ 71 w 77"/>
              <a:gd name="T11" fmla="*/ 59 h 76"/>
              <a:gd name="T12" fmla="*/ 77 w 77"/>
              <a:gd name="T13" fmla="*/ 38 h 76"/>
              <a:gd name="T14" fmla="*/ 39 w 77"/>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6">
                <a:moveTo>
                  <a:pt x="39" y="0"/>
                </a:moveTo>
                <a:cubicBezTo>
                  <a:pt x="18" y="0"/>
                  <a:pt x="0" y="17"/>
                  <a:pt x="0" y="38"/>
                </a:cubicBezTo>
                <a:cubicBezTo>
                  <a:pt x="0" y="59"/>
                  <a:pt x="17" y="76"/>
                  <a:pt x="38" y="76"/>
                </a:cubicBezTo>
                <a:cubicBezTo>
                  <a:pt x="38" y="76"/>
                  <a:pt x="38" y="76"/>
                  <a:pt x="39" y="76"/>
                </a:cubicBezTo>
                <a:cubicBezTo>
                  <a:pt x="39" y="76"/>
                  <a:pt x="39" y="76"/>
                  <a:pt x="39" y="76"/>
                </a:cubicBezTo>
                <a:cubicBezTo>
                  <a:pt x="52" y="76"/>
                  <a:pt x="64" y="70"/>
                  <a:pt x="71" y="59"/>
                </a:cubicBezTo>
                <a:cubicBezTo>
                  <a:pt x="75" y="53"/>
                  <a:pt x="77" y="46"/>
                  <a:pt x="77" y="38"/>
                </a:cubicBezTo>
                <a:cubicBezTo>
                  <a:pt x="77" y="17"/>
                  <a:pt x="60" y="0"/>
                  <a:pt x="39" y="0"/>
                </a:cubicBezTo>
              </a:path>
            </a:pathLst>
          </a:custGeom>
          <a:solidFill>
            <a:srgbClr val="C7DD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TextBox 134">
            <a:extLst>
              <a:ext uri="{FF2B5EF4-FFF2-40B4-BE49-F238E27FC236}">
                <a16:creationId xmlns:a16="http://schemas.microsoft.com/office/drawing/2014/main" id="{013DB2F3-0A28-448A-AEEF-05B2C6EF99DC}"/>
              </a:ext>
            </a:extLst>
          </p:cNvPr>
          <p:cNvSpPr txBox="1"/>
          <p:nvPr/>
        </p:nvSpPr>
        <p:spPr>
          <a:xfrm>
            <a:off x="1073320" y="1400622"/>
            <a:ext cx="2331720" cy="461665"/>
          </a:xfrm>
          <a:prstGeom prst="rect">
            <a:avLst/>
          </a:prstGeom>
          <a:noFill/>
        </p:spPr>
        <p:txBody>
          <a:bodyPr wrap="square" rtlCol="0">
            <a:spAutoFit/>
          </a:bodyPr>
          <a:lstStyle/>
          <a:p>
            <a:pPr algn="r"/>
            <a:r>
              <a:rPr lang="en-US" baseline="30000" dirty="0">
                <a:solidFill>
                  <a:schemeClr val="accent1">
                    <a:lumMod val="75000"/>
                  </a:schemeClr>
                </a:solidFill>
                <a:latin typeface="Arial" panose="020B0604020202020204" pitchFamily="34" charset="0"/>
                <a:cs typeface="Arial" panose="020B0604020202020204" pitchFamily="34" charset="0"/>
              </a:rPr>
              <a:t>Easier Installation and upgrade of EC with docker images</a:t>
            </a:r>
            <a:endParaRPr lang="en-US" sz="1600" baseline="30000" dirty="0">
              <a:solidFill>
                <a:schemeClr val="accent1">
                  <a:lumMod val="75000"/>
                </a:schemeClr>
              </a:solidFill>
              <a:latin typeface="Arial" panose="020B0604020202020204" pitchFamily="34" charset="0"/>
              <a:cs typeface="Arial" panose="020B0604020202020204" pitchFamily="34" charset="0"/>
            </a:endParaRPr>
          </a:p>
        </p:txBody>
      </p:sp>
      <p:sp>
        <p:nvSpPr>
          <p:cNvPr id="136" name="TextBox 135">
            <a:extLst>
              <a:ext uri="{FF2B5EF4-FFF2-40B4-BE49-F238E27FC236}">
                <a16:creationId xmlns:a16="http://schemas.microsoft.com/office/drawing/2014/main" id="{F8DE3A13-000C-48FD-936F-BFD5DB1E13A5}"/>
              </a:ext>
            </a:extLst>
          </p:cNvPr>
          <p:cNvSpPr txBox="1"/>
          <p:nvPr/>
        </p:nvSpPr>
        <p:spPr>
          <a:xfrm>
            <a:off x="339248" y="2314342"/>
            <a:ext cx="2331720" cy="461665"/>
          </a:xfrm>
          <a:prstGeom prst="rect">
            <a:avLst/>
          </a:prstGeom>
          <a:noFill/>
        </p:spPr>
        <p:txBody>
          <a:bodyPr wrap="square" rtlCol="0">
            <a:spAutoFit/>
          </a:bodyPr>
          <a:lstStyle/>
          <a:p>
            <a:pPr algn="r"/>
            <a:r>
              <a:rPr lang="en-US" baseline="30000" dirty="0">
                <a:solidFill>
                  <a:schemeClr val="accent1">
                    <a:lumMod val="75000"/>
                  </a:schemeClr>
                </a:solidFill>
                <a:latin typeface="Arial" panose="020B0604020202020204" pitchFamily="34" charset="0"/>
                <a:cs typeface="Arial" panose="020B0604020202020204" pitchFamily="34" charset="0"/>
              </a:rPr>
              <a:t>Up-to-date technology and security enhancements</a:t>
            </a:r>
          </a:p>
        </p:txBody>
      </p:sp>
      <p:sp>
        <p:nvSpPr>
          <p:cNvPr id="137" name="TextBox 136">
            <a:extLst>
              <a:ext uri="{FF2B5EF4-FFF2-40B4-BE49-F238E27FC236}">
                <a16:creationId xmlns:a16="http://schemas.microsoft.com/office/drawing/2014/main" id="{43252608-EEC2-408C-98B6-8999CFA1FD48}"/>
              </a:ext>
            </a:extLst>
          </p:cNvPr>
          <p:cNvSpPr txBox="1"/>
          <p:nvPr/>
        </p:nvSpPr>
        <p:spPr>
          <a:xfrm>
            <a:off x="274954" y="3275552"/>
            <a:ext cx="2331720" cy="646331"/>
          </a:xfrm>
          <a:prstGeom prst="rect">
            <a:avLst/>
          </a:prstGeom>
          <a:noFill/>
        </p:spPr>
        <p:txBody>
          <a:bodyPr wrap="square" rtlCol="0">
            <a:spAutoFit/>
          </a:bodyPr>
          <a:lstStyle/>
          <a:p>
            <a:pPr algn="r"/>
            <a:r>
              <a:rPr lang="en-US" baseline="30000" dirty="0">
                <a:solidFill>
                  <a:schemeClr val="accent1">
                    <a:lumMod val="75000"/>
                  </a:schemeClr>
                </a:solidFill>
                <a:latin typeface="Arial" panose="020B0604020202020204" pitchFamily="34" charset="0"/>
                <a:cs typeface="Arial" panose="020B0604020202020204" pitchFamily="34" charset="0"/>
              </a:rPr>
              <a:t>Better configurability and extensibility through the EC Extension framework</a:t>
            </a:r>
          </a:p>
        </p:txBody>
      </p:sp>
      <p:sp>
        <p:nvSpPr>
          <p:cNvPr id="138" name="TextBox 137">
            <a:extLst>
              <a:ext uri="{FF2B5EF4-FFF2-40B4-BE49-F238E27FC236}">
                <a16:creationId xmlns:a16="http://schemas.microsoft.com/office/drawing/2014/main" id="{8B1E6D2E-AC01-4BB6-B77B-1CF95D629B5C}"/>
              </a:ext>
            </a:extLst>
          </p:cNvPr>
          <p:cNvSpPr txBox="1"/>
          <p:nvPr/>
        </p:nvSpPr>
        <p:spPr>
          <a:xfrm>
            <a:off x="1070437" y="4195764"/>
            <a:ext cx="2331720" cy="461665"/>
          </a:xfrm>
          <a:prstGeom prst="rect">
            <a:avLst/>
          </a:prstGeom>
          <a:noFill/>
        </p:spPr>
        <p:txBody>
          <a:bodyPr wrap="square" rtlCol="0">
            <a:spAutoFit/>
          </a:bodyPr>
          <a:lstStyle/>
          <a:p>
            <a:pPr algn="r"/>
            <a:r>
              <a:rPr lang="en-US" baseline="30000" dirty="0">
                <a:solidFill>
                  <a:schemeClr val="accent1">
                    <a:lumMod val="75000"/>
                  </a:schemeClr>
                </a:solidFill>
                <a:latin typeface="Arial" panose="020B0604020202020204" pitchFamily="34" charset="0"/>
                <a:cs typeface="Arial" panose="020B0604020202020204" pitchFamily="34" charset="0"/>
              </a:rPr>
              <a:t>New reporting and analytics, providing advanced capabilities </a:t>
            </a:r>
          </a:p>
        </p:txBody>
      </p:sp>
      <p:sp>
        <p:nvSpPr>
          <p:cNvPr id="139" name="TextBox 138">
            <a:extLst>
              <a:ext uri="{FF2B5EF4-FFF2-40B4-BE49-F238E27FC236}">
                <a16:creationId xmlns:a16="http://schemas.microsoft.com/office/drawing/2014/main" id="{0BFA9AC5-444F-4E70-A967-17509E6D179E}"/>
              </a:ext>
            </a:extLst>
          </p:cNvPr>
          <p:cNvSpPr txBox="1"/>
          <p:nvPr/>
        </p:nvSpPr>
        <p:spPr>
          <a:xfrm>
            <a:off x="5194300" y="1422697"/>
            <a:ext cx="2331720" cy="461665"/>
          </a:xfrm>
          <a:prstGeom prst="rect">
            <a:avLst/>
          </a:prstGeom>
          <a:noFill/>
        </p:spPr>
        <p:txBody>
          <a:bodyPr wrap="square" rtlCol="0">
            <a:spAutoFit/>
          </a:bodyPr>
          <a:lstStyle/>
          <a:p>
            <a:r>
              <a:rPr lang="en-US" baseline="30000" dirty="0">
                <a:solidFill>
                  <a:schemeClr val="accent1">
                    <a:lumMod val="75000"/>
                  </a:schemeClr>
                </a:solidFill>
                <a:latin typeface="Arial" panose="020B0604020202020204" pitchFamily="34" charset="0"/>
                <a:cs typeface="Arial" panose="020B0604020202020204" pitchFamily="34" charset="0"/>
              </a:rPr>
              <a:t>Improved user experience and efficient system configuration</a:t>
            </a:r>
          </a:p>
        </p:txBody>
      </p:sp>
      <p:sp>
        <p:nvSpPr>
          <p:cNvPr id="140" name="TextBox 139">
            <a:extLst>
              <a:ext uri="{FF2B5EF4-FFF2-40B4-BE49-F238E27FC236}">
                <a16:creationId xmlns:a16="http://schemas.microsoft.com/office/drawing/2014/main" id="{88DDAD11-8693-43E8-B4AB-38C18BFD781D}"/>
              </a:ext>
            </a:extLst>
          </p:cNvPr>
          <p:cNvSpPr txBox="1"/>
          <p:nvPr/>
        </p:nvSpPr>
        <p:spPr>
          <a:xfrm>
            <a:off x="5945188" y="2305979"/>
            <a:ext cx="1589557" cy="461665"/>
          </a:xfrm>
          <a:prstGeom prst="rect">
            <a:avLst/>
          </a:prstGeom>
          <a:noFill/>
        </p:spPr>
        <p:txBody>
          <a:bodyPr wrap="square" rtlCol="0">
            <a:spAutoFit/>
          </a:bodyPr>
          <a:lstStyle/>
          <a:p>
            <a:r>
              <a:rPr lang="en-US" baseline="30000" dirty="0">
                <a:solidFill>
                  <a:schemeClr val="accent1">
                    <a:lumMod val="75000"/>
                  </a:schemeClr>
                </a:solidFill>
                <a:latin typeface="Arial" panose="020B0604020202020204" pitchFamily="34" charset="0"/>
                <a:cs typeface="Arial" panose="020B0604020202020204" pitchFamily="34" charset="0"/>
              </a:rPr>
              <a:t>Enhanced Rest API support</a:t>
            </a:r>
          </a:p>
        </p:txBody>
      </p:sp>
      <p:sp>
        <p:nvSpPr>
          <p:cNvPr id="141" name="TextBox 140">
            <a:extLst>
              <a:ext uri="{FF2B5EF4-FFF2-40B4-BE49-F238E27FC236}">
                <a16:creationId xmlns:a16="http://schemas.microsoft.com/office/drawing/2014/main" id="{B60B0166-12B0-4154-B222-9A11FA4F27C0}"/>
              </a:ext>
            </a:extLst>
          </p:cNvPr>
          <p:cNvSpPr txBox="1"/>
          <p:nvPr/>
        </p:nvSpPr>
        <p:spPr>
          <a:xfrm>
            <a:off x="5988050" y="3325016"/>
            <a:ext cx="1589557" cy="461665"/>
          </a:xfrm>
          <a:prstGeom prst="rect">
            <a:avLst/>
          </a:prstGeom>
          <a:noFill/>
        </p:spPr>
        <p:txBody>
          <a:bodyPr wrap="square" rtlCol="0">
            <a:spAutoFit/>
          </a:bodyPr>
          <a:lstStyle/>
          <a:p>
            <a:r>
              <a:rPr lang="en-US" baseline="30000" dirty="0">
                <a:solidFill>
                  <a:schemeClr val="accent1">
                    <a:lumMod val="75000"/>
                  </a:schemeClr>
                </a:solidFill>
                <a:latin typeface="Arial" panose="020B0604020202020204" pitchFamily="34" charset="0"/>
                <a:cs typeface="Arial" panose="020B0604020202020204" pitchFamily="34" charset="0"/>
              </a:rPr>
              <a:t>New tools for class &amp; data configuration</a:t>
            </a:r>
          </a:p>
        </p:txBody>
      </p:sp>
      <p:sp>
        <p:nvSpPr>
          <p:cNvPr id="142" name="TextBox 141">
            <a:extLst>
              <a:ext uri="{FF2B5EF4-FFF2-40B4-BE49-F238E27FC236}">
                <a16:creationId xmlns:a16="http://schemas.microsoft.com/office/drawing/2014/main" id="{3CBC7DFF-C5DC-4705-A86C-D84ECBA30ABE}"/>
              </a:ext>
            </a:extLst>
          </p:cNvPr>
          <p:cNvSpPr txBox="1"/>
          <p:nvPr/>
        </p:nvSpPr>
        <p:spPr>
          <a:xfrm>
            <a:off x="5226050" y="4195764"/>
            <a:ext cx="1589557" cy="461665"/>
          </a:xfrm>
          <a:prstGeom prst="rect">
            <a:avLst/>
          </a:prstGeom>
          <a:noFill/>
        </p:spPr>
        <p:txBody>
          <a:bodyPr wrap="square" rtlCol="0">
            <a:spAutoFit/>
          </a:bodyPr>
          <a:lstStyle/>
          <a:p>
            <a:r>
              <a:rPr lang="en-US" baseline="30000" dirty="0">
                <a:solidFill>
                  <a:schemeClr val="accent1">
                    <a:lumMod val="75000"/>
                  </a:schemeClr>
                </a:solidFill>
                <a:latin typeface="Arial" panose="020B0604020202020204" pitchFamily="34" charset="0"/>
                <a:cs typeface="Arial" panose="020B0604020202020204" pitchFamily="34" charset="0"/>
              </a:rPr>
              <a:t>Improved integration capabilities</a:t>
            </a:r>
          </a:p>
        </p:txBody>
      </p:sp>
      <p:sp>
        <p:nvSpPr>
          <p:cNvPr id="143" name="TextBox 142">
            <a:extLst>
              <a:ext uri="{FF2B5EF4-FFF2-40B4-BE49-F238E27FC236}">
                <a16:creationId xmlns:a16="http://schemas.microsoft.com/office/drawing/2014/main" id="{9EE8BBC6-603B-41BC-9005-5C69AE9E5322}"/>
              </a:ext>
            </a:extLst>
          </p:cNvPr>
          <p:cNvSpPr txBox="1"/>
          <p:nvPr/>
        </p:nvSpPr>
        <p:spPr>
          <a:xfrm>
            <a:off x="3530600" y="2609920"/>
            <a:ext cx="1481872" cy="707886"/>
          </a:xfrm>
          <a:prstGeom prst="rect">
            <a:avLst/>
          </a:prstGeom>
          <a:noFill/>
        </p:spPr>
        <p:txBody>
          <a:bodyPr wrap="square">
            <a:spAutoFit/>
          </a:bodyPr>
          <a:lstStyle/>
          <a:p>
            <a:pPr algn="ctr"/>
            <a:r>
              <a:rPr lang="en-US" sz="2000" b="1" dirty="0">
                <a:latin typeface="Arial" panose="020B0604020202020204" pitchFamily="34" charset="0"/>
                <a:cs typeface="Arial" panose="020B0604020202020204" pitchFamily="34" charset="0"/>
              </a:rPr>
              <a:t>EC</a:t>
            </a: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upgrade</a:t>
            </a:r>
          </a:p>
        </p:txBody>
      </p:sp>
      <p:grpSp>
        <p:nvGrpSpPr>
          <p:cNvPr id="144" name="Group 76">
            <a:extLst>
              <a:ext uri="{FF2B5EF4-FFF2-40B4-BE49-F238E27FC236}">
                <a16:creationId xmlns:a16="http://schemas.microsoft.com/office/drawing/2014/main" id="{B5E3EA83-52D1-468C-98C9-0A19CED775C1}"/>
              </a:ext>
            </a:extLst>
          </p:cNvPr>
          <p:cNvGrpSpPr>
            <a:grpSpLocks noChangeAspect="1"/>
          </p:cNvGrpSpPr>
          <p:nvPr/>
        </p:nvGrpSpPr>
        <p:grpSpPr bwMode="auto">
          <a:xfrm>
            <a:off x="3591800" y="1643564"/>
            <a:ext cx="242723" cy="242797"/>
            <a:chOff x="1245" y="-16"/>
            <a:chExt cx="3271" cy="3272"/>
          </a:xfrm>
          <a:solidFill>
            <a:srgbClr val="62B3E5"/>
          </a:solidFill>
        </p:grpSpPr>
        <p:sp>
          <p:nvSpPr>
            <p:cNvPr id="145" name="Freeform 77">
              <a:extLst>
                <a:ext uri="{FF2B5EF4-FFF2-40B4-BE49-F238E27FC236}">
                  <a16:creationId xmlns:a16="http://schemas.microsoft.com/office/drawing/2014/main" id="{99027482-3CDA-4B62-9516-F203333AC62C}"/>
                </a:ext>
              </a:extLst>
            </p:cNvPr>
            <p:cNvSpPr>
              <a:spLocks noEditPoints="1"/>
            </p:cNvSpPr>
            <p:nvPr/>
          </p:nvSpPr>
          <p:spPr bwMode="auto">
            <a:xfrm>
              <a:off x="1245" y="-16"/>
              <a:ext cx="3271" cy="3272"/>
            </a:xfrm>
            <a:custGeom>
              <a:avLst/>
              <a:gdLst>
                <a:gd name="T0" fmla="*/ 5916 w 6275"/>
                <a:gd name="T1" fmla="*/ 4326 h 6276"/>
                <a:gd name="T2" fmla="*/ 4824 w 6275"/>
                <a:gd name="T3" fmla="*/ 4037 h 6276"/>
                <a:gd name="T4" fmla="*/ 3531 w 6275"/>
                <a:gd name="T5" fmla="*/ 2744 h 6276"/>
                <a:gd name="T6" fmla="*/ 2239 w 6275"/>
                <a:gd name="T7" fmla="*/ 1452 h 6276"/>
                <a:gd name="T8" fmla="*/ 1949 w 6275"/>
                <a:gd name="T9" fmla="*/ 360 h 6276"/>
                <a:gd name="T10" fmla="*/ 1025 w 6275"/>
                <a:gd name="T11" fmla="*/ 38 h 6276"/>
                <a:gd name="T12" fmla="*/ 1231 w 6275"/>
                <a:gd name="T13" fmla="*/ 243 h 6276"/>
                <a:gd name="T14" fmla="*/ 1628 w 6275"/>
                <a:gd name="T15" fmla="*/ 641 h 6276"/>
                <a:gd name="T16" fmla="*/ 1524 w 6275"/>
                <a:gd name="T17" fmla="*/ 1030 h 6276"/>
                <a:gd name="T18" fmla="*/ 1419 w 6275"/>
                <a:gd name="T19" fmla="*/ 1420 h 6276"/>
                <a:gd name="T20" fmla="*/ 1030 w 6275"/>
                <a:gd name="T21" fmla="*/ 1524 h 6276"/>
                <a:gd name="T22" fmla="*/ 641 w 6275"/>
                <a:gd name="T23" fmla="*/ 1628 h 6276"/>
                <a:gd name="T24" fmla="*/ 243 w 6275"/>
                <a:gd name="T25" fmla="*/ 1231 h 6276"/>
                <a:gd name="T26" fmla="*/ 38 w 6275"/>
                <a:gd name="T27" fmla="*/ 1025 h 6276"/>
                <a:gd name="T28" fmla="*/ 359 w 6275"/>
                <a:gd name="T29" fmla="*/ 1949 h 6276"/>
                <a:gd name="T30" fmla="*/ 1452 w 6275"/>
                <a:gd name="T31" fmla="*/ 2239 h 6276"/>
                <a:gd name="T32" fmla="*/ 2744 w 6275"/>
                <a:gd name="T33" fmla="*/ 3531 h 6276"/>
                <a:gd name="T34" fmla="*/ 4037 w 6275"/>
                <a:gd name="T35" fmla="*/ 4824 h 6276"/>
                <a:gd name="T36" fmla="*/ 4326 w 6275"/>
                <a:gd name="T37" fmla="*/ 5916 h 6276"/>
                <a:gd name="T38" fmla="*/ 5250 w 6275"/>
                <a:gd name="T39" fmla="*/ 6238 h 6276"/>
                <a:gd name="T40" fmla="*/ 5045 w 6275"/>
                <a:gd name="T41" fmla="*/ 6032 h 6276"/>
                <a:gd name="T42" fmla="*/ 4647 w 6275"/>
                <a:gd name="T43" fmla="*/ 5635 h 6276"/>
                <a:gd name="T44" fmla="*/ 4752 w 6275"/>
                <a:gd name="T45" fmla="*/ 5245 h 6276"/>
                <a:gd name="T46" fmla="*/ 4856 w 6275"/>
                <a:gd name="T47" fmla="*/ 4856 h 6276"/>
                <a:gd name="T48" fmla="*/ 5245 w 6275"/>
                <a:gd name="T49" fmla="*/ 4752 h 6276"/>
                <a:gd name="T50" fmla="*/ 5635 w 6275"/>
                <a:gd name="T51" fmla="*/ 4647 h 6276"/>
                <a:gd name="T52" fmla="*/ 6032 w 6275"/>
                <a:gd name="T53" fmla="*/ 5045 h 6276"/>
                <a:gd name="T54" fmla="*/ 6238 w 6275"/>
                <a:gd name="T55" fmla="*/ 5250 h 6276"/>
                <a:gd name="T56" fmla="*/ 5916 w 6275"/>
                <a:gd name="T57" fmla="*/ 4326 h 6276"/>
                <a:gd name="T58" fmla="*/ 4089 w 6275"/>
                <a:gd name="T59" fmla="*/ 4049 h 6276"/>
                <a:gd name="T60" fmla="*/ 4049 w 6275"/>
                <a:gd name="T61" fmla="*/ 4089 h 6276"/>
                <a:gd name="T62" fmla="*/ 3712 w 6275"/>
                <a:gd name="T63" fmla="*/ 4089 h 6276"/>
                <a:gd name="T64" fmla="*/ 2186 w 6275"/>
                <a:gd name="T65" fmla="*/ 2564 h 6276"/>
                <a:gd name="T66" fmla="*/ 2186 w 6275"/>
                <a:gd name="T67" fmla="*/ 2227 h 6276"/>
                <a:gd name="T68" fmla="*/ 2226 w 6275"/>
                <a:gd name="T69" fmla="*/ 2186 h 6276"/>
                <a:gd name="T70" fmla="*/ 2564 w 6275"/>
                <a:gd name="T71" fmla="*/ 2186 h 6276"/>
                <a:gd name="T72" fmla="*/ 4089 w 6275"/>
                <a:gd name="T73" fmla="*/ 3712 h 6276"/>
                <a:gd name="T74" fmla="*/ 4089 w 6275"/>
                <a:gd name="T75" fmla="*/ 4049 h 6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275" h="6276">
                  <a:moveTo>
                    <a:pt x="5916" y="4326"/>
                  </a:moveTo>
                  <a:cubicBezTo>
                    <a:pt x="5620" y="4030"/>
                    <a:pt x="5200" y="3934"/>
                    <a:pt x="4824" y="4037"/>
                  </a:cubicBezTo>
                  <a:cubicBezTo>
                    <a:pt x="3531" y="2744"/>
                    <a:pt x="3531" y="2744"/>
                    <a:pt x="3531" y="2744"/>
                  </a:cubicBezTo>
                  <a:cubicBezTo>
                    <a:pt x="2239" y="1452"/>
                    <a:pt x="2239" y="1452"/>
                    <a:pt x="2239" y="1452"/>
                  </a:cubicBezTo>
                  <a:cubicBezTo>
                    <a:pt x="2342" y="1075"/>
                    <a:pt x="2245" y="655"/>
                    <a:pt x="1949" y="360"/>
                  </a:cubicBezTo>
                  <a:cubicBezTo>
                    <a:pt x="1697" y="107"/>
                    <a:pt x="1354" y="0"/>
                    <a:pt x="1025" y="38"/>
                  </a:cubicBezTo>
                  <a:cubicBezTo>
                    <a:pt x="1231" y="243"/>
                    <a:pt x="1231" y="243"/>
                    <a:pt x="1231" y="243"/>
                  </a:cubicBezTo>
                  <a:cubicBezTo>
                    <a:pt x="1628" y="641"/>
                    <a:pt x="1628" y="641"/>
                    <a:pt x="1628" y="641"/>
                  </a:cubicBezTo>
                  <a:cubicBezTo>
                    <a:pt x="1524" y="1030"/>
                    <a:pt x="1524" y="1030"/>
                    <a:pt x="1524" y="1030"/>
                  </a:cubicBezTo>
                  <a:cubicBezTo>
                    <a:pt x="1419" y="1420"/>
                    <a:pt x="1419" y="1420"/>
                    <a:pt x="1419" y="1420"/>
                  </a:cubicBezTo>
                  <a:cubicBezTo>
                    <a:pt x="1030" y="1524"/>
                    <a:pt x="1030" y="1524"/>
                    <a:pt x="1030" y="1524"/>
                  </a:cubicBezTo>
                  <a:cubicBezTo>
                    <a:pt x="641" y="1628"/>
                    <a:pt x="641" y="1628"/>
                    <a:pt x="641" y="1628"/>
                  </a:cubicBezTo>
                  <a:cubicBezTo>
                    <a:pt x="243" y="1231"/>
                    <a:pt x="243" y="1231"/>
                    <a:pt x="243" y="1231"/>
                  </a:cubicBezTo>
                  <a:cubicBezTo>
                    <a:pt x="38" y="1025"/>
                    <a:pt x="38" y="1025"/>
                    <a:pt x="38" y="1025"/>
                  </a:cubicBezTo>
                  <a:cubicBezTo>
                    <a:pt x="0" y="1354"/>
                    <a:pt x="107" y="1697"/>
                    <a:pt x="359" y="1949"/>
                  </a:cubicBezTo>
                  <a:cubicBezTo>
                    <a:pt x="655" y="2245"/>
                    <a:pt x="1075" y="2342"/>
                    <a:pt x="1452" y="2239"/>
                  </a:cubicBezTo>
                  <a:cubicBezTo>
                    <a:pt x="2744" y="3531"/>
                    <a:pt x="2744" y="3531"/>
                    <a:pt x="2744" y="3531"/>
                  </a:cubicBezTo>
                  <a:cubicBezTo>
                    <a:pt x="4037" y="4824"/>
                    <a:pt x="4037" y="4824"/>
                    <a:pt x="4037" y="4824"/>
                  </a:cubicBezTo>
                  <a:cubicBezTo>
                    <a:pt x="3934" y="5200"/>
                    <a:pt x="4030" y="5620"/>
                    <a:pt x="4326" y="5916"/>
                  </a:cubicBezTo>
                  <a:cubicBezTo>
                    <a:pt x="4578" y="6168"/>
                    <a:pt x="4921" y="6276"/>
                    <a:pt x="5250" y="6238"/>
                  </a:cubicBezTo>
                  <a:cubicBezTo>
                    <a:pt x="5045" y="6032"/>
                    <a:pt x="5045" y="6032"/>
                    <a:pt x="5045" y="6032"/>
                  </a:cubicBezTo>
                  <a:cubicBezTo>
                    <a:pt x="4647" y="5635"/>
                    <a:pt x="4647" y="5635"/>
                    <a:pt x="4647" y="5635"/>
                  </a:cubicBezTo>
                  <a:cubicBezTo>
                    <a:pt x="4752" y="5245"/>
                    <a:pt x="4752" y="5245"/>
                    <a:pt x="4752" y="5245"/>
                  </a:cubicBezTo>
                  <a:cubicBezTo>
                    <a:pt x="4856" y="4856"/>
                    <a:pt x="4856" y="4856"/>
                    <a:pt x="4856" y="4856"/>
                  </a:cubicBezTo>
                  <a:cubicBezTo>
                    <a:pt x="5245" y="4752"/>
                    <a:pt x="5245" y="4752"/>
                    <a:pt x="5245" y="4752"/>
                  </a:cubicBezTo>
                  <a:cubicBezTo>
                    <a:pt x="5635" y="4647"/>
                    <a:pt x="5635" y="4647"/>
                    <a:pt x="5635" y="4647"/>
                  </a:cubicBezTo>
                  <a:cubicBezTo>
                    <a:pt x="6032" y="5045"/>
                    <a:pt x="6032" y="5045"/>
                    <a:pt x="6032" y="5045"/>
                  </a:cubicBezTo>
                  <a:cubicBezTo>
                    <a:pt x="6238" y="5250"/>
                    <a:pt x="6238" y="5250"/>
                    <a:pt x="6238" y="5250"/>
                  </a:cubicBezTo>
                  <a:cubicBezTo>
                    <a:pt x="6275" y="4921"/>
                    <a:pt x="6168" y="4579"/>
                    <a:pt x="5916" y="4326"/>
                  </a:cubicBezTo>
                  <a:close/>
                  <a:moveTo>
                    <a:pt x="4089" y="4049"/>
                  </a:moveTo>
                  <a:cubicBezTo>
                    <a:pt x="4049" y="4089"/>
                    <a:pt x="4049" y="4089"/>
                    <a:pt x="4049" y="4089"/>
                  </a:cubicBezTo>
                  <a:cubicBezTo>
                    <a:pt x="3956" y="4182"/>
                    <a:pt x="3804" y="4182"/>
                    <a:pt x="3712" y="4089"/>
                  </a:cubicBezTo>
                  <a:cubicBezTo>
                    <a:pt x="2186" y="2564"/>
                    <a:pt x="2186" y="2564"/>
                    <a:pt x="2186" y="2564"/>
                  </a:cubicBezTo>
                  <a:cubicBezTo>
                    <a:pt x="2093" y="2471"/>
                    <a:pt x="2093" y="2319"/>
                    <a:pt x="2186" y="2227"/>
                  </a:cubicBezTo>
                  <a:cubicBezTo>
                    <a:pt x="2226" y="2186"/>
                    <a:pt x="2226" y="2186"/>
                    <a:pt x="2226" y="2186"/>
                  </a:cubicBezTo>
                  <a:cubicBezTo>
                    <a:pt x="2319" y="2094"/>
                    <a:pt x="2471" y="2094"/>
                    <a:pt x="2564" y="2186"/>
                  </a:cubicBezTo>
                  <a:cubicBezTo>
                    <a:pt x="4089" y="3712"/>
                    <a:pt x="4089" y="3712"/>
                    <a:pt x="4089" y="3712"/>
                  </a:cubicBezTo>
                  <a:cubicBezTo>
                    <a:pt x="4182" y="3805"/>
                    <a:pt x="4182" y="3956"/>
                    <a:pt x="4089" y="40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78">
              <a:extLst>
                <a:ext uri="{FF2B5EF4-FFF2-40B4-BE49-F238E27FC236}">
                  <a16:creationId xmlns:a16="http://schemas.microsoft.com/office/drawing/2014/main" id="{AB1BCB94-E071-4F3D-A9B2-FC59D7ECACDA}"/>
                </a:ext>
              </a:extLst>
            </p:cNvPr>
            <p:cNvSpPr>
              <a:spLocks noEditPoints="1"/>
            </p:cNvSpPr>
            <p:nvPr/>
          </p:nvSpPr>
          <p:spPr bwMode="auto">
            <a:xfrm>
              <a:off x="1327" y="1608"/>
              <a:ext cx="1565" cy="1565"/>
            </a:xfrm>
            <a:custGeom>
              <a:avLst/>
              <a:gdLst>
                <a:gd name="T0" fmla="*/ 2090 w 3002"/>
                <a:gd name="T1" fmla="*/ 0 h 3003"/>
                <a:gd name="T2" fmla="*/ 201 w 3002"/>
                <a:gd name="T3" fmla="*/ 1889 h 3003"/>
                <a:gd name="T4" fmla="*/ 201 w 3002"/>
                <a:gd name="T5" fmla="*/ 2619 h 3003"/>
                <a:gd name="T6" fmla="*/ 383 w 3002"/>
                <a:gd name="T7" fmla="*/ 2802 h 3003"/>
                <a:gd name="T8" fmla="*/ 1113 w 3002"/>
                <a:gd name="T9" fmla="*/ 2802 h 3003"/>
                <a:gd name="T10" fmla="*/ 3002 w 3002"/>
                <a:gd name="T11" fmla="*/ 913 h 3003"/>
                <a:gd name="T12" fmla="*/ 2546 w 3002"/>
                <a:gd name="T13" fmla="*/ 456 h 3003"/>
                <a:gd name="T14" fmla="*/ 2090 w 3002"/>
                <a:gd name="T15" fmla="*/ 0 h 3003"/>
                <a:gd name="T16" fmla="*/ 682 w 3002"/>
                <a:gd name="T17" fmla="*/ 1899 h 3003"/>
                <a:gd name="T18" fmla="*/ 580 w 3002"/>
                <a:gd name="T19" fmla="*/ 1899 h 3003"/>
                <a:gd name="T20" fmla="*/ 580 w 3002"/>
                <a:gd name="T21" fmla="*/ 1797 h 3003"/>
                <a:gd name="T22" fmla="*/ 2137 w 3002"/>
                <a:gd name="T23" fmla="*/ 241 h 3003"/>
                <a:gd name="T24" fmla="*/ 2238 w 3002"/>
                <a:gd name="T25" fmla="*/ 241 h 3003"/>
                <a:gd name="T26" fmla="*/ 2238 w 3002"/>
                <a:gd name="T27" fmla="*/ 342 h 3003"/>
                <a:gd name="T28" fmla="*/ 682 w 3002"/>
                <a:gd name="T29" fmla="*/ 1899 h 3003"/>
                <a:gd name="T30" fmla="*/ 842 w 3002"/>
                <a:gd name="T31" fmla="*/ 2160 h 3003"/>
                <a:gd name="T32" fmla="*/ 842 w 3002"/>
                <a:gd name="T33" fmla="*/ 2059 h 3003"/>
                <a:gd name="T34" fmla="*/ 2399 w 3002"/>
                <a:gd name="T35" fmla="*/ 502 h 3003"/>
                <a:gd name="T36" fmla="*/ 2500 w 3002"/>
                <a:gd name="T37" fmla="*/ 502 h 3003"/>
                <a:gd name="T38" fmla="*/ 2500 w 3002"/>
                <a:gd name="T39" fmla="*/ 604 h 3003"/>
                <a:gd name="T40" fmla="*/ 943 w 3002"/>
                <a:gd name="T41" fmla="*/ 2160 h 3003"/>
                <a:gd name="T42" fmla="*/ 842 w 3002"/>
                <a:gd name="T43" fmla="*/ 2160 h 3003"/>
                <a:gd name="T44" fmla="*/ 2762 w 3002"/>
                <a:gd name="T45" fmla="*/ 764 h 3003"/>
                <a:gd name="T46" fmla="*/ 2762 w 3002"/>
                <a:gd name="T47" fmla="*/ 866 h 3003"/>
                <a:gd name="T48" fmla="*/ 1205 w 3002"/>
                <a:gd name="T49" fmla="*/ 2422 h 3003"/>
                <a:gd name="T50" fmla="*/ 1104 w 3002"/>
                <a:gd name="T51" fmla="*/ 2422 h 3003"/>
                <a:gd name="T52" fmla="*/ 1104 w 3002"/>
                <a:gd name="T53" fmla="*/ 2321 h 3003"/>
                <a:gd name="T54" fmla="*/ 2661 w 3002"/>
                <a:gd name="T55" fmla="*/ 764 h 3003"/>
                <a:gd name="T56" fmla="*/ 2762 w 3002"/>
                <a:gd name="T57" fmla="*/ 764 h 3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02" h="3003">
                  <a:moveTo>
                    <a:pt x="2090" y="0"/>
                  </a:moveTo>
                  <a:cubicBezTo>
                    <a:pt x="201" y="1889"/>
                    <a:pt x="201" y="1889"/>
                    <a:pt x="201" y="1889"/>
                  </a:cubicBezTo>
                  <a:cubicBezTo>
                    <a:pt x="0" y="2090"/>
                    <a:pt x="0" y="2419"/>
                    <a:pt x="201" y="2619"/>
                  </a:cubicBezTo>
                  <a:cubicBezTo>
                    <a:pt x="383" y="2802"/>
                    <a:pt x="383" y="2802"/>
                    <a:pt x="383" y="2802"/>
                  </a:cubicBezTo>
                  <a:cubicBezTo>
                    <a:pt x="584" y="3003"/>
                    <a:pt x="912" y="3003"/>
                    <a:pt x="1113" y="2802"/>
                  </a:cubicBezTo>
                  <a:cubicBezTo>
                    <a:pt x="3002" y="913"/>
                    <a:pt x="3002" y="913"/>
                    <a:pt x="3002" y="913"/>
                  </a:cubicBezTo>
                  <a:cubicBezTo>
                    <a:pt x="2546" y="456"/>
                    <a:pt x="2546" y="456"/>
                    <a:pt x="2546" y="456"/>
                  </a:cubicBezTo>
                  <a:lnTo>
                    <a:pt x="2090" y="0"/>
                  </a:lnTo>
                  <a:close/>
                  <a:moveTo>
                    <a:pt x="682" y="1899"/>
                  </a:moveTo>
                  <a:cubicBezTo>
                    <a:pt x="654" y="1926"/>
                    <a:pt x="608" y="1926"/>
                    <a:pt x="580" y="1899"/>
                  </a:cubicBezTo>
                  <a:cubicBezTo>
                    <a:pt x="552" y="1871"/>
                    <a:pt x="552" y="1825"/>
                    <a:pt x="580" y="1797"/>
                  </a:cubicBezTo>
                  <a:cubicBezTo>
                    <a:pt x="2137" y="241"/>
                    <a:pt x="2137" y="241"/>
                    <a:pt x="2137" y="241"/>
                  </a:cubicBezTo>
                  <a:cubicBezTo>
                    <a:pt x="2165" y="213"/>
                    <a:pt x="2210" y="213"/>
                    <a:pt x="2238" y="241"/>
                  </a:cubicBezTo>
                  <a:cubicBezTo>
                    <a:pt x="2266" y="268"/>
                    <a:pt x="2266" y="314"/>
                    <a:pt x="2238" y="342"/>
                  </a:cubicBezTo>
                  <a:lnTo>
                    <a:pt x="682" y="1899"/>
                  </a:lnTo>
                  <a:close/>
                  <a:moveTo>
                    <a:pt x="842" y="2160"/>
                  </a:moveTo>
                  <a:cubicBezTo>
                    <a:pt x="814" y="2133"/>
                    <a:pt x="814" y="2087"/>
                    <a:pt x="842" y="2059"/>
                  </a:cubicBezTo>
                  <a:cubicBezTo>
                    <a:pt x="2399" y="502"/>
                    <a:pt x="2399" y="502"/>
                    <a:pt x="2399" y="502"/>
                  </a:cubicBezTo>
                  <a:cubicBezTo>
                    <a:pt x="2426" y="475"/>
                    <a:pt x="2472" y="475"/>
                    <a:pt x="2500" y="502"/>
                  </a:cubicBezTo>
                  <a:cubicBezTo>
                    <a:pt x="2528" y="530"/>
                    <a:pt x="2528" y="576"/>
                    <a:pt x="2500" y="604"/>
                  </a:cubicBezTo>
                  <a:cubicBezTo>
                    <a:pt x="943" y="2160"/>
                    <a:pt x="943" y="2160"/>
                    <a:pt x="943" y="2160"/>
                  </a:cubicBezTo>
                  <a:cubicBezTo>
                    <a:pt x="916" y="2188"/>
                    <a:pt x="870" y="2188"/>
                    <a:pt x="842" y="2160"/>
                  </a:cubicBezTo>
                  <a:close/>
                  <a:moveTo>
                    <a:pt x="2762" y="764"/>
                  </a:moveTo>
                  <a:cubicBezTo>
                    <a:pt x="2790" y="792"/>
                    <a:pt x="2790" y="838"/>
                    <a:pt x="2762" y="866"/>
                  </a:cubicBezTo>
                  <a:cubicBezTo>
                    <a:pt x="1205" y="2422"/>
                    <a:pt x="1205" y="2422"/>
                    <a:pt x="1205" y="2422"/>
                  </a:cubicBezTo>
                  <a:cubicBezTo>
                    <a:pt x="1177" y="2450"/>
                    <a:pt x="1132" y="2450"/>
                    <a:pt x="1104" y="2422"/>
                  </a:cubicBezTo>
                  <a:cubicBezTo>
                    <a:pt x="1076" y="2394"/>
                    <a:pt x="1076" y="2349"/>
                    <a:pt x="1104" y="2321"/>
                  </a:cubicBezTo>
                  <a:cubicBezTo>
                    <a:pt x="2661" y="764"/>
                    <a:pt x="2661" y="764"/>
                    <a:pt x="2661" y="764"/>
                  </a:cubicBezTo>
                  <a:cubicBezTo>
                    <a:pt x="2688" y="736"/>
                    <a:pt x="2734" y="736"/>
                    <a:pt x="2762" y="7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79">
              <a:extLst>
                <a:ext uri="{FF2B5EF4-FFF2-40B4-BE49-F238E27FC236}">
                  <a16:creationId xmlns:a16="http://schemas.microsoft.com/office/drawing/2014/main" id="{E2788FF7-84E5-4437-9977-F5C2354533F4}"/>
                </a:ext>
              </a:extLst>
            </p:cNvPr>
            <p:cNvSpPr>
              <a:spLocks/>
            </p:cNvSpPr>
            <p:nvPr/>
          </p:nvSpPr>
          <p:spPr bwMode="auto">
            <a:xfrm>
              <a:off x="3043" y="93"/>
              <a:ext cx="1364" cy="1364"/>
            </a:xfrm>
            <a:custGeom>
              <a:avLst/>
              <a:gdLst>
                <a:gd name="T0" fmla="*/ 127 w 1364"/>
                <a:gd name="T1" fmla="*/ 1364 h 1364"/>
                <a:gd name="T2" fmla="*/ 930 w 1364"/>
                <a:gd name="T3" fmla="*/ 562 h 1364"/>
                <a:gd name="T4" fmla="*/ 1142 w 1364"/>
                <a:gd name="T5" fmla="*/ 484 h 1364"/>
                <a:gd name="T6" fmla="*/ 1364 w 1364"/>
                <a:gd name="T7" fmla="*/ 127 h 1364"/>
                <a:gd name="T8" fmla="*/ 1301 w 1364"/>
                <a:gd name="T9" fmla="*/ 63 h 1364"/>
                <a:gd name="T10" fmla="*/ 1237 w 1364"/>
                <a:gd name="T11" fmla="*/ 0 h 1364"/>
                <a:gd name="T12" fmla="*/ 881 w 1364"/>
                <a:gd name="T13" fmla="*/ 222 h 1364"/>
                <a:gd name="T14" fmla="*/ 803 w 1364"/>
                <a:gd name="T15" fmla="*/ 435 h 1364"/>
                <a:gd name="T16" fmla="*/ 0 w 1364"/>
                <a:gd name="T17" fmla="*/ 1237 h 1364"/>
                <a:gd name="T18" fmla="*/ 63 w 1364"/>
                <a:gd name="T19" fmla="*/ 1301 h 1364"/>
                <a:gd name="T20" fmla="*/ 127 w 1364"/>
                <a:gd name="T21" fmla="*/ 1364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4" h="1364">
                  <a:moveTo>
                    <a:pt x="127" y="1364"/>
                  </a:moveTo>
                  <a:lnTo>
                    <a:pt x="930" y="562"/>
                  </a:lnTo>
                  <a:lnTo>
                    <a:pt x="1142" y="484"/>
                  </a:lnTo>
                  <a:lnTo>
                    <a:pt x="1364" y="127"/>
                  </a:lnTo>
                  <a:lnTo>
                    <a:pt x="1301" y="63"/>
                  </a:lnTo>
                  <a:lnTo>
                    <a:pt x="1237" y="0"/>
                  </a:lnTo>
                  <a:lnTo>
                    <a:pt x="881" y="222"/>
                  </a:lnTo>
                  <a:lnTo>
                    <a:pt x="803" y="435"/>
                  </a:lnTo>
                  <a:lnTo>
                    <a:pt x="0" y="1237"/>
                  </a:lnTo>
                  <a:lnTo>
                    <a:pt x="63" y="1301"/>
                  </a:lnTo>
                  <a:lnTo>
                    <a:pt x="127" y="13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8" name="Freeform 83">
            <a:extLst>
              <a:ext uri="{FF2B5EF4-FFF2-40B4-BE49-F238E27FC236}">
                <a16:creationId xmlns:a16="http://schemas.microsoft.com/office/drawing/2014/main" id="{B0AADC21-1774-4F5B-92D6-D8299A775DE3}"/>
              </a:ext>
            </a:extLst>
          </p:cNvPr>
          <p:cNvSpPr>
            <a:spLocks noEditPoints="1"/>
          </p:cNvSpPr>
          <p:nvPr/>
        </p:nvSpPr>
        <p:spPr bwMode="auto">
          <a:xfrm>
            <a:off x="2878137" y="2387240"/>
            <a:ext cx="180817" cy="253175"/>
          </a:xfrm>
          <a:custGeom>
            <a:avLst/>
            <a:gdLst>
              <a:gd name="T0" fmla="*/ 2545 w 2652"/>
              <a:gd name="T1" fmla="*/ 1489 h 3714"/>
              <a:gd name="T2" fmla="*/ 2362 w 2652"/>
              <a:gd name="T3" fmla="*/ 1489 h 3714"/>
              <a:gd name="T4" fmla="*/ 2362 w 2652"/>
              <a:gd name="T5" fmla="*/ 1036 h 3714"/>
              <a:gd name="T6" fmla="*/ 2112 w 2652"/>
              <a:gd name="T7" fmla="*/ 362 h 3714"/>
              <a:gd name="T8" fmla="*/ 1326 w 2652"/>
              <a:gd name="T9" fmla="*/ 0 h 3714"/>
              <a:gd name="T10" fmla="*/ 290 w 2652"/>
              <a:gd name="T11" fmla="*/ 1036 h 3714"/>
              <a:gd name="T12" fmla="*/ 290 w 2652"/>
              <a:gd name="T13" fmla="*/ 1489 h 3714"/>
              <a:gd name="T14" fmla="*/ 107 w 2652"/>
              <a:gd name="T15" fmla="*/ 1489 h 3714"/>
              <a:gd name="T16" fmla="*/ 0 w 2652"/>
              <a:gd name="T17" fmla="*/ 1597 h 3714"/>
              <a:gd name="T18" fmla="*/ 0 w 2652"/>
              <a:gd name="T19" fmla="*/ 3606 h 3714"/>
              <a:gd name="T20" fmla="*/ 34 w 2652"/>
              <a:gd name="T21" fmla="*/ 3684 h 3714"/>
              <a:gd name="T22" fmla="*/ 107 w 2652"/>
              <a:gd name="T23" fmla="*/ 3714 h 3714"/>
              <a:gd name="T24" fmla="*/ 2545 w 2652"/>
              <a:gd name="T25" fmla="*/ 3714 h 3714"/>
              <a:gd name="T26" fmla="*/ 2652 w 2652"/>
              <a:gd name="T27" fmla="*/ 3606 h 3714"/>
              <a:gd name="T28" fmla="*/ 2652 w 2652"/>
              <a:gd name="T29" fmla="*/ 1597 h 3714"/>
              <a:gd name="T30" fmla="*/ 2545 w 2652"/>
              <a:gd name="T31" fmla="*/ 1489 h 3714"/>
              <a:gd name="T32" fmla="*/ 1493 w 2652"/>
              <a:gd name="T33" fmla="*/ 2713 h 3714"/>
              <a:gd name="T34" fmla="*/ 1493 w 2652"/>
              <a:gd name="T35" fmla="*/ 3141 h 3714"/>
              <a:gd name="T36" fmla="*/ 1426 w 2652"/>
              <a:gd name="T37" fmla="*/ 3208 h 3714"/>
              <a:gd name="T38" fmla="*/ 1227 w 2652"/>
              <a:gd name="T39" fmla="*/ 3208 h 3714"/>
              <a:gd name="T40" fmla="*/ 1159 w 2652"/>
              <a:gd name="T41" fmla="*/ 3141 h 3714"/>
              <a:gd name="T42" fmla="*/ 1159 w 2652"/>
              <a:gd name="T43" fmla="*/ 2713 h 3714"/>
              <a:gd name="T44" fmla="*/ 1037 w 2652"/>
              <a:gd name="T45" fmla="*/ 2477 h 3714"/>
              <a:gd name="T46" fmla="*/ 1326 w 2652"/>
              <a:gd name="T47" fmla="*/ 2187 h 3714"/>
              <a:gd name="T48" fmla="*/ 1615 w 2652"/>
              <a:gd name="T49" fmla="*/ 2477 h 3714"/>
              <a:gd name="T50" fmla="*/ 1493 w 2652"/>
              <a:gd name="T51" fmla="*/ 2713 h 3714"/>
              <a:gd name="T52" fmla="*/ 1867 w 2652"/>
              <a:gd name="T53" fmla="*/ 1489 h 3714"/>
              <a:gd name="T54" fmla="*/ 785 w 2652"/>
              <a:gd name="T55" fmla="*/ 1489 h 3714"/>
              <a:gd name="T56" fmla="*/ 785 w 2652"/>
              <a:gd name="T57" fmla="*/ 1036 h 3714"/>
              <a:gd name="T58" fmla="*/ 1326 w 2652"/>
              <a:gd name="T59" fmla="*/ 495 h 3714"/>
              <a:gd name="T60" fmla="*/ 1867 w 2652"/>
              <a:gd name="T61" fmla="*/ 1036 h 3714"/>
              <a:gd name="T62" fmla="*/ 1867 w 2652"/>
              <a:gd name="T63" fmla="*/ 1489 h 3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52" h="3714">
                <a:moveTo>
                  <a:pt x="2545" y="1489"/>
                </a:moveTo>
                <a:cubicBezTo>
                  <a:pt x="2362" y="1489"/>
                  <a:pt x="2362" y="1489"/>
                  <a:pt x="2362" y="1489"/>
                </a:cubicBezTo>
                <a:cubicBezTo>
                  <a:pt x="2362" y="1036"/>
                  <a:pt x="2362" y="1036"/>
                  <a:pt x="2362" y="1036"/>
                </a:cubicBezTo>
                <a:cubicBezTo>
                  <a:pt x="2362" y="779"/>
                  <a:pt x="2267" y="543"/>
                  <a:pt x="2112" y="362"/>
                </a:cubicBezTo>
                <a:cubicBezTo>
                  <a:pt x="1921" y="141"/>
                  <a:pt x="1640" y="0"/>
                  <a:pt x="1326" y="0"/>
                </a:cubicBezTo>
                <a:cubicBezTo>
                  <a:pt x="755" y="0"/>
                  <a:pt x="290" y="465"/>
                  <a:pt x="290" y="1036"/>
                </a:cubicBezTo>
                <a:cubicBezTo>
                  <a:pt x="290" y="1489"/>
                  <a:pt x="290" y="1489"/>
                  <a:pt x="290" y="1489"/>
                </a:cubicBezTo>
                <a:cubicBezTo>
                  <a:pt x="107" y="1489"/>
                  <a:pt x="107" y="1489"/>
                  <a:pt x="107" y="1489"/>
                </a:cubicBezTo>
                <a:cubicBezTo>
                  <a:pt x="48" y="1489"/>
                  <a:pt x="0" y="1538"/>
                  <a:pt x="0" y="1597"/>
                </a:cubicBezTo>
                <a:cubicBezTo>
                  <a:pt x="0" y="3606"/>
                  <a:pt x="0" y="3606"/>
                  <a:pt x="0" y="3606"/>
                </a:cubicBezTo>
                <a:cubicBezTo>
                  <a:pt x="0" y="3637"/>
                  <a:pt x="13" y="3665"/>
                  <a:pt x="34" y="3684"/>
                </a:cubicBezTo>
                <a:cubicBezTo>
                  <a:pt x="53" y="3703"/>
                  <a:pt x="78" y="3714"/>
                  <a:pt x="107" y="3714"/>
                </a:cubicBezTo>
                <a:cubicBezTo>
                  <a:pt x="2545" y="3714"/>
                  <a:pt x="2545" y="3714"/>
                  <a:pt x="2545" y="3714"/>
                </a:cubicBezTo>
                <a:cubicBezTo>
                  <a:pt x="2604" y="3714"/>
                  <a:pt x="2652" y="3666"/>
                  <a:pt x="2652" y="3606"/>
                </a:cubicBezTo>
                <a:cubicBezTo>
                  <a:pt x="2652" y="1597"/>
                  <a:pt x="2652" y="1597"/>
                  <a:pt x="2652" y="1597"/>
                </a:cubicBezTo>
                <a:cubicBezTo>
                  <a:pt x="2652" y="1538"/>
                  <a:pt x="2604" y="1489"/>
                  <a:pt x="2545" y="1489"/>
                </a:cubicBezTo>
                <a:close/>
                <a:moveTo>
                  <a:pt x="1493" y="2713"/>
                </a:moveTo>
                <a:cubicBezTo>
                  <a:pt x="1493" y="3141"/>
                  <a:pt x="1493" y="3141"/>
                  <a:pt x="1493" y="3141"/>
                </a:cubicBezTo>
                <a:cubicBezTo>
                  <a:pt x="1493" y="3178"/>
                  <a:pt x="1463" y="3208"/>
                  <a:pt x="1426" y="3208"/>
                </a:cubicBezTo>
                <a:cubicBezTo>
                  <a:pt x="1227" y="3208"/>
                  <a:pt x="1227" y="3208"/>
                  <a:pt x="1227" y="3208"/>
                </a:cubicBezTo>
                <a:cubicBezTo>
                  <a:pt x="1189" y="3208"/>
                  <a:pt x="1159" y="3178"/>
                  <a:pt x="1159" y="3141"/>
                </a:cubicBezTo>
                <a:cubicBezTo>
                  <a:pt x="1159" y="2713"/>
                  <a:pt x="1159" y="2713"/>
                  <a:pt x="1159" y="2713"/>
                </a:cubicBezTo>
                <a:cubicBezTo>
                  <a:pt x="1085" y="2660"/>
                  <a:pt x="1037" y="2574"/>
                  <a:pt x="1037" y="2477"/>
                </a:cubicBezTo>
                <a:cubicBezTo>
                  <a:pt x="1037" y="2317"/>
                  <a:pt x="1166" y="2187"/>
                  <a:pt x="1326" y="2187"/>
                </a:cubicBezTo>
                <a:cubicBezTo>
                  <a:pt x="1486" y="2187"/>
                  <a:pt x="1615" y="2317"/>
                  <a:pt x="1615" y="2477"/>
                </a:cubicBezTo>
                <a:cubicBezTo>
                  <a:pt x="1615" y="2574"/>
                  <a:pt x="1567" y="2660"/>
                  <a:pt x="1493" y="2713"/>
                </a:cubicBezTo>
                <a:close/>
                <a:moveTo>
                  <a:pt x="1867" y="1489"/>
                </a:moveTo>
                <a:cubicBezTo>
                  <a:pt x="785" y="1489"/>
                  <a:pt x="785" y="1489"/>
                  <a:pt x="785" y="1489"/>
                </a:cubicBezTo>
                <a:cubicBezTo>
                  <a:pt x="785" y="1036"/>
                  <a:pt x="785" y="1036"/>
                  <a:pt x="785" y="1036"/>
                </a:cubicBezTo>
                <a:cubicBezTo>
                  <a:pt x="785" y="738"/>
                  <a:pt x="1028" y="495"/>
                  <a:pt x="1326" y="495"/>
                </a:cubicBezTo>
                <a:cubicBezTo>
                  <a:pt x="1625" y="495"/>
                  <a:pt x="1867" y="738"/>
                  <a:pt x="1867" y="1036"/>
                </a:cubicBezTo>
                <a:lnTo>
                  <a:pt x="1867" y="148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87">
            <a:extLst>
              <a:ext uri="{FF2B5EF4-FFF2-40B4-BE49-F238E27FC236}">
                <a16:creationId xmlns:a16="http://schemas.microsoft.com/office/drawing/2014/main" id="{23053851-BA5F-41A2-842E-E3FEB092F0B4}"/>
              </a:ext>
            </a:extLst>
          </p:cNvPr>
          <p:cNvSpPr>
            <a:spLocks noEditPoints="1"/>
          </p:cNvSpPr>
          <p:nvPr/>
        </p:nvSpPr>
        <p:spPr bwMode="auto">
          <a:xfrm>
            <a:off x="2830195" y="3337560"/>
            <a:ext cx="232362" cy="286703"/>
          </a:xfrm>
          <a:custGeom>
            <a:avLst/>
            <a:gdLst>
              <a:gd name="T0" fmla="*/ 2032 w 4371"/>
              <a:gd name="T1" fmla="*/ 1673 h 5395"/>
              <a:gd name="T2" fmla="*/ 2228 w 4371"/>
              <a:gd name="T3" fmla="*/ 2153 h 5395"/>
              <a:gd name="T4" fmla="*/ 3009 w 4371"/>
              <a:gd name="T5" fmla="*/ 2320 h 5395"/>
              <a:gd name="T6" fmla="*/ 3521 w 4371"/>
              <a:gd name="T7" fmla="*/ 2816 h 5395"/>
              <a:gd name="T8" fmla="*/ 3204 w 4371"/>
              <a:gd name="T9" fmla="*/ 3225 h 5395"/>
              <a:gd name="T10" fmla="*/ 3204 w 4371"/>
              <a:gd name="T11" fmla="*/ 3843 h 5395"/>
              <a:gd name="T12" fmla="*/ 3521 w 4371"/>
              <a:gd name="T13" fmla="*/ 4252 h 5395"/>
              <a:gd name="T14" fmla="*/ 3009 w 4371"/>
              <a:gd name="T15" fmla="*/ 4748 h 5395"/>
              <a:gd name="T16" fmla="*/ 2228 w 4371"/>
              <a:gd name="T17" fmla="*/ 4915 h 5395"/>
              <a:gd name="T18" fmla="*/ 2032 w 4371"/>
              <a:gd name="T19" fmla="*/ 5395 h 5395"/>
              <a:gd name="T20" fmla="*/ 1347 w 4371"/>
              <a:gd name="T21" fmla="*/ 5199 h 5395"/>
              <a:gd name="T22" fmla="*/ 812 w 4371"/>
              <a:gd name="T23" fmla="*/ 4606 h 5395"/>
              <a:gd name="T24" fmla="*/ 298 w 4371"/>
              <a:gd name="T25" fmla="*/ 4676 h 5395"/>
              <a:gd name="T26" fmla="*/ 125 w 4371"/>
              <a:gd name="T27" fmla="*/ 3985 h 5395"/>
              <a:gd name="T28" fmla="*/ 338 w 4371"/>
              <a:gd name="T29" fmla="*/ 3534 h 5395"/>
              <a:gd name="T30" fmla="*/ 125 w 4371"/>
              <a:gd name="T31" fmla="*/ 3083 h 5395"/>
              <a:gd name="T32" fmla="*/ 298 w 4371"/>
              <a:gd name="T33" fmla="*/ 2392 h 5395"/>
              <a:gd name="T34" fmla="*/ 812 w 4371"/>
              <a:gd name="T35" fmla="*/ 2462 h 5395"/>
              <a:gd name="T36" fmla="*/ 1347 w 4371"/>
              <a:gd name="T37" fmla="*/ 1869 h 5395"/>
              <a:gd name="T38" fmla="*/ 2573 w 4371"/>
              <a:gd name="T39" fmla="*/ 169 h 5395"/>
              <a:gd name="T40" fmla="*/ 2998 w 4371"/>
              <a:gd name="T41" fmla="*/ 80 h 5395"/>
              <a:gd name="T42" fmla="*/ 3453 w 4371"/>
              <a:gd name="T43" fmla="*/ 247 h 5395"/>
              <a:gd name="T44" fmla="*/ 3709 w 4371"/>
              <a:gd name="T45" fmla="*/ 64 h 5395"/>
              <a:gd name="T46" fmla="*/ 3998 w 4371"/>
              <a:gd name="T47" fmla="*/ 387 h 5395"/>
              <a:gd name="T48" fmla="*/ 4012 w 4371"/>
              <a:gd name="T49" fmla="*/ 690 h 5395"/>
              <a:gd name="T50" fmla="*/ 4254 w 4371"/>
              <a:gd name="T51" fmla="*/ 872 h 5395"/>
              <a:gd name="T52" fmla="*/ 4357 w 4371"/>
              <a:gd name="T53" fmla="*/ 1293 h 5395"/>
              <a:gd name="T54" fmla="*/ 4060 w 4371"/>
              <a:gd name="T55" fmla="*/ 1401 h 5395"/>
              <a:gd name="T56" fmla="*/ 3941 w 4371"/>
              <a:gd name="T57" fmla="*/ 1871 h 5395"/>
              <a:gd name="T58" fmla="*/ 3628 w 4371"/>
              <a:gd name="T59" fmla="*/ 2170 h 5395"/>
              <a:gd name="T60" fmla="*/ 3386 w 4371"/>
              <a:gd name="T61" fmla="*/ 1968 h 5395"/>
              <a:gd name="T62" fmla="*/ 2919 w 4371"/>
              <a:gd name="T63" fmla="*/ 2099 h 5395"/>
              <a:gd name="T64" fmla="*/ 2503 w 4371"/>
              <a:gd name="T65" fmla="*/ 1978 h 5395"/>
              <a:gd name="T66" fmla="*/ 2558 w 4371"/>
              <a:gd name="T67" fmla="*/ 1668 h 5395"/>
              <a:gd name="T68" fmla="*/ 2383 w 4371"/>
              <a:gd name="T69" fmla="*/ 1335 h 5395"/>
              <a:gd name="T70" fmla="*/ 2096 w 4371"/>
              <a:gd name="T71" fmla="*/ 1205 h 5395"/>
              <a:gd name="T72" fmla="*/ 2231 w 4371"/>
              <a:gd name="T73" fmla="*/ 793 h 5395"/>
              <a:gd name="T74" fmla="*/ 2604 w 4371"/>
              <a:gd name="T75" fmla="*/ 482 h 5395"/>
              <a:gd name="T76" fmla="*/ 2573 w 4371"/>
              <a:gd name="T77" fmla="*/ 169 h 5395"/>
              <a:gd name="T78" fmla="*/ 3643 w 4371"/>
              <a:gd name="T79" fmla="*/ 884 h 5395"/>
              <a:gd name="T80" fmla="*/ 2821 w 4371"/>
              <a:gd name="T81" fmla="*/ 1317 h 5395"/>
              <a:gd name="T82" fmla="*/ 1787 w 4371"/>
              <a:gd name="T83" fmla="*/ 2770 h 5395"/>
              <a:gd name="T84" fmla="*/ 1787 w 4371"/>
              <a:gd name="T85" fmla="*/ 4298 h 5395"/>
              <a:gd name="T86" fmla="*/ 1787 w 4371"/>
              <a:gd name="T87" fmla="*/ 2770 h 5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71" h="5395">
                <a:moveTo>
                  <a:pt x="1543" y="1673"/>
                </a:moveTo>
                <a:cubicBezTo>
                  <a:pt x="2032" y="1673"/>
                  <a:pt x="2032" y="1673"/>
                  <a:pt x="2032" y="1673"/>
                </a:cubicBezTo>
                <a:cubicBezTo>
                  <a:pt x="2140" y="1673"/>
                  <a:pt x="2228" y="1761"/>
                  <a:pt x="2228" y="1869"/>
                </a:cubicBezTo>
                <a:cubicBezTo>
                  <a:pt x="2228" y="2153"/>
                  <a:pt x="2228" y="2153"/>
                  <a:pt x="2228" y="2153"/>
                </a:cubicBezTo>
                <a:cubicBezTo>
                  <a:pt x="2429" y="2217"/>
                  <a:pt x="2611" y="2323"/>
                  <a:pt x="2763" y="2462"/>
                </a:cubicBezTo>
                <a:cubicBezTo>
                  <a:pt x="3009" y="2320"/>
                  <a:pt x="3009" y="2320"/>
                  <a:pt x="3009" y="2320"/>
                </a:cubicBezTo>
                <a:cubicBezTo>
                  <a:pt x="3102" y="2266"/>
                  <a:pt x="3222" y="2298"/>
                  <a:pt x="3276" y="2392"/>
                </a:cubicBezTo>
                <a:cubicBezTo>
                  <a:pt x="3521" y="2816"/>
                  <a:pt x="3521" y="2816"/>
                  <a:pt x="3521" y="2816"/>
                </a:cubicBezTo>
                <a:cubicBezTo>
                  <a:pt x="3575" y="2909"/>
                  <a:pt x="3543" y="3029"/>
                  <a:pt x="3449" y="3083"/>
                </a:cubicBezTo>
                <a:cubicBezTo>
                  <a:pt x="3204" y="3225"/>
                  <a:pt x="3204" y="3225"/>
                  <a:pt x="3204" y="3225"/>
                </a:cubicBezTo>
                <a:cubicBezTo>
                  <a:pt x="3225" y="3325"/>
                  <a:pt x="3237" y="3428"/>
                  <a:pt x="3237" y="3534"/>
                </a:cubicBezTo>
                <a:cubicBezTo>
                  <a:pt x="3237" y="3640"/>
                  <a:pt x="3225" y="3743"/>
                  <a:pt x="3204" y="3843"/>
                </a:cubicBezTo>
                <a:cubicBezTo>
                  <a:pt x="3449" y="3985"/>
                  <a:pt x="3449" y="3985"/>
                  <a:pt x="3449" y="3985"/>
                </a:cubicBezTo>
                <a:cubicBezTo>
                  <a:pt x="3543" y="4039"/>
                  <a:pt x="3575" y="4159"/>
                  <a:pt x="3521" y="4252"/>
                </a:cubicBezTo>
                <a:cubicBezTo>
                  <a:pt x="3276" y="4676"/>
                  <a:pt x="3276" y="4676"/>
                  <a:pt x="3276" y="4676"/>
                </a:cubicBezTo>
                <a:cubicBezTo>
                  <a:pt x="3222" y="4770"/>
                  <a:pt x="3102" y="4802"/>
                  <a:pt x="3009" y="4748"/>
                </a:cubicBezTo>
                <a:cubicBezTo>
                  <a:pt x="2763" y="4606"/>
                  <a:pt x="2763" y="4606"/>
                  <a:pt x="2763" y="4606"/>
                </a:cubicBezTo>
                <a:cubicBezTo>
                  <a:pt x="2611" y="4744"/>
                  <a:pt x="2429" y="4851"/>
                  <a:pt x="2228" y="4915"/>
                </a:cubicBezTo>
                <a:cubicBezTo>
                  <a:pt x="2228" y="5199"/>
                  <a:pt x="2228" y="5199"/>
                  <a:pt x="2228" y="5199"/>
                </a:cubicBezTo>
                <a:cubicBezTo>
                  <a:pt x="2228" y="5306"/>
                  <a:pt x="2140" y="5395"/>
                  <a:pt x="2032" y="5395"/>
                </a:cubicBezTo>
                <a:cubicBezTo>
                  <a:pt x="1543" y="5395"/>
                  <a:pt x="1543" y="5395"/>
                  <a:pt x="1543" y="5395"/>
                </a:cubicBezTo>
                <a:cubicBezTo>
                  <a:pt x="1435" y="5395"/>
                  <a:pt x="1347" y="5306"/>
                  <a:pt x="1347" y="5199"/>
                </a:cubicBezTo>
                <a:cubicBezTo>
                  <a:pt x="1347" y="4915"/>
                  <a:pt x="1347" y="4915"/>
                  <a:pt x="1347" y="4915"/>
                </a:cubicBezTo>
                <a:cubicBezTo>
                  <a:pt x="1146" y="4851"/>
                  <a:pt x="964" y="4744"/>
                  <a:pt x="812" y="4606"/>
                </a:cubicBezTo>
                <a:cubicBezTo>
                  <a:pt x="566" y="4748"/>
                  <a:pt x="566" y="4748"/>
                  <a:pt x="566" y="4748"/>
                </a:cubicBezTo>
                <a:cubicBezTo>
                  <a:pt x="473" y="4802"/>
                  <a:pt x="352" y="4770"/>
                  <a:pt x="298" y="4676"/>
                </a:cubicBezTo>
                <a:cubicBezTo>
                  <a:pt x="54" y="4252"/>
                  <a:pt x="54" y="4252"/>
                  <a:pt x="54" y="4252"/>
                </a:cubicBezTo>
                <a:cubicBezTo>
                  <a:pt x="0" y="4159"/>
                  <a:pt x="32" y="4039"/>
                  <a:pt x="125" y="3985"/>
                </a:cubicBezTo>
                <a:cubicBezTo>
                  <a:pt x="371" y="3843"/>
                  <a:pt x="371" y="3843"/>
                  <a:pt x="371" y="3843"/>
                </a:cubicBezTo>
                <a:cubicBezTo>
                  <a:pt x="350" y="3743"/>
                  <a:pt x="338" y="3640"/>
                  <a:pt x="338" y="3534"/>
                </a:cubicBezTo>
                <a:cubicBezTo>
                  <a:pt x="338" y="3428"/>
                  <a:pt x="350" y="3325"/>
                  <a:pt x="371" y="3225"/>
                </a:cubicBezTo>
                <a:cubicBezTo>
                  <a:pt x="125" y="3083"/>
                  <a:pt x="125" y="3083"/>
                  <a:pt x="125" y="3083"/>
                </a:cubicBezTo>
                <a:cubicBezTo>
                  <a:pt x="32" y="3029"/>
                  <a:pt x="0" y="2909"/>
                  <a:pt x="54" y="2816"/>
                </a:cubicBezTo>
                <a:cubicBezTo>
                  <a:pt x="298" y="2392"/>
                  <a:pt x="298" y="2392"/>
                  <a:pt x="298" y="2392"/>
                </a:cubicBezTo>
                <a:cubicBezTo>
                  <a:pt x="352" y="2298"/>
                  <a:pt x="473" y="2266"/>
                  <a:pt x="566" y="2320"/>
                </a:cubicBezTo>
                <a:cubicBezTo>
                  <a:pt x="812" y="2462"/>
                  <a:pt x="812" y="2462"/>
                  <a:pt x="812" y="2462"/>
                </a:cubicBezTo>
                <a:cubicBezTo>
                  <a:pt x="964" y="2323"/>
                  <a:pt x="1146" y="2217"/>
                  <a:pt x="1347" y="2153"/>
                </a:cubicBezTo>
                <a:cubicBezTo>
                  <a:pt x="1347" y="1869"/>
                  <a:pt x="1347" y="1869"/>
                  <a:pt x="1347" y="1869"/>
                </a:cubicBezTo>
                <a:cubicBezTo>
                  <a:pt x="1347" y="1761"/>
                  <a:pt x="1435" y="1673"/>
                  <a:pt x="1543" y="1673"/>
                </a:cubicBezTo>
                <a:close/>
                <a:moveTo>
                  <a:pt x="2573" y="169"/>
                </a:moveTo>
                <a:cubicBezTo>
                  <a:pt x="2837" y="30"/>
                  <a:pt x="2837" y="30"/>
                  <a:pt x="2837" y="30"/>
                </a:cubicBezTo>
                <a:cubicBezTo>
                  <a:pt x="2895" y="0"/>
                  <a:pt x="2967" y="22"/>
                  <a:pt x="2998" y="80"/>
                </a:cubicBezTo>
                <a:cubicBezTo>
                  <a:pt x="3078" y="233"/>
                  <a:pt x="3078" y="233"/>
                  <a:pt x="3078" y="233"/>
                </a:cubicBezTo>
                <a:cubicBezTo>
                  <a:pt x="3204" y="210"/>
                  <a:pt x="3332" y="216"/>
                  <a:pt x="3453" y="247"/>
                </a:cubicBezTo>
                <a:cubicBezTo>
                  <a:pt x="3545" y="101"/>
                  <a:pt x="3545" y="101"/>
                  <a:pt x="3545" y="101"/>
                </a:cubicBezTo>
                <a:cubicBezTo>
                  <a:pt x="3580" y="46"/>
                  <a:pt x="3654" y="29"/>
                  <a:pt x="3709" y="64"/>
                </a:cubicBezTo>
                <a:cubicBezTo>
                  <a:pt x="3961" y="223"/>
                  <a:pt x="3961" y="223"/>
                  <a:pt x="3961" y="223"/>
                </a:cubicBezTo>
                <a:cubicBezTo>
                  <a:pt x="4017" y="258"/>
                  <a:pt x="4033" y="332"/>
                  <a:pt x="3998" y="387"/>
                </a:cubicBezTo>
                <a:cubicBezTo>
                  <a:pt x="3906" y="533"/>
                  <a:pt x="3906" y="533"/>
                  <a:pt x="3906" y="533"/>
                </a:cubicBezTo>
                <a:cubicBezTo>
                  <a:pt x="3946" y="580"/>
                  <a:pt x="3982" y="633"/>
                  <a:pt x="4012" y="690"/>
                </a:cubicBezTo>
                <a:cubicBezTo>
                  <a:pt x="4042" y="747"/>
                  <a:pt x="4065" y="806"/>
                  <a:pt x="4081" y="865"/>
                </a:cubicBezTo>
                <a:cubicBezTo>
                  <a:pt x="4254" y="872"/>
                  <a:pt x="4254" y="872"/>
                  <a:pt x="4254" y="872"/>
                </a:cubicBezTo>
                <a:cubicBezTo>
                  <a:pt x="4319" y="875"/>
                  <a:pt x="4371" y="930"/>
                  <a:pt x="4368" y="996"/>
                </a:cubicBezTo>
                <a:cubicBezTo>
                  <a:pt x="4357" y="1293"/>
                  <a:pt x="4357" y="1293"/>
                  <a:pt x="4357" y="1293"/>
                </a:cubicBezTo>
                <a:cubicBezTo>
                  <a:pt x="4354" y="1358"/>
                  <a:pt x="4298" y="1410"/>
                  <a:pt x="4233" y="1407"/>
                </a:cubicBezTo>
                <a:cubicBezTo>
                  <a:pt x="4060" y="1401"/>
                  <a:pt x="4060" y="1401"/>
                  <a:pt x="4060" y="1401"/>
                </a:cubicBezTo>
                <a:cubicBezTo>
                  <a:pt x="4018" y="1518"/>
                  <a:pt x="3950" y="1627"/>
                  <a:pt x="3860" y="1718"/>
                </a:cubicBezTo>
                <a:cubicBezTo>
                  <a:pt x="3941" y="1871"/>
                  <a:pt x="3941" y="1871"/>
                  <a:pt x="3941" y="1871"/>
                </a:cubicBezTo>
                <a:cubicBezTo>
                  <a:pt x="3971" y="1929"/>
                  <a:pt x="3949" y="2001"/>
                  <a:pt x="3891" y="2032"/>
                </a:cubicBezTo>
                <a:cubicBezTo>
                  <a:pt x="3628" y="2170"/>
                  <a:pt x="3628" y="2170"/>
                  <a:pt x="3628" y="2170"/>
                </a:cubicBezTo>
                <a:cubicBezTo>
                  <a:pt x="3570" y="2201"/>
                  <a:pt x="3497" y="2179"/>
                  <a:pt x="3467" y="2121"/>
                </a:cubicBezTo>
                <a:cubicBezTo>
                  <a:pt x="3386" y="1968"/>
                  <a:pt x="3386" y="1968"/>
                  <a:pt x="3386" y="1968"/>
                </a:cubicBezTo>
                <a:cubicBezTo>
                  <a:pt x="3260" y="1990"/>
                  <a:pt x="3132" y="1985"/>
                  <a:pt x="3011" y="1953"/>
                </a:cubicBezTo>
                <a:cubicBezTo>
                  <a:pt x="2919" y="2099"/>
                  <a:pt x="2919" y="2099"/>
                  <a:pt x="2919" y="2099"/>
                </a:cubicBezTo>
                <a:cubicBezTo>
                  <a:pt x="2884" y="2155"/>
                  <a:pt x="2810" y="2171"/>
                  <a:pt x="2755" y="2137"/>
                </a:cubicBezTo>
                <a:cubicBezTo>
                  <a:pt x="2503" y="1978"/>
                  <a:pt x="2503" y="1978"/>
                  <a:pt x="2503" y="1978"/>
                </a:cubicBezTo>
                <a:cubicBezTo>
                  <a:pt x="2448" y="1943"/>
                  <a:pt x="2431" y="1869"/>
                  <a:pt x="2466" y="1814"/>
                </a:cubicBezTo>
                <a:cubicBezTo>
                  <a:pt x="2558" y="1668"/>
                  <a:pt x="2558" y="1668"/>
                  <a:pt x="2558" y="1668"/>
                </a:cubicBezTo>
                <a:cubicBezTo>
                  <a:pt x="2518" y="1620"/>
                  <a:pt x="2483" y="1568"/>
                  <a:pt x="2453" y="1511"/>
                </a:cubicBezTo>
                <a:cubicBezTo>
                  <a:pt x="2423" y="1454"/>
                  <a:pt x="2399" y="1395"/>
                  <a:pt x="2383" y="1335"/>
                </a:cubicBezTo>
                <a:cubicBezTo>
                  <a:pt x="2210" y="1329"/>
                  <a:pt x="2210" y="1329"/>
                  <a:pt x="2210" y="1329"/>
                </a:cubicBezTo>
                <a:cubicBezTo>
                  <a:pt x="2145" y="1326"/>
                  <a:pt x="2094" y="1271"/>
                  <a:pt x="2096" y="1205"/>
                </a:cubicBezTo>
                <a:cubicBezTo>
                  <a:pt x="2108" y="908"/>
                  <a:pt x="2108" y="908"/>
                  <a:pt x="2108" y="908"/>
                </a:cubicBezTo>
                <a:cubicBezTo>
                  <a:pt x="2110" y="842"/>
                  <a:pt x="2166" y="791"/>
                  <a:pt x="2231" y="793"/>
                </a:cubicBezTo>
                <a:cubicBezTo>
                  <a:pt x="2404" y="800"/>
                  <a:pt x="2404" y="800"/>
                  <a:pt x="2404" y="800"/>
                </a:cubicBezTo>
                <a:cubicBezTo>
                  <a:pt x="2446" y="682"/>
                  <a:pt x="2514" y="574"/>
                  <a:pt x="2604" y="482"/>
                </a:cubicBezTo>
                <a:cubicBezTo>
                  <a:pt x="2524" y="330"/>
                  <a:pt x="2524" y="330"/>
                  <a:pt x="2524" y="330"/>
                </a:cubicBezTo>
                <a:cubicBezTo>
                  <a:pt x="2493" y="272"/>
                  <a:pt x="2515" y="199"/>
                  <a:pt x="2573" y="169"/>
                </a:cubicBezTo>
                <a:close/>
                <a:moveTo>
                  <a:pt x="3016" y="690"/>
                </a:moveTo>
                <a:cubicBezTo>
                  <a:pt x="3243" y="570"/>
                  <a:pt x="3524" y="657"/>
                  <a:pt x="3643" y="884"/>
                </a:cubicBezTo>
                <a:cubicBezTo>
                  <a:pt x="3763" y="1111"/>
                  <a:pt x="3675" y="1392"/>
                  <a:pt x="3449" y="1511"/>
                </a:cubicBezTo>
                <a:cubicBezTo>
                  <a:pt x="3222" y="1631"/>
                  <a:pt x="2941" y="1544"/>
                  <a:pt x="2821" y="1317"/>
                </a:cubicBezTo>
                <a:cubicBezTo>
                  <a:pt x="2702" y="1090"/>
                  <a:pt x="2789" y="809"/>
                  <a:pt x="3016" y="690"/>
                </a:cubicBezTo>
                <a:close/>
                <a:moveTo>
                  <a:pt x="1787" y="2770"/>
                </a:moveTo>
                <a:cubicBezTo>
                  <a:pt x="2209" y="2770"/>
                  <a:pt x="2551" y="3112"/>
                  <a:pt x="2551" y="3534"/>
                </a:cubicBezTo>
                <a:cubicBezTo>
                  <a:pt x="2551" y="3956"/>
                  <a:pt x="2209" y="4298"/>
                  <a:pt x="1787" y="4298"/>
                </a:cubicBezTo>
                <a:cubicBezTo>
                  <a:pt x="1366" y="4298"/>
                  <a:pt x="1024" y="3956"/>
                  <a:pt x="1024" y="3534"/>
                </a:cubicBezTo>
                <a:cubicBezTo>
                  <a:pt x="1024" y="3112"/>
                  <a:pt x="1366" y="2770"/>
                  <a:pt x="1787" y="2770"/>
                </a:cubicBezTo>
                <a:close/>
              </a:path>
            </a:pathLst>
          </a:custGeom>
          <a:solidFill>
            <a:srgbClr val="62B3E5"/>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50" name="Group 90">
            <a:extLst>
              <a:ext uri="{FF2B5EF4-FFF2-40B4-BE49-F238E27FC236}">
                <a16:creationId xmlns:a16="http://schemas.microsoft.com/office/drawing/2014/main" id="{D86E2407-80C4-40A0-A9F0-FF2383543BB2}"/>
              </a:ext>
            </a:extLst>
          </p:cNvPr>
          <p:cNvGrpSpPr>
            <a:grpSpLocks noChangeAspect="1"/>
          </p:cNvGrpSpPr>
          <p:nvPr/>
        </p:nvGrpSpPr>
        <p:grpSpPr bwMode="auto">
          <a:xfrm>
            <a:off x="3572739" y="4115020"/>
            <a:ext cx="277583" cy="266259"/>
            <a:chOff x="4397" y="1363"/>
            <a:chExt cx="956" cy="917"/>
          </a:xfrm>
          <a:solidFill>
            <a:schemeClr val="tx1"/>
          </a:solidFill>
        </p:grpSpPr>
        <p:sp>
          <p:nvSpPr>
            <p:cNvPr id="151" name="Freeform 91">
              <a:extLst>
                <a:ext uri="{FF2B5EF4-FFF2-40B4-BE49-F238E27FC236}">
                  <a16:creationId xmlns:a16="http://schemas.microsoft.com/office/drawing/2014/main" id="{53288A94-C5D0-47D0-890D-A617F8917B94}"/>
                </a:ext>
              </a:extLst>
            </p:cNvPr>
            <p:cNvSpPr>
              <a:spLocks/>
            </p:cNvSpPr>
            <p:nvPr/>
          </p:nvSpPr>
          <p:spPr bwMode="auto">
            <a:xfrm>
              <a:off x="4631" y="1680"/>
              <a:ext cx="86" cy="225"/>
            </a:xfrm>
            <a:custGeom>
              <a:avLst/>
              <a:gdLst>
                <a:gd name="T0" fmla="*/ 1 w 36"/>
                <a:gd name="T1" fmla="*/ 94 h 94"/>
                <a:gd name="T2" fmla="*/ 0 w 36"/>
                <a:gd name="T3" fmla="*/ 93 h 94"/>
                <a:gd name="T4" fmla="*/ 0 w 36"/>
                <a:gd name="T5" fmla="*/ 1 h 94"/>
                <a:gd name="T6" fmla="*/ 1 w 36"/>
                <a:gd name="T7" fmla="*/ 0 h 94"/>
                <a:gd name="T8" fmla="*/ 35 w 36"/>
                <a:gd name="T9" fmla="*/ 0 h 94"/>
                <a:gd name="T10" fmla="*/ 36 w 36"/>
                <a:gd name="T11" fmla="*/ 1 h 94"/>
                <a:gd name="T12" fmla="*/ 36 w 36"/>
                <a:gd name="T13" fmla="*/ 93 h 94"/>
                <a:gd name="T14" fmla="*/ 35 w 36"/>
                <a:gd name="T15" fmla="*/ 94 h 94"/>
                <a:gd name="T16" fmla="*/ 1 w 36"/>
                <a:gd name="T1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94">
                  <a:moveTo>
                    <a:pt x="1" y="94"/>
                  </a:moveTo>
                  <a:cubicBezTo>
                    <a:pt x="0" y="94"/>
                    <a:pt x="0" y="93"/>
                    <a:pt x="0" y="93"/>
                  </a:cubicBezTo>
                  <a:cubicBezTo>
                    <a:pt x="0" y="1"/>
                    <a:pt x="0" y="1"/>
                    <a:pt x="0" y="1"/>
                  </a:cubicBezTo>
                  <a:cubicBezTo>
                    <a:pt x="0" y="0"/>
                    <a:pt x="0" y="0"/>
                    <a:pt x="1" y="0"/>
                  </a:cubicBezTo>
                  <a:cubicBezTo>
                    <a:pt x="35" y="0"/>
                    <a:pt x="35" y="0"/>
                    <a:pt x="35" y="0"/>
                  </a:cubicBezTo>
                  <a:cubicBezTo>
                    <a:pt x="36" y="0"/>
                    <a:pt x="36" y="0"/>
                    <a:pt x="36" y="1"/>
                  </a:cubicBezTo>
                  <a:cubicBezTo>
                    <a:pt x="36" y="93"/>
                    <a:pt x="36" y="93"/>
                    <a:pt x="36" y="93"/>
                  </a:cubicBezTo>
                  <a:cubicBezTo>
                    <a:pt x="36" y="93"/>
                    <a:pt x="36" y="94"/>
                    <a:pt x="35" y="94"/>
                  </a:cubicBezTo>
                  <a:lnTo>
                    <a:pt x="1" y="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92">
              <a:extLst>
                <a:ext uri="{FF2B5EF4-FFF2-40B4-BE49-F238E27FC236}">
                  <a16:creationId xmlns:a16="http://schemas.microsoft.com/office/drawing/2014/main" id="{CF6D6599-16FF-46CC-BE32-50BD790B1B05}"/>
                </a:ext>
              </a:extLst>
            </p:cNvPr>
            <p:cNvSpPr>
              <a:spLocks/>
            </p:cNvSpPr>
            <p:nvPr/>
          </p:nvSpPr>
          <p:spPr bwMode="auto">
            <a:xfrm>
              <a:off x="4760" y="1580"/>
              <a:ext cx="86" cy="325"/>
            </a:xfrm>
            <a:custGeom>
              <a:avLst/>
              <a:gdLst>
                <a:gd name="T0" fmla="*/ 1 w 36"/>
                <a:gd name="T1" fmla="*/ 136 h 136"/>
                <a:gd name="T2" fmla="*/ 0 w 36"/>
                <a:gd name="T3" fmla="*/ 134 h 136"/>
                <a:gd name="T4" fmla="*/ 0 w 36"/>
                <a:gd name="T5" fmla="*/ 2 h 136"/>
                <a:gd name="T6" fmla="*/ 1 w 36"/>
                <a:gd name="T7" fmla="*/ 0 h 136"/>
                <a:gd name="T8" fmla="*/ 35 w 36"/>
                <a:gd name="T9" fmla="*/ 0 h 136"/>
                <a:gd name="T10" fmla="*/ 36 w 36"/>
                <a:gd name="T11" fmla="*/ 2 h 136"/>
                <a:gd name="T12" fmla="*/ 36 w 36"/>
                <a:gd name="T13" fmla="*/ 134 h 136"/>
                <a:gd name="T14" fmla="*/ 35 w 36"/>
                <a:gd name="T15" fmla="*/ 136 h 136"/>
                <a:gd name="T16" fmla="*/ 1 w 36"/>
                <a:gd name="T17" fmla="*/ 13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36">
                  <a:moveTo>
                    <a:pt x="1" y="136"/>
                  </a:moveTo>
                  <a:cubicBezTo>
                    <a:pt x="0" y="136"/>
                    <a:pt x="0" y="135"/>
                    <a:pt x="0" y="134"/>
                  </a:cubicBezTo>
                  <a:cubicBezTo>
                    <a:pt x="0" y="2"/>
                    <a:pt x="0" y="2"/>
                    <a:pt x="0" y="2"/>
                  </a:cubicBezTo>
                  <a:cubicBezTo>
                    <a:pt x="0" y="1"/>
                    <a:pt x="0" y="0"/>
                    <a:pt x="1" y="0"/>
                  </a:cubicBezTo>
                  <a:cubicBezTo>
                    <a:pt x="35" y="0"/>
                    <a:pt x="35" y="0"/>
                    <a:pt x="35" y="0"/>
                  </a:cubicBezTo>
                  <a:cubicBezTo>
                    <a:pt x="36" y="0"/>
                    <a:pt x="36" y="1"/>
                    <a:pt x="36" y="2"/>
                  </a:cubicBezTo>
                  <a:cubicBezTo>
                    <a:pt x="36" y="134"/>
                    <a:pt x="36" y="134"/>
                    <a:pt x="36" y="134"/>
                  </a:cubicBezTo>
                  <a:cubicBezTo>
                    <a:pt x="36" y="135"/>
                    <a:pt x="36" y="136"/>
                    <a:pt x="35" y="136"/>
                  </a:cubicBezTo>
                  <a:lnTo>
                    <a:pt x="1" y="1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3">
              <a:extLst>
                <a:ext uri="{FF2B5EF4-FFF2-40B4-BE49-F238E27FC236}">
                  <a16:creationId xmlns:a16="http://schemas.microsoft.com/office/drawing/2014/main" id="{FF71BDE9-3A68-4462-9B65-7650FF0C08F8}"/>
                </a:ext>
              </a:extLst>
            </p:cNvPr>
            <p:cNvSpPr>
              <a:spLocks/>
            </p:cNvSpPr>
            <p:nvPr/>
          </p:nvSpPr>
          <p:spPr bwMode="auto">
            <a:xfrm>
              <a:off x="4887" y="1699"/>
              <a:ext cx="88" cy="206"/>
            </a:xfrm>
            <a:custGeom>
              <a:avLst/>
              <a:gdLst>
                <a:gd name="T0" fmla="*/ 1 w 37"/>
                <a:gd name="T1" fmla="*/ 86 h 86"/>
                <a:gd name="T2" fmla="*/ 0 w 37"/>
                <a:gd name="T3" fmla="*/ 85 h 86"/>
                <a:gd name="T4" fmla="*/ 0 w 37"/>
                <a:gd name="T5" fmla="*/ 1 h 86"/>
                <a:gd name="T6" fmla="*/ 1 w 37"/>
                <a:gd name="T7" fmla="*/ 0 h 86"/>
                <a:gd name="T8" fmla="*/ 35 w 37"/>
                <a:gd name="T9" fmla="*/ 0 h 86"/>
                <a:gd name="T10" fmla="*/ 37 w 37"/>
                <a:gd name="T11" fmla="*/ 1 h 86"/>
                <a:gd name="T12" fmla="*/ 37 w 37"/>
                <a:gd name="T13" fmla="*/ 85 h 86"/>
                <a:gd name="T14" fmla="*/ 35 w 37"/>
                <a:gd name="T15" fmla="*/ 86 h 86"/>
                <a:gd name="T16" fmla="*/ 1 w 37"/>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86">
                  <a:moveTo>
                    <a:pt x="1" y="86"/>
                  </a:moveTo>
                  <a:cubicBezTo>
                    <a:pt x="1" y="86"/>
                    <a:pt x="0" y="85"/>
                    <a:pt x="0" y="85"/>
                  </a:cubicBezTo>
                  <a:cubicBezTo>
                    <a:pt x="0" y="1"/>
                    <a:pt x="0" y="1"/>
                    <a:pt x="0" y="1"/>
                  </a:cubicBezTo>
                  <a:cubicBezTo>
                    <a:pt x="0" y="0"/>
                    <a:pt x="1" y="0"/>
                    <a:pt x="1" y="0"/>
                  </a:cubicBezTo>
                  <a:cubicBezTo>
                    <a:pt x="35" y="0"/>
                    <a:pt x="35" y="0"/>
                    <a:pt x="35" y="0"/>
                  </a:cubicBezTo>
                  <a:cubicBezTo>
                    <a:pt x="36" y="0"/>
                    <a:pt x="37" y="0"/>
                    <a:pt x="37" y="1"/>
                  </a:cubicBezTo>
                  <a:cubicBezTo>
                    <a:pt x="37" y="85"/>
                    <a:pt x="37" y="85"/>
                    <a:pt x="37" y="85"/>
                  </a:cubicBezTo>
                  <a:cubicBezTo>
                    <a:pt x="37" y="85"/>
                    <a:pt x="36" y="86"/>
                    <a:pt x="35" y="86"/>
                  </a:cubicBezTo>
                  <a:lnTo>
                    <a:pt x="1"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4">
              <a:extLst>
                <a:ext uri="{FF2B5EF4-FFF2-40B4-BE49-F238E27FC236}">
                  <a16:creationId xmlns:a16="http://schemas.microsoft.com/office/drawing/2014/main" id="{F366BC97-AD3A-4294-A05A-46E2F03BFB0F}"/>
                </a:ext>
              </a:extLst>
            </p:cNvPr>
            <p:cNvSpPr>
              <a:spLocks noEditPoints="1"/>
            </p:cNvSpPr>
            <p:nvPr/>
          </p:nvSpPr>
          <p:spPr bwMode="auto">
            <a:xfrm>
              <a:off x="4624" y="1465"/>
              <a:ext cx="358" cy="215"/>
            </a:xfrm>
            <a:custGeom>
              <a:avLst/>
              <a:gdLst>
                <a:gd name="T0" fmla="*/ 0 w 150"/>
                <a:gd name="T1" fmla="*/ 62 h 90"/>
                <a:gd name="T2" fmla="*/ 20 w 150"/>
                <a:gd name="T3" fmla="*/ 82 h 90"/>
                <a:gd name="T4" fmla="*/ 40 w 150"/>
                <a:gd name="T5" fmla="*/ 62 h 90"/>
                <a:gd name="T6" fmla="*/ 39 w 150"/>
                <a:gd name="T7" fmla="*/ 54 h 90"/>
                <a:gd name="T8" fmla="*/ 63 w 150"/>
                <a:gd name="T9" fmla="*/ 35 h 90"/>
                <a:gd name="T10" fmla="*/ 76 w 150"/>
                <a:gd name="T11" fmla="*/ 40 h 90"/>
                <a:gd name="T12" fmla="*/ 87 w 150"/>
                <a:gd name="T13" fmla="*/ 36 h 90"/>
                <a:gd name="T14" fmla="*/ 112 w 150"/>
                <a:gd name="T15" fmla="*/ 60 h 90"/>
                <a:gd name="T16" fmla="*/ 109 w 150"/>
                <a:gd name="T17" fmla="*/ 70 h 90"/>
                <a:gd name="T18" fmla="*/ 130 w 150"/>
                <a:gd name="T19" fmla="*/ 90 h 90"/>
                <a:gd name="T20" fmla="*/ 150 w 150"/>
                <a:gd name="T21" fmla="*/ 70 h 90"/>
                <a:gd name="T22" fmla="*/ 130 w 150"/>
                <a:gd name="T23" fmla="*/ 49 h 90"/>
                <a:gd name="T24" fmla="*/ 119 w 150"/>
                <a:gd name="T25" fmla="*/ 52 h 90"/>
                <a:gd name="T26" fmla="*/ 94 w 150"/>
                <a:gd name="T27" fmla="*/ 28 h 90"/>
                <a:gd name="T28" fmla="*/ 96 w 150"/>
                <a:gd name="T29" fmla="*/ 20 h 90"/>
                <a:gd name="T30" fmla="*/ 76 w 150"/>
                <a:gd name="T31" fmla="*/ 0 h 90"/>
                <a:gd name="T32" fmla="*/ 56 w 150"/>
                <a:gd name="T33" fmla="*/ 20 h 90"/>
                <a:gd name="T34" fmla="*/ 57 w 150"/>
                <a:gd name="T35" fmla="*/ 26 h 90"/>
                <a:gd name="T36" fmla="*/ 32 w 150"/>
                <a:gd name="T37" fmla="*/ 46 h 90"/>
                <a:gd name="T38" fmla="*/ 20 w 150"/>
                <a:gd name="T39" fmla="*/ 42 h 90"/>
                <a:gd name="T40" fmla="*/ 0 w 150"/>
                <a:gd name="T41" fmla="*/ 62 h 90"/>
                <a:gd name="T42" fmla="*/ 118 w 150"/>
                <a:gd name="T43" fmla="*/ 70 h 90"/>
                <a:gd name="T44" fmla="*/ 130 w 150"/>
                <a:gd name="T45" fmla="*/ 58 h 90"/>
                <a:gd name="T46" fmla="*/ 141 w 150"/>
                <a:gd name="T47" fmla="*/ 70 h 90"/>
                <a:gd name="T48" fmla="*/ 130 w 150"/>
                <a:gd name="T49" fmla="*/ 81 h 90"/>
                <a:gd name="T50" fmla="*/ 118 w 150"/>
                <a:gd name="T51" fmla="*/ 70 h 90"/>
                <a:gd name="T52" fmla="*/ 64 w 150"/>
                <a:gd name="T53" fmla="*/ 20 h 90"/>
                <a:gd name="T54" fmla="*/ 76 w 150"/>
                <a:gd name="T55" fmla="*/ 8 h 90"/>
                <a:gd name="T56" fmla="*/ 88 w 150"/>
                <a:gd name="T57" fmla="*/ 20 h 90"/>
                <a:gd name="T58" fmla="*/ 76 w 150"/>
                <a:gd name="T59" fmla="*/ 31 h 90"/>
                <a:gd name="T60" fmla="*/ 64 w 150"/>
                <a:gd name="T61" fmla="*/ 20 h 90"/>
                <a:gd name="T62" fmla="*/ 9 w 150"/>
                <a:gd name="T63" fmla="*/ 62 h 90"/>
                <a:gd name="T64" fmla="*/ 20 w 150"/>
                <a:gd name="T65" fmla="*/ 50 h 90"/>
                <a:gd name="T66" fmla="*/ 32 w 150"/>
                <a:gd name="T67" fmla="*/ 62 h 90"/>
                <a:gd name="T68" fmla="*/ 20 w 150"/>
                <a:gd name="T69" fmla="*/ 74 h 90"/>
                <a:gd name="T70" fmla="*/ 9 w 150"/>
                <a:gd name="T71" fmla="*/ 6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0" h="90">
                  <a:moveTo>
                    <a:pt x="0" y="62"/>
                  </a:moveTo>
                  <a:cubicBezTo>
                    <a:pt x="0" y="73"/>
                    <a:pt x="9" y="82"/>
                    <a:pt x="20" y="82"/>
                  </a:cubicBezTo>
                  <a:cubicBezTo>
                    <a:pt x="31" y="82"/>
                    <a:pt x="40" y="73"/>
                    <a:pt x="40" y="62"/>
                  </a:cubicBezTo>
                  <a:cubicBezTo>
                    <a:pt x="40" y="59"/>
                    <a:pt x="40" y="57"/>
                    <a:pt x="39" y="54"/>
                  </a:cubicBezTo>
                  <a:cubicBezTo>
                    <a:pt x="63" y="35"/>
                    <a:pt x="63" y="35"/>
                    <a:pt x="63" y="35"/>
                  </a:cubicBezTo>
                  <a:cubicBezTo>
                    <a:pt x="66" y="38"/>
                    <a:pt x="71" y="40"/>
                    <a:pt x="76" y="40"/>
                  </a:cubicBezTo>
                  <a:cubicBezTo>
                    <a:pt x="80" y="40"/>
                    <a:pt x="84" y="38"/>
                    <a:pt x="87" y="36"/>
                  </a:cubicBezTo>
                  <a:cubicBezTo>
                    <a:pt x="112" y="60"/>
                    <a:pt x="112" y="60"/>
                    <a:pt x="112" y="60"/>
                  </a:cubicBezTo>
                  <a:cubicBezTo>
                    <a:pt x="110" y="63"/>
                    <a:pt x="109" y="66"/>
                    <a:pt x="109" y="70"/>
                  </a:cubicBezTo>
                  <a:cubicBezTo>
                    <a:pt x="109" y="81"/>
                    <a:pt x="118" y="90"/>
                    <a:pt x="130" y="90"/>
                  </a:cubicBezTo>
                  <a:cubicBezTo>
                    <a:pt x="141" y="90"/>
                    <a:pt x="150" y="81"/>
                    <a:pt x="150" y="70"/>
                  </a:cubicBezTo>
                  <a:cubicBezTo>
                    <a:pt x="150" y="58"/>
                    <a:pt x="141" y="49"/>
                    <a:pt x="130" y="49"/>
                  </a:cubicBezTo>
                  <a:cubicBezTo>
                    <a:pt x="126" y="49"/>
                    <a:pt x="122" y="51"/>
                    <a:pt x="119" y="52"/>
                  </a:cubicBezTo>
                  <a:cubicBezTo>
                    <a:pt x="94" y="28"/>
                    <a:pt x="94" y="28"/>
                    <a:pt x="94" y="28"/>
                  </a:cubicBezTo>
                  <a:cubicBezTo>
                    <a:pt x="95" y="25"/>
                    <a:pt x="96" y="23"/>
                    <a:pt x="96" y="20"/>
                  </a:cubicBezTo>
                  <a:cubicBezTo>
                    <a:pt x="96" y="9"/>
                    <a:pt x="87" y="0"/>
                    <a:pt x="76" y="0"/>
                  </a:cubicBezTo>
                  <a:cubicBezTo>
                    <a:pt x="65" y="0"/>
                    <a:pt x="56" y="9"/>
                    <a:pt x="56" y="20"/>
                  </a:cubicBezTo>
                  <a:cubicBezTo>
                    <a:pt x="56" y="22"/>
                    <a:pt x="56" y="24"/>
                    <a:pt x="57" y="26"/>
                  </a:cubicBezTo>
                  <a:cubicBezTo>
                    <a:pt x="32" y="46"/>
                    <a:pt x="32" y="46"/>
                    <a:pt x="32" y="46"/>
                  </a:cubicBezTo>
                  <a:cubicBezTo>
                    <a:pt x="29" y="43"/>
                    <a:pt x="25" y="42"/>
                    <a:pt x="20" y="42"/>
                  </a:cubicBezTo>
                  <a:cubicBezTo>
                    <a:pt x="9" y="42"/>
                    <a:pt x="0" y="51"/>
                    <a:pt x="0" y="62"/>
                  </a:cubicBezTo>
                  <a:close/>
                  <a:moveTo>
                    <a:pt x="118" y="70"/>
                  </a:moveTo>
                  <a:cubicBezTo>
                    <a:pt x="118" y="63"/>
                    <a:pt x="123" y="58"/>
                    <a:pt x="130" y="58"/>
                  </a:cubicBezTo>
                  <a:cubicBezTo>
                    <a:pt x="136" y="58"/>
                    <a:pt x="141" y="63"/>
                    <a:pt x="141" y="70"/>
                  </a:cubicBezTo>
                  <a:cubicBezTo>
                    <a:pt x="141" y="76"/>
                    <a:pt x="136" y="81"/>
                    <a:pt x="130" y="81"/>
                  </a:cubicBezTo>
                  <a:cubicBezTo>
                    <a:pt x="123" y="81"/>
                    <a:pt x="118" y="76"/>
                    <a:pt x="118" y="70"/>
                  </a:cubicBezTo>
                  <a:close/>
                  <a:moveTo>
                    <a:pt x="64" y="20"/>
                  </a:moveTo>
                  <a:cubicBezTo>
                    <a:pt x="64" y="13"/>
                    <a:pt x="69" y="8"/>
                    <a:pt x="76" y="8"/>
                  </a:cubicBezTo>
                  <a:cubicBezTo>
                    <a:pt x="82" y="8"/>
                    <a:pt x="88" y="13"/>
                    <a:pt x="88" y="20"/>
                  </a:cubicBezTo>
                  <a:cubicBezTo>
                    <a:pt x="88" y="26"/>
                    <a:pt x="82" y="31"/>
                    <a:pt x="76" y="31"/>
                  </a:cubicBezTo>
                  <a:cubicBezTo>
                    <a:pt x="69" y="31"/>
                    <a:pt x="64" y="26"/>
                    <a:pt x="64" y="20"/>
                  </a:cubicBezTo>
                  <a:close/>
                  <a:moveTo>
                    <a:pt x="9" y="62"/>
                  </a:moveTo>
                  <a:cubicBezTo>
                    <a:pt x="9" y="56"/>
                    <a:pt x="14" y="50"/>
                    <a:pt x="20" y="50"/>
                  </a:cubicBezTo>
                  <a:cubicBezTo>
                    <a:pt x="27" y="50"/>
                    <a:pt x="32" y="56"/>
                    <a:pt x="32" y="62"/>
                  </a:cubicBezTo>
                  <a:cubicBezTo>
                    <a:pt x="32" y="68"/>
                    <a:pt x="27" y="74"/>
                    <a:pt x="20" y="74"/>
                  </a:cubicBezTo>
                  <a:cubicBezTo>
                    <a:pt x="14" y="74"/>
                    <a:pt x="9" y="68"/>
                    <a:pt x="9"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95">
              <a:extLst>
                <a:ext uri="{FF2B5EF4-FFF2-40B4-BE49-F238E27FC236}">
                  <a16:creationId xmlns:a16="http://schemas.microsoft.com/office/drawing/2014/main" id="{F95B53FA-1604-4F3A-9294-4952D4D5126E}"/>
                </a:ext>
              </a:extLst>
            </p:cNvPr>
            <p:cNvSpPr>
              <a:spLocks/>
            </p:cNvSpPr>
            <p:nvPr/>
          </p:nvSpPr>
          <p:spPr bwMode="auto">
            <a:xfrm>
              <a:off x="4627" y="1929"/>
              <a:ext cx="353" cy="26"/>
            </a:xfrm>
            <a:custGeom>
              <a:avLst/>
              <a:gdLst>
                <a:gd name="T0" fmla="*/ 1 w 148"/>
                <a:gd name="T1" fmla="*/ 0 h 11"/>
                <a:gd name="T2" fmla="*/ 147 w 148"/>
                <a:gd name="T3" fmla="*/ 0 h 11"/>
                <a:gd name="T4" fmla="*/ 148 w 148"/>
                <a:gd name="T5" fmla="*/ 1 h 11"/>
                <a:gd name="T6" fmla="*/ 148 w 148"/>
                <a:gd name="T7" fmla="*/ 10 h 11"/>
                <a:gd name="T8" fmla="*/ 147 w 148"/>
                <a:gd name="T9" fmla="*/ 11 h 11"/>
                <a:gd name="T10" fmla="*/ 1 w 148"/>
                <a:gd name="T11" fmla="*/ 11 h 11"/>
                <a:gd name="T12" fmla="*/ 0 w 148"/>
                <a:gd name="T13" fmla="*/ 10 h 11"/>
                <a:gd name="T14" fmla="*/ 0 w 148"/>
                <a:gd name="T15" fmla="*/ 1 h 11"/>
                <a:gd name="T16" fmla="*/ 1 w 148"/>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11">
                  <a:moveTo>
                    <a:pt x="1" y="0"/>
                  </a:moveTo>
                  <a:cubicBezTo>
                    <a:pt x="147" y="0"/>
                    <a:pt x="147" y="0"/>
                    <a:pt x="147" y="0"/>
                  </a:cubicBezTo>
                  <a:cubicBezTo>
                    <a:pt x="148" y="0"/>
                    <a:pt x="148" y="1"/>
                    <a:pt x="148" y="1"/>
                  </a:cubicBezTo>
                  <a:cubicBezTo>
                    <a:pt x="148" y="10"/>
                    <a:pt x="148" y="10"/>
                    <a:pt x="148" y="10"/>
                  </a:cubicBezTo>
                  <a:cubicBezTo>
                    <a:pt x="148" y="11"/>
                    <a:pt x="148" y="11"/>
                    <a:pt x="147" y="11"/>
                  </a:cubicBezTo>
                  <a:cubicBezTo>
                    <a:pt x="1" y="11"/>
                    <a:pt x="1" y="11"/>
                    <a:pt x="1" y="11"/>
                  </a:cubicBezTo>
                  <a:cubicBezTo>
                    <a:pt x="0" y="11"/>
                    <a:pt x="0" y="11"/>
                    <a:pt x="0" y="10"/>
                  </a:cubicBezTo>
                  <a:cubicBezTo>
                    <a:pt x="0" y="1"/>
                    <a:pt x="0" y="1"/>
                    <a:pt x="0" y="1"/>
                  </a:cubicBezTo>
                  <a:cubicBezTo>
                    <a:pt x="0" y="1"/>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96">
              <a:extLst>
                <a:ext uri="{FF2B5EF4-FFF2-40B4-BE49-F238E27FC236}">
                  <a16:creationId xmlns:a16="http://schemas.microsoft.com/office/drawing/2014/main" id="{CF4DB6AF-0AD7-41B4-8D3E-DF837ABF0D55}"/>
                </a:ext>
              </a:extLst>
            </p:cNvPr>
            <p:cNvSpPr>
              <a:spLocks/>
            </p:cNvSpPr>
            <p:nvPr/>
          </p:nvSpPr>
          <p:spPr bwMode="auto">
            <a:xfrm>
              <a:off x="5095" y="2022"/>
              <a:ext cx="224" cy="227"/>
            </a:xfrm>
            <a:custGeom>
              <a:avLst/>
              <a:gdLst>
                <a:gd name="T0" fmla="*/ 224 w 224"/>
                <a:gd name="T1" fmla="*/ 124 h 227"/>
                <a:gd name="T2" fmla="*/ 124 w 224"/>
                <a:gd name="T3" fmla="*/ 227 h 227"/>
                <a:gd name="T4" fmla="*/ 0 w 224"/>
                <a:gd name="T5" fmla="*/ 103 h 227"/>
                <a:gd name="T6" fmla="*/ 100 w 224"/>
                <a:gd name="T7" fmla="*/ 0 h 227"/>
                <a:gd name="T8" fmla="*/ 224 w 224"/>
                <a:gd name="T9" fmla="*/ 124 h 227"/>
              </a:gdLst>
              <a:ahLst/>
              <a:cxnLst>
                <a:cxn ang="0">
                  <a:pos x="T0" y="T1"/>
                </a:cxn>
                <a:cxn ang="0">
                  <a:pos x="T2" y="T3"/>
                </a:cxn>
                <a:cxn ang="0">
                  <a:pos x="T4" y="T5"/>
                </a:cxn>
                <a:cxn ang="0">
                  <a:pos x="T6" y="T7"/>
                </a:cxn>
                <a:cxn ang="0">
                  <a:pos x="T8" y="T9"/>
                </a:cxn>
              </a:cxnLst>
              <a:rect l="0" t="0" r="r" b="b"/>
              <a:pathLst>
                <a:path w="224" h="227">
                  <a:moveTo>
                    <a:pt x="224" y="124"/>
                  </a:moveTo>
                  <a:lnTo>
                    <a:pt x="124" y="227"/>
                  </a:lnTo>
                  <a:lnTo>
                    <a:pt x="0" y="103"/>
                  </a:lnTo>
                  <a:lnTo>
                    <a:pt x="100" y="0"/>
                  </a:lnTo>
                  <a:lnTo>
                    <a:pt x="224" y="1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97">
              <a:extLst>
                <a:ext uri="{FF2B5EF4-FFF2-40B4-BE49-F238E27FC236}">
                  <a16:creationId xmlns:a16="http://schemas.microsoft.com/office/drawing/2014/main" id="{DE8CC30A-D872-479B-BAB6-CA88EB6E4166}"/>
                </a:ext>
              </a:extLst>
            </p:cNvPr>
            <p:cNvSpPr>
              <a:spLocks/>
            </p:cNvSpPr>
            <p:nvPr/>
          </p:nvSpPr>
          <p:spPr bwMode="auto">
            <a:xfrm>
              <a:off x="5228" y="2156"/>
              <a:ext cx="125" cy="124"/>
            </a:xfrm>
            <a:custGeom>
              <a:avLst/>
              <a:gdLst>
                <a:gd name="T0" fmla="*/ 47 w 52"/>
                <a:gd name="T1" fmla="*/ 5 h 52"/>
                <a:gd name="T2" fmla="*/ 47 w 52"/>
                <a:gd name="T3" fmla="*/ 21 h 52"/>
                <a:gd name="T4" fmla="*/ 21 w 52"/>
                <a:gd name="T5" fmla="*/ 48 h 52"/>
                <a:gd name="T6" fmla="*/ 4 w 52"/>
                <a:gd name="T7" fmla="*/ 48 h 52"/>
                <a:gd name="T8" fmla="*/ 0 w 52"/>
                <a:gd name="T9" fmla="*/ 43 h 52"/>
                <a:gd name="T10" fmla="*/ 43 w 52"/>
                <a:gd name="T11" fmla="*/ 0 h 52"/>
                <a:gd name="T12" fmla="*/ 47 w 52"/>
                <a:gd name="T13" fmla="*/ 5 h 52"/>
              </a:gdLst>
              <a:ahLst/>
              <a:cxnLst>
                <a:cxn ang="0">
                  <a:pos x="T0" y="T1"/>
                </a:cxn>
                <a:cxn ang="0">
                  <a:pos x="T2" y="T3"/>
                </a:cxn>
                <a:cxn ang="0">
                  <a:pos x="T4" y="T5"/>
                </a:cxn>
                <a:cxn ang="0">
                  <a:pos x="T6" y="T7"/>
                </a:cxn>
                <a:cxn ang="0">
                  <a:pos x="T8" y="T9"/>
                </a:cxn>
                <a:cxn ang="0">
                  <a:pos x="T10" y="T11"/>
                </a:cxn>
                <a:cxn ang="0">
                  <a:pos x="T12" y="T13"/>
                </a:cxn>
              </a:cxnLst>
              <a:rect l="0" t="0" r="r" b="b"/>
              <a:pathLst>
                <a:path w="52" h="52">
                  <a:moveTo>
                    <a:pt x="47" y="5"/>
                  </a:moveTo>
                  <a:cubicBezTo>
                    <a:pt x="52" y="9"/>
                    <a:pt x="52" y="17"/>
                    <a:pt x="47" y="21"/>
                  </a:cubicBezTo>
                  <a:cubicBezTo>
                    <a:pt x="21" y="48"/>
                    <a:pt x="21" y="48"/>
                    <a:pt x="21" y="48"/>
                  </a:cubicBezTo>
                  <a:cubicBezTo>
                    <a:pt x="17" y="52"/>
                    <a:pt x="9" y="52"/>
                    <a:pt x="4" y="48"/>
                  </a:cubicBezTo>
                  <a:cubicBezTo>
                    <a:pt x="0" y="43"/>
                    <a:pt x="0" y="43"/>
                    <a:pt x="0" y="43"/>
                  </a:cubicBezTo>
                  <a:cubicBezTo>
                    <a:pt x="43" y="0"/>
                    <a:pt x="43" y="0"/>
                    <a:pt x="43" y="0"/>
                  </a:cubicBezTo>
                  <a:lnTo>
                    <a:pt x="4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98">
              <a:extLst>
                <a:ext uri="{FF2B5EF4-FFF2-40B4-BE49-F238E27FC236}">
                  <a16:creationId xmlns:a16="http://schemas.microsoft.com/office/drawing/2014/main" id="{ACA449DB-2693-4C18-9D99-B1399B035D55}"/>
                </a:ext>
              </a:extLst>
            </p:cNvPr>
            <p:cNvSpPr>
              <a:spLocks noEditPoints="1"/>
            </p:cNvSpPr>
            <p:nvPr/>
          </p:nvSpPr>
          <p:spPr bwMode="auto">
            <a:xfrm>
              <a:off x="4397" y="1363"/>
              <a:ext cx="788" cy="750"/>
            </a:xfrm>
            <a:custGeom>
              <a:avLst/>
              <a:gdLst>
                <a:gd name="T0" fmla="*/ 61 w 330"/>
                <a:gd name="T1" fmla="*/ 265 h 314"/>
                <a:gd name="T2" fmla="*/ 171 w 330"/>
                <a:gd name="T3" fmla="*/ 311 h 314"/>
                <a:gd name="T4" fmla="*/ 274 w 330"/>
                <a:gd name="T5" fmla="*/ 272 h 314"/>
                <a:gd name="T6" fmla="*/ 290 w 330"/>
                <a:gd name="T7" fmla="*/ 287 h 314"/>
                <a:gd name="T8" fmla="*/ 283 w 330"/>
                <a:gd name="T9" fmla="*/ 294 h 314"/>
                <a:gd name="T10" fmla="*/ 283 w 330"/>
                <a:gd name="T11" fmla="*/ 310 h 314"/>
                <a:gd name="T12" fmla="*/ 287 w 330"/>
                <a:gd name="T13" fmla="*/ 314 h 314"/>
                <a:gd name="T14" fmla="*/ 330 w 330"/>
                <a:gd name="T15" fmla="*/ 271 h 314"/>
                <a:gd name="T16" fmla="*/ 326 w 330"/>
                <a:gd name="T17" fmla="*/ 268 h 314"/>
                <a:gd name="T18" fmla="*/ 309 w 330"/>
                <a:gd name="T19" fmla="*/ 268 h 314"/>
                <a:gd name="T20" fmla="*/ 303 w 330"/>
                <a:gd name="T21" fmla="*/ 274 h 314"/>
                <a:gd name="T22" fmla="*/ 287 w 330"/>
                <a:gd name="T23" fmla="*/ 258 h 314"/>
                <a:gd name="T24" fmla="*/ 327 w 330"/>
                <a:gd name="T25" fmla="*/ 155 h 314"/>
                <a:gd name="T26" fmla="*/ 281 w 330"/>
                <a:gd name="T27" fmla="*/ 45 h 314"/>
                <a:gd name="T28" fmla="*/ 171 w 330"/>
                <a:gd name="T29" fmla="*/ 0 h 314"/>
                <a:gd name="T30" fmla="*/ 61 w 330"/>
                <a:gd name="T31" fmla="*/ 45 h 314"/>
                <a:gd name="T32" fmla="*/ 61 w 330"/>
                <a:gd name="T33" fmla="*/ 265 h 314"/>
                <a:gd name="T34" fmla="*/ 36 w 330"/>
                <a:gd name="T35" fmla="*/ 155 h 314"/>
                <a:gd name="T36" fmla="*/ 76 w 330"/>
                <a:gd name="T37" fmla="*/ 60 h 314"/>
                <a:gd name="T38" fmla="*/ 266 w 330"/>
                <a:gd name="T39" fmla="*/ 60 h 314"/>
                <a:gd name="T40" fmla="*/ 266 w 330"/>
                <a:gd name="T41" fmla="*/ 250 h 314"/>
                <a:gd name="T42" fmla="*/ 171 w 330"/>
                <a:gd name="T43" fmla="*/ 290 h 314"/>
                <a:gd name="T44" fmla="*/ 76 w 330"/>
                <a:gd name="T45" fmla="*/ 250 h 314"/>
                <a:gd name="T46" fmla="*/ 36 w 330"/>
                <a:gd name="T47" fmla="*/ 15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30" h="314">
                  <a:moveTo>
                    <a:pt x="61" y="265"/>
                  </a:moveTo>
                  <a:cubicBezTo>
                    <a:pt x="90" y="295"/>
                    <a:pt x="129" y="311"/>
                    <a:pt x="171" y="311"/>
                  </a:cubicBezTo>
                  <a:cubicBezTo>
                    <a:pt x="209" y="311"/>
                    <a:pt x="246" y="297"/>
                    <a:pt x="274" y="272"/>
                  </a:cubicBezTo>
                  <a:cubicBezTo>
                    <a:pt x="290" y="287"/>
                    <a:pt x="290" y="287"/>
                    <a:pt x="290" y="287"/>
                  </a:cubicBezTo>
                  <a:cubicBezTo>
                    <a:pt x="283" y="294"/>
                    <a:pt x="283" y="294"/>
                    <a:pt x="283" y="294"/>
                  </a:cubicBezTo>
                  <a:cubicBezTo>
                    <a:pt x="279" y="298"/>
                    <a:pt x="279" y="306"/>
                    <a:pt x="283" y="310"/>
                  </a:cubicBezTo>
                  <a:cubicBezTo>
                    <a:pt x="287" y="314"/>
                    <a:pt x="287" y="314"/>
                    <a:pt x="287" y="314"/>
                  </a:cubicBezTo>
                  <a:cubicBezTo>
                    <a:pt x="330" y="271"/>
                    <a:pt x="330" y="271"/>
                    <a:pt x="330" y="271"/>
                  </a:cubicBezTo>
                  <a:cubicBezTo>
                    <a:pt x="326" y="268"/>
                    <a:pt x="326" y="268"/>
                    <a:pt x="326" y="268"/>
                  </a:cubicBezTo>
                  <a:cubicBezTo>
                    <a:pt x="322" y="263"/>
                    <a:pt x="314" y="263"/>
                    <a:pt x="309" y="268"/>
                  </a:cubicBezTo>
                  <a:cubicBezTo>
                    <a:pt x="303" y="274"/>
                    <a:pt x="303" y="274"/>
                    <a:pt x="303" y="274"/>
                  </a:cubicBezTo>
                  <a:cubicBezTo>
                    <a:pt x="287" y="258"/>
                    <a:pt x="287" y="258"/>
                    <a:pt x="287" y="258"/>
                  </a:cubicBezTo>
                  <a:cubicBezTo>
                    <a:pt x="313" y="230"/>
                    <a:pt x="327" y="194"/>
                    <a:pt x="327" y="155"/>
                  </a:cubicBezTo>
                  <a:cubicBezTo>
                    <a:pt x="327" y="114"/>
                    <a:pt x="310" y="75"/>
                    <a:pt x="281" y="45"/>
                  </a:cubicBezTo>
                  <a:cubicBezTo>
                    <a:pt x="252" y="16"/>
                    <a:pt x="213" y="0"/>
                    <a:pt x="171" y="0"/>
                  </a:cubicBezTo>
                  <a:cubicBezTo>
                    <a:pt x="129" y="0"/>
                    <a:pt x="90" y="16"/>
                    <a:pt x="61" y="45"/>
                  </a:cubicBezTo>
                  <a:cubicBezTo>
                    <a:pt x="0" y="106"/>
                    <a:pt x="0" y="205"/>
                    <a:pt x="61" y="265"/>
                  </a:cubicBezTo>
                  <a:close/>
                  <a:moveTo>
                    <a:pt x="36" y="155"/>
                  </a:moveTo>
                  <a:cubicBezTo>
                    <a:pt x="36" y="119"/>
                    <a:pt x="50" y="86"/>
                    <a:pt x="76" y="60"/>
                  </a:cubicBezTo>
                  <a:cubicBezTo>
                    <a:pt x="128" y="8"/>
                    <a:pt x="214" y="8"/>
                    <a:pt x="266" y="60"/>
                  </a:cubicBezTo>
                  <a:cubicBezTo>
                    <a:pt x="319" y="113"/>
                    <a:pt x="319" y="198"/>
                    <a:pt x="266" y="250"/>
                  </a:cubicBezTo>
                  <a:cubicBezTo>
                    <a:pt x="240" y="277"/>
                    <a:pt x="205" y="290"/>
                    <a:pt x="171" y="290"/>
                  </a:cubicBezTo>
                  <a:cubicBezTo>
                    <a:pt x="137" y="290"/>
                    <a:pt x="102" y="277"/>
                    <a:pt x="76" y="250"/>
                  </a:cubicBezTo>
                  <a:cubicBezTo>
                    <a:pt x="50" y="225"/>
                    <a:pt x="36" y="191"/>
                    <a:pt x="36" y="1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9" name="Group 101">
            <a:extLst>
              <a:ext uri="{FF2B5EF4-FFF2-40B4-BE49-F238E27FC236}">
                <a16:creationId xmlns:a16="http://schemas.microsoft.com/office/drawing/2014/main" id="{F66949E5-9C31-4BF6-AA20-12E60E799778}"/>
              </a:ext>
            </a:extLst>
          </p:cNvPr>
          <p:cNvGrpSpPr>
            <a:grpSpLocks noChangeAspect="1"/>
          </p:cNvGrpSpPr>
          <p:nvPr/>
        </p:nvGrpSpPr>
        <p:grpSpPr bwMode="auto">
          <a:xfrm>
            <a:off x="4690133" y="4132940"/>
            <a:ext cx="316850" cy="239337"/>
            <a:chOff x="735" y="0"/>
            <a:chExt cx="4288" cy="3239"/>
          </a:xfrm>
          <a:solidFill>
            <a:srgbClr val="62B3E5"/>
          </a:solidFill>
        </p:grpSpPr>
        <p:sp>
          <p:nvSpPr>
            <p:cNvPr id="160" name="Freeform 102">
              <a:extLst>
                <a:ext uri="{FF2B5EF4-FFF2-40B4-BE49-F238E27FC236}">
                  <a16:creationId xmlns:a16="http://schemas.microsoft.com/office/drawing/2014/main" id="{8AE10846-28B5-4979-801E-FF1D78C1A49D}"/>
                </a:ext>
              </a:extLst>
            </p:cNvPr>
            <p:cNvSpPr>
              <a:spLocks/>
            </p:cNvSpPr>
            <p:nvPr/>
          </p:nvSpPr>
          <p:spPr bwMode="auto">
            <a:xfrm>
              <a:off x="2736" y="0"/>
              <a:ext cx="2287" cy="3239"/>
            </a:xfrm>
            <a:custGeom>
              <a:avLst/>
              <a:gdLst>
                <a:gd name="T0" fmla="*/ 559 w 2048"/>
                <a:gd name="T1" fmla="*/ 0 h 2900"/>
                <a:gd name="T2" fmla="*/ 331 w 2048"/>
                <a:gd name="T3" fmla="*/ 116 h 2900"/>
                <a:gd name="T4" fmla="*/ 331 w 2048"/>
                <a:gd name="T5" fmla="*/ 269 h 2900"/>
                <a:gd name="T6" fmla="*/ 279 w 2048"/>
                <a:gd name="T7" fmla="*/ 330 h 2900"/>
                <a:gd name="T8" fmla="*/ 151 w 2048"/>
                <a:gd name="T9" fmla="*/ 375 h 2900"/>
                <a:gd name="T10" fmla="*/ 31 w 2048"/>
                <a:gd name="T11" fmla="*/ 432 h 2900"/>
                <a:gd name="T12" fmla="*/ 0 w 2048"/>
                <a:gd name="T13" fmla="*/ 442 h 2900"/>
                <a:gd name="T14" fmla="*/ 278 w 2048"/>
                <a:gd name="T15" fmla="*/ 713 h 2900"/>
                <a:gd name="T16" fmla="*/ 598 w 2048"/>
                <a:gd name="T17" fmla="*/ 647 h 2900"/>
                <a:gd name="T18" fmla="*/ 1401 w 2048"/>
                <a:gd name="T19" fmla="*/ 1450 h 2900"/>
                <a:gd name="T20" fmla="*/ 598 w 2048"/>
                <a:gd name="T21" fmla="*/ 2253 h 2900"/>
                <a:gd name="T22" fmla="*/ 275 w 2048"/>
                <a:gd name="T23" fmla="*/ 2186 h 2900"/>
                <a:gd name="T24" fmla="*/ 12 w 2048"/>
                <a:gd name="T25" fmla="*/ 2449 h 2900"/>
                <a:gd name="T26" fmla="*/ 5 w 2048"/>
                <a:gd name="T27" fmla="*/ 2459 h 2900"/>
                <a:gd name="T28" fmla="*/ 31 w 2048"/>
                <a:gd name="T29" fmla="*/ 2468 h 2900"/>
                <a:gd name="T30" fmla="*/ 153 w 2048"/>
                <a:gd name="T31" fmla="*/ 2526 h 2900"/>
                <a:gd name="T32" fmla="*/ 279 w 2048"/>
                <a:gd name="T33" fmla="*/ 2570 h 2900"/>
                <a:gd name="T34" fmla="*/ 331 w 2048"/>
                <a:gd name="T35" fmla="*/ 2631 h 2900"/>
                <a:gd name="T36" fmla="*/ 331 w 2048"/>
                <a:gd name="T37" fmla="*/ 2784 h 2900"/>
                <a:gd name="T38" fmla="*/ 598 w 2048"/>
                <a:gd name="T39" fmla="*/ 2900 h 2900"/>
                <a:gd name="T40" fmla="*/ 865 w 2048"/>
                <a:gd name="T41" fmla="*/ 2784 h 2900"/>
                <a:gd name="T42" fmla="*/ 865 w 2048"/>
                <a:gd name="T43" fmla="*/ 2631 h 2900"/>
                <a:gd name="T44" fmla="*/ 917 w 2048"/>
                <a:gd name="T45" fmla="*/ 2570 h 2900"/>
                <a:gd name="T46" fmla="*/ 1042 w 2048"/>
                <a:gd name="T47" fmla="*/ 2525 h 2900"/>
                <a:gd name="T48" fmla="*/ 1164 w 2048"/>
                <a:gd name="T49" fmla="*/ 2468 h 2900"/>
                <a:gd name="T50" fmla="*/ 1244 w 2048"/>
                <a:gd name="T51" fmla="*/ 2474 h 2900"/>
                <a:gd name="T52" fmla="*/ 1352 w 2048"/>
                <a:gd name="T53" fmla="*/ 2582 h 2900"/>
                <a:gd name="T54" fmla="*/ 1623 w 2048"/>
                <a:gd name="T55" fmla="*/ 2476 h 2900"/>
                <a:gd name="T56" fmla="*/ 1730 w 2048"/>
                <a:gd name="T57" fmla="*/ 2205 h 2900"/>
                <a:gd name="T58" fmla="*/ 1621 w 2048"/>
                <a:gd name="T59" fmla="*/ 2096 h 2900"/>
                <a:gd name="T60" fmla="*/ 1615 w 2048"/>
                <a:gd name="T61" fmla="*/ 2016 h 2900"/>
                <a:gd name="T62" fmla="*/ 1673 w 2048"/>
                <a:gd name="T63" fmla="*/ 1894 h 2900"/>
                <a:gd name="T64" fmla="*/ 1718 w 2048"/>
                <a:gd name="T65" fmla="*/ 1769 h 2900"/>
                <a:gd name="T66" fmla="*/ 1779 w 2048"/>
                <a:gd name="T67" fmla="*/ 1717 h 2900"/>
                <a:gd name="T68" fmla="*/ 1932 w 2048"/>
                <a:gd name="T69" fmla="*/ 1717 h 2900"/>
                <a:gd name="T70" fmla="*/ 2048 w 2048"/>
                <a:gd name="T71" fmla="*/ 1450 h 2900"/>
                <a:gd name="T72" fmla="*/ 1932 w 2048"/>
                <a:gd name="T73" fmla="*/ 1183 h 2900"/>
                <a:gd name="T74" fmla="*/ 1779 w 2048"/>
                <a:gd name="T75" fmla="*/ 1183 h 2900"/>
                <a:gd name="T76" fmla="*/ 1718 w 2048"/>
                <a:gd name="T77" fmla="*/ 1131 h 2900"/>
                <a:gd name="T78" fmla="*/ 1672 w 2048"/>
                <a:gd name="T79" fmla="*/ 1003 h 2900"/>
                <a:gd name="T80" fmla="*/ 1615 w 2048"/>
                <a:gd name="T81" fmla="*/ 883 h 2900"/>
                <a:gd name="T82" fmla="*/ 1621 w 2048"/>
                <a:gd name="T83" fmla="*/ 804 h 2900"/>
                <a:gd name="T84" fmla="*/ 1730 w 2048"/>
                <a:gd name="T85" fmla="*/ 695 h 2900"/>
                <a:gd name="T86" fmla="*/ 1623 w 2048"/>
                <a:gd name="T87" fmla="*/ 424 h 2900"/>
                <a:gd name="T88" fmla="*/ 1352 w 2048"/>
                <a:gd name="T89" fmla="*/ 318 h 2900"/>
                <a:gd name="T90" fmla="*/ 1244 w 2048"/>
                <a:gd name="T91" fmla="*/ 426 h 2900"/>
                <a:gd name="T92" fmla="*/ 1164 w 2048"/>
                <a:gd name="T93" fmla="*/ 432 h 2900"/>
                <a:gd name="T94" fmla="*/ 1044 w 2048"/>
                <a:gd name="T95" fmla="*/ 375 h 2900"/>
                <a:gd name="T96" fmla="*/ 917 w 2048"/>
                <a:gd name="T97" fmla="*/ 330 h 2900"/>
                <a:gd name="T98" fmla="*/ 865 w 2048"/>
                <a:gd name="T99" fmla="*/ 269 h 2900"/>
                <a:gd name="T100" fmla="*/ 865 w 2048"/>
                <a:gd name="T101" fmla="*/ 116 h 2900"/>
                <a:gd name="T102" fmla="*/ 598 w 2048"/>
                <a:gd name="T103" fmla="*/ 0 h 2900"/>
                <a:gd name="T104" fmla="*/ 559 w 2048"/>
                <a:gd name="T105" fmla="*/ 0 h 2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48" h="2900">
                  <a:moveTo>
                    <a:pt x="559" y="0"/>
                  </a:moveTo>
                  <a:cubicBezTo>
                    <a:pt x="375" y="1"/>
                    <a:pt x="331" y="12"/>
                    <a:pt x="331" y="116"/>
                  </a:cubicBezTo>
                  <a:cubicBezTo>
                    <a:pt x="331" y="269"/>
                    <a:pt x="331" y="269"/>
                    <a:pt x="331" y="269"/>
                  </a:cubicBezTo>
                  <a:cubicBezTo>
                    <a:pt x="331" y="299"/>
                    <a:pt x="306" y="322"/>
                    <a:pt x="279" y="330"/>
                  </a:cubicBezTo>
                  <a:cubicBezTo>
                    <a:pt x="235" y="343"/>
                    <a:pt x="193" y="358"/>
                    <a:pt x="151" y="375"/>
                  </a:cubicBezTo>
                  <a:cubicBezTo>
                    <a:pt x="110" y="392"/>
                    <a:pt x="70" y="411"/>
                    <a:pt x="31" y="432"/>
                  </a:cubicBezTo>
                  <a:cubicBezTo>
                    <a:pt x="22" y="437"/>
                    <a:pt x="11" y="441"/>
                    <a:pt x="0" y="442"/>
                  </a:cubicBezTo>
                  <a:cubicBezTo>
                    <a:pt x="94" y="531"/>
                    <a:pt x="186" y="622"/>
                    <a:pt x="278" y="713"/>
                  </a:cubicBezTo>
                  <a:cubicBezTo>
                    <a:pt x="376" y="671"/>
                    <a:pt x="484" y="647"/>
                    <a:pt x="598" y="647"/>
                  </a:cubicBezTo>
                  <a:cubicBezTo>
                    <a:pt x="1041" y="647"/>
                    <a:pt x="1401" y="1007"/>
                    <a:pt x="1401" y="1450"/>
                  </a:cubicBezTo>
                  <a:cubicBezTo>
                    <a:pt x="1401" y="1893"/>
                    <a:pt x="1041" y="2253"/>
                    <a:pt x="598" y="2253"/>
                  </a:cubicBezTo>
                  <a:cubicBezTo>
                    <a:pt x="483" y="2253"/>
                    <a:pt x="374" y="2229"/>
                    <a:pt x="275" y="2186"/>
                  </a:cubicBezTo>
                  <a:cubicBezTo>
                    <a:pt x="187" y="2273"/>
                    <a:pt x="99" y="2360"/>
                    <a:pt x="12" y="2449"/>
                  </a:cubicBezTo>
                  <a:cubicBezTo>
                    <a:pt x="10" y="2453"/>
                    <a:pt x="7" y="2456"/>
                    <a:pt x="5" y="2459"/>
                  </a:cubicBezTo>
                  <a:cubicBezTo>
                    <a:pt x="14" y="2460"/>
                    <a:pt x="23" y="2463"/>
                    <a:pt x="31" y="2468"/>
                  </a:cubicBezTo>
                  <a:cubicBezTo>
                    <a:pt x="70" y="2489"/>
                    <a:pt x="112" y="2508"/>
                    <a:pt x="153" y="2526"/>
                  </a:cubicBezTo>
                  <a:cubicBezTo>
                    <a:pt x="195" y="2542"/>
                    <a:pt x="236" y="2558"/>
                    <a:pt x="279" y="2570"/>
                  </a:cubicBezTo>
                  <a:cubicBezTo>
                    <a:pt x="306" y="2578"/>
                    <a:pt x="331" y="2601"/>
                    <a:pt x="331" y="2631"/>
                  </a:cubicBezTo>
                  <a:cubicBezTo>
                    <a:pt x="331" y="2784"/>
                    <a:pt x="331" y="2784"/>
                    <a:pt x="331" y="2784"/>
                  </a:cubicBezTo>
                  <a:cubicBezTo>
                    <a:pt x="331" y="2894"/>
                    <a:pt x="381" y="2900"/>
                    <a:pt x="598" y="2900"/>
                  </a:cubicBezTo>
                  <a:cubicBezTo>
                    <a:pt x="814" y="2900"/>
                    <a:pt x="865" y="2894"/>
                    <a:pt x="865" y="2784"/>
                  </a:cubicBezTo>
                  <a:cubicBezTo>
                    <a:pt x="865" y="2631"/>
                    <a:pt x="865" y="2631"/>
                    <a:pt x="865" y="2631"/>
                  </a:cubicBezTo>
                  <a:cubicBezTo>
                    <a:pt x="865" y="2601"/>
                    <a:pt x="889" y="2578"/>
                    <a:pt x="917" y="2570"/>
                  </a:cubicBezTo>
                  <a:cubicBezTo>
                    <a:pt x="959" y="2558"/>
                    <a:pt x="1001" y="2542"/>
                    <a:pt x="1042" y="2525"/>
                  </a:cubicBezTo>
                  <a:cubicBezTo>
                    <a:pt x="1084" y="2508"/>
                    <a:pt x="1125" y="2489"/>
                    <a:pt x="1164" y="2468"/>
                  </a:cubicBezTo>
                  <a:cubicBezTo>
                    <a:pt x="1189" y="2454"/>
                    <a:pt x="1223" y="2452"/>
                    <a:pt x="1244" y="2474"/>
                  </a:cubicBezTo>
                  <a:cubicBezTo>
                    <a:pt x="1352" y="2582"/>
                    <a:pt x="1352" y="2582"/>
                    <a:pt x="1352" y="2582"/>
                  </a:cubicBezTo>
                  <a:cubicBezTo>
                    <a:pt x="1430" y="2660"/>
                    <a:pt x="1470" y="2629"/>
                    <a:pt x="1623" y="2476"/>
                  </a:cubicBezTo>
                  <a:cubicBezTo>
                    <a:pt x="1776" y="2322"/>
                    <a:pt x="1808" y="2283"/>
                    <a:pt x="1730" y="2205"/>
                  </a:cubicBezTo>
                  <a:cubicBezTo>
                    <a:pt x="1694" y="2169"/>
                    <a:pt x="1658" y="2132"/>
                    <a:pt x="1621" y="2096"/>
                  </a:cubicBezTo>
                  <a:cubicBezTo>
                    <a:pt x="1600" y="2075"/>
                    <a:pt x="1602" y="2041"/>
                    <a:pt x="1615" y="2016"/>
                  </a:cubicBezTo>
                  <a:cubicBezTo>
                    <a:pt x="1637" y="1977"/>
                    <a:pt x="1656" y="1936"/>
                    <a:pt x="1673" y="1894"/>
                  </a:cubicBezTo>
                  <a:cubicBezTo>
                    <a:pt x="1690" y="1853"/>
                    <a:pt x="1706" y="1811"/>
                    <a:pt x="1718" y="1769"/>
                  </a:cubicBezTo>
                  <a:cubicBezTo>
                    <a:pt x="1726" y="1742"/>
                    <a:pt x="1748" y="1717"/>
                    <a:pt x="1779" y="1717"/>
                  </a:cubicBezTo>
                  <a:cubicBezTo>
                    <a:pt x="1932" y="1717"/>
                    <a:pt x="1932" y="1717"/>
                    <a:pt x="1932" y="1717"/>
                  </a:cubicBezTo>
                  <a:cubicBezTo>
                    <a:pt x="2042" y="1717"/>
                    <a:pt x="2048" y="1667"/>
                    <a:pt x="2048" y="1450"/>
                  </a:cubicBezTo>
                  <a:cubicBezTo>
                    <a:pt x="2048" y="1233"/>
                    <a:pt x="2042" y="1183"/>
                    <a:pt x="1932" y="1183"/>
                  </a:cubicBezTo>
                  <a:cubicBezTo>
                    <a:pt x="1779" y="1183"/>
                    <a:pt x="1779" y="1183"/>
                    <a:pt x="1779" y="1183"/>
                  </a:cubicBezTo>
                  <a:cubicBezTo>
                    <a:pt x="1748" y="1183"/>
                    <a:pt x="1726" y="1158"/>
                    <a:pt x="1718" y="1131"/>
                  </a:cubicBezTo>
                  <a:cubicBezTo>
                    <a:pt x="1705" y="1088"/>
                    <a:pt x="1690" y="1045"/>
                    <a:pt x="1672" y="1003"/>
                  </a:cubicBezTo>
                  <a:cubicBezTo>
                    <a:pt x="1655" y="962"/>
                    <a:pt x="1637" y="922"/>
                    <a:pt x="1615" y="883"/>
                  </a:cubicBezTo>
                  <a:cubicBezTo>
                    <a:pt x="1602" y="859"/>
                    <a:pt x="1600" y="825"/>
                    <a:pt x="1621" y="804"/>
                  </a:cubicBezTo>
                  <a:cubicBezTo>
                    <a:pt x="1730" y="695"/>
                    <a:pt x="1730" y="695"/>
                    <a:pt x="1730" y="695"/>
                  </a:cubicBezTo>
                  <a:cubicBezTo>
                    <a:pt x="1808" y="618"/>
                    <a:pt x="1776" y="577"/>
                    <a:pt x="1623" y="424"/>
                  </a:cubicBezTo>
                  <a:cubicBezTo>
                    <a:pt x="1470" y="271"/>
                    <a:pt x="1430" y="240"/>
                    <a:pt x="1352" y="318"/>
                  </a:cubicBezTo>
                  <a:cubicBezTo>
                    <a:pt x="1316" y="354"/>
                    <a:pt x="1280" y="390"/>
                    <a:pt x="1244" y="426"/>
                  </a:cubicBezTo>
                  <a:cubicBezTo>
                    <a:pt x="1223" y="447"/>
                    <a:pt x="1189" y="446"/>
                    <a:pt x="1164" y="432"/>
                  </a:cubicBezTo>
                  <a:cubicBezTo>
                    <a:pt x="1125" y="411"/>
                    <a:pt x="1085" y="392"/>
                    <a:pt x="1044" y="375"/>
                  </a:cubicBezTo>
                  <a:cubicBezTo>
                    <a:pt x="1002" y="358"/>
                    <a:pt x="960" y="343"/>
                    <a:pt x="917" y="330"/>
                  </a:cubicBezTo>
                  <a:cubicBezTo>
                    <a:pt x="889" y="322"/>
                    <a:pt x="865" y="299"/>
                    <a:pt x="865" y="269"/>
                  </a:cubicBezTo>
                  <a:cubicBezTo>
                    <a:pt x="865" y="116"/>
                    <a:pt x="865" y="116"/>
                    <a:pt x="865" y="116"/>
                  </a:cubicBezTo>
                  <a:cubicBezTo>
                    <a:pt x="865" y="6"/>
                    <a:pt x="814" y="0"/>
                    <a:pt x="598" y="0"/>
                  </a:cubicBezTo>
                  <a:cubicBezTo>
                    <a:pt x="584" y="0"/>
                    <a:pt x="571" y="0"/>
                    <a:pt x="5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3">
              <a:extLst>
                <a:ext uri="{FF2B5EF4-FFF2-40B4-BE49-F238E27FC236}">
                  <a16:creationId xmlns:a16="http://schemas.microsoft.com/office/drawing/2014/main" id="{06418116-EE77-464C-9443-9CD07AB64963}"/>
                </a:ext>
              </a:extLst>
            </p:cNvPr>
            <p:cNvSpPr>
              <a:spLocks/>
            </p:cNvSpPr>
            <p:nvPr/>
          </p:nvSpPr>
          <p:spPr bwMode="auto">
            <a:xfrm>
              <a:off x="735" y="393"/>
              <a:ext cx="2939" cy="2484"/>
            </a:xfrm>
            <a:custGeom>
              <a:avLst/>
              <a:gdLst>
                <a:gd name="T0" fmla="*/ 1443 w 2632"/>
                <a:gd name="T1" fmla="*/ 0 h 2224"/>
                <a:gd name="T2" fmla="*/ 1244 w 2632"/>
                <a:gd name="T3" fmla="*/ 83 h 2224"/>
                <a:gd name="T4" fmla="*/ 1244 w 2632"/>
                <a:gd name="T5" fmla="*/ 481 h 2224"/>
                <a:gd name="T6" fmla="*/ 1579 w 2632"/>
                <a:gd name="T7" fmla="*/ 816 h 2224"/>
                <a:gd name="T8" fmla="*/ 282 w 2632"/>
                <a:gd name="T9" fmla="*/ 816 h 2224"/>
                <a:gd name="T10" fmla="*/ 0 w 2632"/>
                <a:gd name="T11" fmla="*/ 1098 h 2224"/>
                <a:gd name="T12" fmla="*/ 282 w 2632"/>
                <a:gd name="T13" fmla="*/ 1380 h 2224"/>
                <a:gd name="T14" fmla="*/ 1579 w 2632"/>
                <a:gd name="T15" fmla="*/ 1380 h 2224"/>
                <a:gd name="T16" fmla="*/ 1244 w 2632"/>
                <a:gd name="T17" fmla="*/ 1714 h 2224"/>
                <a:gd name="T18" fmla="*/ 1244 w 2632"/>
                <a:gd name="T19" fmla="*/ 2113 h 2224"/>
                <a:gd name="T20" fmla="*/ 1643 w 2632"/>
                <a:gd name="T21" fmla="*/ 2113 h 2224"/>
                <a:gd name="T22" fmla="*/ 2600 w 2632"/>
                <a:gd name="T23" fmla="*/ 1156 h 2224"/>
                <a:gd name="T24" fmla="*/ 2600 w 2632"/>
                <a:gd name="T25" fmla="*/ 1040 h 2224"/>
                <a:gd name="T26" fmla="*/ 1643 w 2632"/>
                <a:gd name="T27" fmla="*/ 83 h 2224"/>
                <a:gd name="T28" fmla="*/ 1443 w 2632"/>
                <a:gd name="T29" fmla="*/ 0 h 2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32" h="2224">
                  <a:moveTo>
                    <a:pt x="1443" y="0"/>
                  </a:moveTo>
                  <a:cubicBezTo>
                    <a:pt x="1371" y="0"/>
                    <a:pt x="1299" y="28"/>
                    <a:pt x="1244" y="83"/>
                  </a:cubicBezTo>
                  <a:cubicBezTo>
                    <a:pt x="1134" y="193"/>
                    <a:pt x="1134" y="371"/>
                    <a:pt x="1244" y="481"/>
                  </a:cubicBezTo>
                  <a:cubicBezTo>
                    <a:pt x="1579" y="816"/>
                    <a:pt x="1579" y="816"/>
                    <a:pt x="1579" y="816"/>
                  </a:cubicBezTo>
                  <a:cubicBezTo>
                    <a:pt x="282" y="816"/>
                    <a:pt x="282" y="816"/>
                    <a:pt x="282" y="816"/>
                  </a:cubicBezTo>
                  <a:cubicBezTo>
                    <a:pt x="126" y="816"/>
                    <a:pt x="0" y="942"/>
                    <a:pt x="0" y="1098"/>
                  </a:cubicBezTo>
                  <a:cubicBezTo>
                    <a:pt x="0" y="1254"/>
                    <a:pt x="126" y="1380"/>
                    <a:pt x="282" y="1380"/>
                  </a:cubicBezTo>
                  <a:cubicBezTo>
                    <a:pt x="1579" y="1380"/>
                    <a:pt x="1579" y="1380"/>
                    <a:pt x="1579" y="1380"/>
                  </a:cubicBezTo>
                  <a:cubicBezTo>
                    <a:pt x="1244" y="1714"/>
                    <a:pt x="1244" y="1714"/>
                    <a:pt x="1244" y="1714"/>
                  </a:cubicBezTo>
                  <a:cubicBezTo>
                    <a:pt x="1134" y="1825"/>
                    <a:pt x="1134" y="2003"/>
                    <a:pt x="1244" y="2113"/>
                  </a:cubicBezTo>
                  <a:cubicBezTo>
                    <a:pt x="1354" y="2224"/>
                    <a:pt x="1532" y="2224"/>
                    <a:pt x="1643" y="2113"/>
                  </a:cubicBezTo>
                  <a:cubicBezTo>
                    <a:pt x="1995" y="1760"/>
                    <a:pt x="2276" y="1480"/>
                    <a:pt x="2600" y="1156"/>
                  </a:cubicBezTo>
                  <a:cubicBezTo>
                    <a:pt x="2632" y="1124"/>
                    <a:pt x="2632" y="1072"/>
                    <a:pt x="2600" y="1040"/>
                  </a:cubicBezTo>
                  <a:cubicBezTo>
                    <a:pt x="1643" y="83"/>
                    <a:pt x="1643" y="83"/>
                    <a:pt x="1643" y="83"/>
                  </a:cubicBezTo>
                  <a:cubicBezTo>
                    <a:pt x="1587" y="28"/>
                    <a:pt x="1515" y="0"/>
                    <a:pt x="14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2" name="Group 106">
            <a:extLst>
              <a:ext uri="{FF2B5EF4-FFF2-40B4-BE49-F238E27FC236}">
                <a16:creationId xmlns:a16="http://schemas.microsoft.com/office/drawing/2014/main" id="{76475221-E206-4BBE-BDCB-39E9CB98CF94}"/>
              </a:ext>
            </a:extLst>
          </p:cNvPr>
          <p:cNvGrpSpPr>
            <a:grpSpLocks noChangeAspect="1"/>
          </p:cNvGrpSpPr>
          <p:nvPr/>
        </p:nvGrpSpPr>
        <p:grpSpPr bwMode="auto">
          <a:xfrm>
            <a:off x="5506085" y="3376613"/>
            <a:ext cx="263525" cy="239712"/>
            <a:chOff x="3472" y="2127"/>
            <a:chExt cx="166" cy="151"/>
          </a:xfrm>
          <a:solidFill>
            <a:schemeClr val="tx1"/>
          </a:solidFill>
        </p:grpSpPr>
        <p:sp>
          <p:nvSpPr>
            <p:cNvPr id="163" name="Freeform 107">
              <a:extLst>
                <a:ext uri="{FF2B5EF4-FFF2-40B4-BE49-F238E27FC236}">
                  <a16:creationId xmlns:a16="http://schemas.microsoft.com/office/drawing/2014/main" id="{D2877230-2A84-4A17-8974-667AC4128296}"/>
                </a:ext>
              </a:extLst>
            </p:cNvPr>
            <p:cNvSpPr>
              <a:spLocks/>
            </p:cNvSpPr>
            <p:nvPr/>
          </p:nvSpPr>
          <p:spPr bwMode="auto">
            <a:xfrm>
              <a:off x="3611" y="2260"/>
              <a:ext cx="27" cy="18"/>
            </a:xfrm>
            <a:custGeom>
              <a:avLst/>
              <a:gdLst>
                <a:gd name="T0" fmla="*/ 86 w 86"/>
                <a:gd name="T1" fmla="*/ 12 h 56"/>
                <a:gd name="T2" fmla="*/ 86 w 86"/>
                <a:gd name="T3" fmla="*/ 44 h 56"/>
                <a:gd name="T4" fmla="*/ 74 w 86"/>
                <a:gd name="T5" fmla="*/ 56 h 56"/>
                <a:gd name="T6" fmla="*/ 11 w 86"/>
                <a:gd name="T7" fmla="*/ 56 h 56"/>
                <a:gd name="T8" fmla="*/ 0 w 86"/>
                <a:gd name="T9" fmla="*/ 44 h 56"/>
                <a:gd name="T10" fmla="*/ 0 w 86"/>
                <a:gd name="T11" fmla="*/ 12 h 56"/>
                <a:gd name="T12" fmla="*/ 11 w 86"/>
                <a:gd name="T13" fmla="*/ 0 h 56"/>
                <a:gd name="T14" fmla="*/ 74 w 86"/>
                <a:gd name="T15" fmla="*/ 0 h 56"/>
                <a:gd name="T16" fmla="*/ 86 w 86"/>
                <a:gd name="T17"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56">
                  <a:moveTo>
                    <a:pt x="86" y="12"/>
                  </a:moveTo>
                  <a:cubicBezTo>
                    <a:pt x="86" y="44"/>
                    <a:pt x="86" y="44"/>
                    <a:pt x="86" y="44"/>
                  </a:cubicBezTo>
                  <a:cubicBezTo>
                    <a:pt x="86" y="51"/>
                    <a:pt x="80" y="56"/>
                    <a:pt x="74" y="56"/>
                  </a:cubicBezTo>
                  <a:cubicBezTo>
                    <a:pt x="11" y="56"/>
                    <a:pt x="11" y="56"/>
                    <a:pt x="11" y="56"/>
                  </a:cubicBezTo>
                  <a:cubicBezTo>
                    <a:pt x="5" y="56"/>
                    <a:pt x="0" y="51"/>
                    <a:pt x="0" y="44"/>
                  </a:cubicBezTo>
                  <a:cubicBezTo>
                    <a:pt x="0" y="12"/>
                    <a:pt x="0" y="12"/>
                    <a:pt x="0" y="12"/>
                  </a:cubicBezTo>
                  <a:cubicBezTo>
                    <a:pt x="0" y="6"/>
                    <a:pt x="5" y="0"/>
                    <a:pt x="11" y="0"/>
                  </a:cubicBezTo>
                  <a:cubicBezTo>
                    <a:pt x="74" y="0"/>
                    <a:pt x="74" y="0"/>
                    <a:pt x="74" y="0"/>
                  </a:cubicBezTo>
                  <a:cubicBezTo>
                    <a:pt x="80" y="0"/>
                    <a:pt x="86" y="6"/>
                    <a:pt x="8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108">
              <a:extLst>
                <a:ext uri="{FF2B5EF4-FFF2-40B4-BE49-F238E27FC236}">
                  <a16:creationId xmlns:a16="http://schemas.microsoft.com/office/drawing/2014/main" id="{71A39670-1E20-4181-9652-9FC2CBA89A72}"/>
                </a:ext>
              </a:extLst>
            </p:cNvPr>
            <p:cNvSpPr>
              <a:spLocks/>
            </p:cNvSpPr>
            <p:nvPr/>
          </p:nvSpPr>
          <p:spPr bwMode="auto">
            <a:xfrm>
              <a:off x="3611" y="2207"/>
              <a:ext cx="27" cy="17"/>
            </a:xfrm>
            <a:custGeom>
              <a:avLst/>
              <a:gdLst>
                <a:gd name="T0" fmla="*/ 86 w 86"/>
                <a:gd name="T1" fmla="*/ 11 h 55"/>
                <a:gd name="T2" fmla="*/ 86 w 86"/>
                <a:gd name="T3" fmla="*/ 43 h 55"/>
                <a:gd name="T4" fmla="*/ 74 w 86"/>
                <a:gd name="T5" fmla="*/ 55 h 55"/>
                <a:gd name="T6" fmla="*/ 11 w 86"/>
                <a:gd name="T7" fmla="*/ 55 h 55"/>
                <a:gd name="T8" fmla="*/ 0 w 86"/>
                <a:gd name="T9" fmla="*/ 43 h 55"/>
                <a:gd name="T10" fmla="*/ 0 w 86"/>
                <a:gd name="T11" fmla="*/ 11 h 55"/>
                <a:gd name="T12" fmla="*/ 11 w 86"/>
                <a:gd name="T13" fmla="*/ 0 h 55"/>
                <a:gd name="T14" fmla="*/ 74 w 86"/>
                <a:gd name="T15" fmla="*/ 0 h 55"/>
                <a:gd name="T16" fmla="*/ 86 w 86"/>
                <a:gd name="T17" fmla="*/ 1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55">
                  <a:moveTo>
                    <a:pt x="86" y="11"/>
                  </a:moveTo>
                  <a:cubicBezTo>
                    <a:pt x="86" y="43"/>
                    <a:pt x="86" y="43"/>
                    <a:pt x="86" y="43"/>
                  </a:cubicBezTo>
                  <a:cubicBezTo>
                    <a:pt x="86" y="50"/>
                    <a:pt x="80" y="55"/>
                    <a:pt x="74" y="55"/>
                  </a:cubicBezTo>
                  <a:cubicBezTo>
                    <a:pt x="11" y="55"/>
                    <a:pt x="11" y="55"/>
                    <a:pt x="11" y="55"/>
                  </a:cubicBezTo>
                  <a:cubicBezTo>
                    <a:pt x="5" y="55"/>
                    <a:pt x="0" y="50"/>
                    <a:pt x="0" y="43"/>
                  </a:cubicBezTo>
                  <a:cubicBezTo>
                    <a:pt x="0" y="11"/>
                    <a:pt x="0" y="11"/>
                    <a:pt x="0" y="11"/>
                  </a:cubicBezTo>
                  <a:cubicBezTo>
                    <a:pt x="0" y="5"/>
                    <a:pt x="5" y="0"/>
                    <a:pt x="11" y="0"/>
                  </a:cubicBezTo>
                  <a:cubicBezTo>
                    <a:pt x="74" y="0"/>
                    <a:pt x="74" y="0"/>
                    <a:pt x="74" y="0"/>
                  </a:cubicBezTo>
                  <a:cubicBezTo>
                    <a:pt x="80" y="0"/>
                    <a:pt x="86" y="5"/>
                    <a:pt x="8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109">
              <a:extLst>
                <a:ext uri="{FF2B5EF4-FFF2-40B4-BE49-F238E27FC236}">
                  <a16:creationId xmlns:a16="http://schemas.microsoft.com/office/drawing/2014/main" id="{D7367DD7-6030-4C59-93A2-00258C3C94B9}"/>
                </a:ext>
              </a:extLst>
            </p:cNvPr>
            <p:cNvSpPr>
              <a:spLocks/>
            </p:cNvSpPr>
            <p:nvPr/>
          </p:nvSpPr>
          <p:spPr bwMode="auto">
            <a:xfrm>
              <a:off x="3611" y="2170"/>
              <a:ext cx="27" cy="18"/>
            </a:xfrm>
            <a:custGeom>
              <a:avLst/>
              <a:gdLst>
                <a:gd name="T0" fmla="*/ 86 w 86"/>
                <a:gd name="T1" fmla="*/ 12 h 56"/>
                <a:gd name="T2" fmla="*/ 86 w 86"/>
                <a:gd name="T3" fmla="*/ 44 h 56"/>
                <a:gd name="T4" fmla="*/ 74 w 86"/>
                <a:gd name="T5" fmla="*/ 56 h 56"/>
                <a:gd name="T6" fmla="*/ 11 w 86"/>
                <a:gd name="T7" fmla="*/ 56 h 56"/>
                <a:gd name="T8" fmla="*/ 0 w 86"/>
                <a:gd name="T9" fmla="*/ 44 h 56"/>
                <a:gd name="T10" fmla="*/ 0 w 86"/>
                <a:gd name="T11" fmla="*/ 12 h 56"/>
                <a:gd name="T12" fmla="*/ 11 w 86"/>
                <a:gd name="T13" fmla="*/ 0 h 56"/>
                <a:gd name="T14" fmla="*/ 74 w 86"/>
                <a:gd name="T15" fmla="*/ 0 h 56"/>
                <a:gd name="T16" fmla="*/ 86 w 86"/>
                <a:gd name="T17"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56">
                  <a:moveTo>
                    <a:pt x="86" y="12"/>
                  </a:moveTo>
                  <a:cubicBezTo>
                    <a:pt x="86" y="44"/>
                    <a:pt x="86" y="44"/>
                    <a:pt x="86" y="44"/>
                  </a:cubicBezTo>
                  <a:cubicBezTo>
                    <a:pt x="86" y="50"/>
                    <a:pt x="80" y="56"/>
                    <a:pt x="74" y="56"/>
                  </a:cubicBezTo>
                  <a:cubicBezTo>
                    <a:pt x="11" y="56"/>
                    <a:pt x="11" y="56"/>
                    <a:pt x="11" y="56"/>
                  </a:cubicBezTo>
                  <a:cubicBezTo>
                    <a:pt x="5" y="56"/>
                    <a:pt x="0" y="50"/>
                    <a:pt x="0" y="44"/>
                  </a:cubicBezTo>
                  <a:cubicBezTo>
                    <a:pt x="0" y="12"/>
                    <a:pt x="0" y="12"/>
                    <a:pt x="0" y="12"/>
                  </a:cubicBezTo>
                  <a:cubicBezTo>
                    <a:pt x="0" y="5"/>
                    <a:pt x="5" y="0"/>
                    <a:pt x="11" y="0"/>
                  </a:cubicBezTo>
                  <a:cubicBezTo>
                    <a:pt x="74" y="0"/>
                    <a:pt x="74" y="0"/>
                    <a:pt x="74" y="0"/>
                  </a:cubicBezTo>
                  <a:cubicBezTo>
                    <a:pt x="80" y="0"/>
                    <a:pt x="86" y="5"/>
                    <a:pt x="8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110">
              <a:extLst>
                <a:ext uri="{FF2B5EF4-FFF2-40B4-BE49-F238E27FC236}">
                  <a16:creationId xmlns:a16="http://schemas.microsoft.com/office/drawing/2014/main" id="{831FCAE0-A89B-4EB0-9654-310B2FAA342A}"/>
                </a:ext>
              </a:extLst>
            </p:cNvPr>
            <p:cNvSpPr>
              <a:spLocks/>
            </p:cNvSpPr>
            <p:nvPr/>
          </p:nvSpPr>
          <p:spPr bwMode="auto">
            <a:xfrm>
              <a:off x="3614" y="2228"/>
              <a:ext cx="21" cy="30"/>
            </a:xfrm>
            <a:custGeom>
              <a:avLst/>
              <a:gdLst>
                <a:gd name="T0" fmla="*/ 21 w 21"/>
                <a:gd name="T1" fmla="*/ 17 h 30"/>
                <a:gd name="T2" fmla="*/ 11 w 21"/>
                <a:gd name="T3" fmla="*/ 30 h 30"/>
                <a:gd name="T4" fmla="*/ 0 w 21"/>
                <a:gd name="T5" fmla="*/ 17 h 30"/>
                <a:gd name="T6" fmla="*/ 8 w 21"/>
                <a:gd name="T7" fmla="*/ 17 h 30"/>
                <a:gd name="T8" fmla="*/ 8 w 21"/>
                <a:gd name="T9" fmla="*/ 0 h 30"/>
                <a:gd name="T10" fmla="*/ 15 w 21"/>
                <a:gd name="T11" fmla="*/ 0 h 30"/>
                <a:gd name="T12" fmla="*/ 15 w 21"/>
                <a:gd name="T13" fmla="*/ 17 h 30"/>
                <a:gd name="T14" fmla="*/ 21 w 21"/>
                <a:gd name="T15" fmla="*/ 17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30">
                  <a:moveTo>
                    <a:pt x="21" y="17"/>
                  </a:moveTo>
                  <a:lnTo>
                    <a:pt x="11" y="30"/>
                  </a:lnTo>
                  <a:lnTo>
                    <a:pt x="0" y="17"/>
                  </a:lnTo>
                  <a:lnTo>
                    <a:pt x="8" y="17"/>
                  </a:lnTo>
                  <a:lnTo>
                    <a:pt x="8" y="0"/>
                  </a:lnTo>
                  <a:lnTo>
                    <a:pt x="15" y="0"/>
                  </a:lnTo>
                  <a:lnTo>
                    <a:pt x="15" y="17"/>
                  </a:lnTo>
                  <a:lnTo>
                    <a:pt x="21"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11">
              <a:extLst>
                <a:ext uri="{FF2B5EF4-FFF2-40B4-BE49-F238E27FC236}">
                  <a16:creationId xmlns:a16="http://schemas.microsoft.com/office/drawing/2014/main" id="{0CCC0427-69AD-4674-92C4-BA17CB5458D8}"/>
                </a:ext>
              </a:extLst>
            </p:cNvPr>
            <p:cNvSpPr>
              <a:spLocks/>
            </p:cNvSpPr>
            <p:nvPr/>
          </p:nvSpPr>
          <p:spPr bwMode="auto">
            <a:xfrm>
              <a:off x="3583" y="2145"/>
              <a:ext cx="47" cy="20"/>
            </a:xfrm>
            <a:custGeom>
              <a:avLst/>
              <a:gdLst>
                <a:gd name="T0" fmla="*/ 47 w 47"/>
                <a:gd name="T1" fmla="*/ 8 h 20"/>
                <a:gd name="T2" fmla="*/ 47 w 47"/>
                <a:gd name="T3" fmla="*/ 20 h 20"/>
                <a:gd name="T4" fmla="*/ 40 w 47"/>
                <a:gd name="T5" fmla="*/ 20 h 20"/>
                <a:gd name="T6" fmla="*/ 40 w 47"/>
                <a:gd name="T7" fmla="*/ 8 h 20"/>
                <a:gd name="T8" fmla="*/ 0 w 47"/>
                <a:gd name="T9" fmla="*/ 8 h 20"/>
                <a:gd name="T10" fmla="*/ 0 w 47"/>
                <a:gd name="T11" fmla="*/ 0 h 20"/>
                <a:gd name="T12" fmla="*/ 40 w 47"/>
                <a:gd name="T13" fmla="*/ 0 h 20"/>
                <a:gd name="T14" fmla="*/ 47 w 47"/>
                <a:gd name="T15" fmla="*/ 0 h 20"/>
                <a:gd name="T16" fmla="*/ 47 w 47"/>
                <a:gd name="T17"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20">
                  <a:moveTo>
                    <a:pt x="47" y="8"/>
                  </a:moveTo>
                  <a:lnTo>
                    <a:pt x="47" y="20"/>
                  </a:lnTo>
                  <a:lnTo>
                    <a:pt x="40" y="20"/>
                  </a:lnTo>
                  <a:lnTo>
                    <a:pt x="40" y="8"/>
                  </a:lnTo>
                  <a:lnTo>
                    <a:pt x="0" y="8"/>
                  </a:lnTo>
                  <a:lnTo>
                    <a:pt x="0" y="0"/>
                  </a:lnTo>
                  <a:lnTo>
                    <a:pt x="40" y="0"/>
                  </a:lnTo>
                  <a:lnTo>
                    <a:pt x="47" y="0"/>
                  </a:lnTo>
                  <a:lnTo>
                    <a:pt x="4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Rectangle 112">
              <a:extLst>
                <a:ext uri="{FF2B5EF4-FFF2-40B4-BE49-F238E27FC236}">
                  <a16:creationId xmlns:a16="http://schemas.microsoft.com/office/drawing/2014/main" id="{89A1298F-0927-499D-9677-E7C5D0EC26A1}"/>
                </a:ext>
              </a:extLst>
            </p:cNvPr>
            <p:cNvSpPr>
              <a:spLocks noChangeArrowheads="1"/>
            </p:cNvSpPr>
            <p:nvPr/>
          </p:nvSpPr>
          <p:spPr bwMode="auto">
            <a:xfrm>
              <a:off x="3621" y="2191"/>
              <a:ext cx="8" cy="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113">
              <a:extLst>
                <a:ext uri="{FF2B5EF4-FFF2-40B4-BE49-F238E27FC236}">
                  <a16:creationId xmlns:a16="http://schemas.microsoft.com/office/drawing/2014/main" id="{8BA3970B-9755-49BE-8C18-65225E48C37C}"/>
                </a:ext>
              </a:extLst>
            </p:cNvPr>
            <p:cNvSpPr>
              <a:spLocks/>
            </p:cNvSpPr>
            <p:nvPr/>
          </p:nvSpPr>
          <p:spPr bwMode="auto">
            <a:xfrm>
              <a:off x="3472" y="2221"/>
              <a:ext cx="105" cy="44"/>
            </a:xfrm>
            <a:custGeom>
              <a:avLst/>
              <a:gdLst>
                <a:gd name="T0" fmla="*/ 326 w 326"/>
                <a:gd name="T1" fmla="*/ 0 h 137"/>
                <a:gd name="T2" fmla="*/ 326 w 326"/>
                <a:gd name="T3" fmla="*/ 80 h 137"/>
                <a:gd name="T4" fmla="*/ 162 w 326"/>
                <a:gd name="T5" fmla="*/ 137 h 137"/>
                <a:gd name="T6" fmla="*/ 0 w 326"/>
                <a:gd name="T7" fmla="*/ 83 h 137"/>
                <a:gd name="T8" fmla="*/ 0 w 326"/>
                <a:gd name="T9" fmla="*/ 4 h 137"/>
                <a:gd name="T10" fmla="*/ 162 w 326"/>
                <a:gd name="T11" fmla="*/ 57 h 137"/>
                <a:gd name="T12" fmla="*/ 326 w 326"/>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326" h="137">
                  <a:moveTo>
                    <a:pt x="326" y="0"/>
                  </a:moveTo>
                  <a:cubicBezTo>
                    <a:pt x="326" y="80"/>
                    <a:pt x="326" y="80"/>
                    <a:pt x="326" y="80"/>
                  </a:cubicBezTo>
                  <a:cubicBezTo>
                    <a:pt x="311" y="112"/>
                    <a:pt x="243" y="137"/>
                    <a:pt x="162" y="137"/>
                  </a:cubicBezTo>
                  <a:cubicBezTo>
                    <a:pt x="84" y="137"/>
                    <a:pt x="19" y="114"/>
                    <a:pt x="0" y="83"/>
                  </a:cubicBezTo>
                  <a:cubicBezTo>
                    <a:pt x="0" y="4"/>
                    <a:pt x="0" y="4"/>
                    <a:pt x="0" y="4"/>
                  </a:cubicBezTo>
                  <a:cubicBezTo>
                    <a:pt x="19" y="34"/>
                    <a:pt x="84" y="57"/>
                    <a:pt x="162" y="57"/>
                  </a:cubicBezTo>
                  <a:cubicBezTo>
                    <a:pt x="243" y="57"/>
                    <a:pt x="311" y="32"/>
                    <a:pt x="3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114">
              <a:extLst>
                <a:ext uri="{FF2B5EF4-FFF2-40B4-BE49-F238E27FC236}">
                  <a16:creationId xmlns:a16="http://schemas.microsoft.com/office/drawing/2014/main" id="{6B6B5E30-33B3-4EA2-9F78-E1DD5DD4C6D2}"/>
                </a:ext>
              </a:extLst>
            </p:cNvPr>
            <p:cNvSpPr>
              <a:spLocks/>
            </p:cNvSpPr>
            <p:nvPr/>
          </p:nvSpPr>
          <p:spPr bwMode="auto">
            <a:xfrm>
              <a:off x="3472" y="2188"/>
              <a:ext cx="105" cy="44"/>
            </a:xfrm>
            <a:custGeom>
              <a:avLst/>
              <a:gdLst>
                <a:gd name="T0" fmla="*/ 326 w 326"/>
                <a:gd name="T1" fmla="*/ 0 h 137"/>
                <a:gd name="T2" fmla="*/ 326 w 326"/>
                <a:gd name="T3" fmla="*/ 80 h 137"/>
                <a:gd name="T4" fmla="*/ 162 w 326"/>
                <a:gd name="T5" fmla="*/ 137 h 137"/>
                <a:gd name="T6" fmla="*/ 0 w 326"/>
                <a:gd name="T7" fmla="*/ 83 h 137"/>
                <a:gd name="T8" fmla="*/ 0 w 326"/>
                <a:gd name="T9" fmla="*/ 4 h 137"/>
                <a:gd name="T10" fmla="*/ 162 w 326"/>
                <a:gd name="T11" fmla="*/ 57 h 137"/>
                <a:gd name="T12" fmla="*/ 326 w 326"/>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326" h="137">
                  <a:moveTo>
                    <a:pt x="326" y="0"/>
                  </a:moveTo>
                  <a:cubicBezTo>
                    <a:pt x="326" y="80"/>
                    <a:pt x="326" y="80"/>
                    <a:pt x="326" y="80"/>
                  </a:cubicBezTo>
                  <a:cubicBezTo>
                    <a:pt x="311" y="112"/>
                    <a:pt x="243" y="137"/>
                    <a:pt x="162" y="137"/>
                  </a:cubicBezTo>
                  <a:cubicBezTo>
                    <a:pt x="84" y="137"/>
                    <a:pt x="19" y="114"/>
                    <a:pt x="0" y="83"/>
                  </a:cubicBezTo>
                  <a:cubicBezTo>
                    <a:pt x="0" y="4"/>
                    <a:pt x="0" y="4"/>
                    <a:pt x="0" y="4"/>
                  </a:cubicBezTo>
                  <a:cubicBezTo>
                    <a:pt x="19" y="34"/>
                    <a:pt x="84" y="57"/>
                    <a:pt x="162" y="57"/>
                  </a:cubicBezTo>
                  <a:cubicBezTo>
                    <a:pt x="243" y="57"/>
                    <a:pt x="311" y="33"/>
                    <a:pt x="3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115">
              <a:extLst>
                <a:ext uri="{FF2B5EF4-FFF2-40B4-BE49-F238E27FC236}">
                  <a16:creationId xmlns:a16="http://schemas.microsoft.com/office/drawing/2014/main" id="{45C91992-8956-45BB-94C6-4CBB49B56726}"/>
                </a:ext>
              </a:extLst>
            </p:cNvPr>
            <p:cNvSpPr>
              <a:spLocks/>
            </p:cNvSpPr>
            <p:nvPr/>
          </p:nvSpPr>
          <p:spPr bwMode="auto">
            <a:xfrm>
              <a:off x="3472" y="2155"/>
              <a:ext cx="105" cy="44"/>
            </a:xfrm>
            <a:custGeom>
              <a:avLst/>
              <a:gdLst>
                <a:gd name="T0" fmla="*/ 326 w 326"/>
                <a:gd name="T1" fmla="*/ 0 h 136"/>
                <a:gd name="T2" fmla="*/ 326 w 326"/>
                <a:gd name="T3" fmla="*/ 79 h 136"/>
                <a:gd name="T4" fmla="*/ 162 w 326"/>
                <a:gd name="T5" fmla="*/ 136 h 136"/>
                <a:gd name="T6" fmla="*/ 0 w 326"/>
                <a:gd name="T7" fmla="*/ 83 h 136"/>
                <a:gd name="T8" fmla="*/ 0 w 326"/>
                <a:gd name="T9" fmla="*/ 3 h 136"/>
                <a:gd name="T10" fmla="*/ 162 w 326"/>
                <a:gd name="T11" fmla="*/ 57 h 136"/>
                <a:gd name="T12" fmla="*/ 326 w 326"/>
                <a:gd name="T13" fmla="*/ 0 h 136"/>
              </a:gdLst>
              <a:ahLst/>
              <a:cxnLst>
                <a:cxn ang="0">
                  <a:pos x="T0" y="T1"/>
                </a:cxn>
                <a:cxn ang="0">
                  <a:pos x="T2" y="T3"/>
                </a:cxn>
                <a:cxn ang="0">
                  <a:pos x="T4" y="T5"/>
                </a:cxn>
                <a:cxn ang="0">
                  <a:pos x="T6" y="T7"/>
                </a:cxn>
                <a:cxn ang="0">
                  <a:pos x="T8" y="T9"/>
                </a:cxn>
                <a:cxn ang="0">
                  <a:pos x="T10" y="T11"/>
                </a:cxn>
                <a:cxn ang="0">
                  <a:pos x="T12" y="T13"/>
                </a:cxn>
              </a:cxnLst>
              <a:rect l="0" t="0" r="r" b="b"/>
              <a:pathLst>
                <a:path w="326" h="136">
                  <a:moveTo>
                    <a:pt x="326" y="0"/>
                  </a:moveTo>
                  <a:cubicBezTo>
                    <a:pt x="326" y="79"/>
                    <a:pt x="326" y="79"/>
                    <a:pt x="326" y="79"/>
                  </a:cubicBezTo>
                  <a:cubicBezTo>
                    <a:pt x="311" y="112"/>
                    <a:pt x="243" y="136"/>
                    <a:pt x="162" y="136"/>
                  </a:cubicBezTo>
                  <a:cubicBezTo>
                    <a:pt x="84" y="136"/>
                    <a:pt x="19" y="113"/>
                    <a:pt x="0" y="83"/>
                  </a:cubicBezTo>
                  <a:cubicBezTo>
                    <a:pt x="0" y="3"/>
                    <a:pt x="0" y="3"/>
                    <a:pt x="0" y="3"/>
                  </a:cubicBezTo>
                  <a:cubicBezTo>
                    <a:pt x="19" y="34"/>
                    <a:pt x="84" y="57"/>
                    <a:pt x="162" y="57"/>
                  </a:cubicBezTo>
                  <a:cubicBezTo>
                    <a:pt x="243" y="57"/>
                    <a:pt x="311" y="32"/>
                    <a:pt x="3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116">
              <a:extLst>
                <a:ext uri="{FF2B5EF4-FFF2-40B4-BE49-F238E27FC236}">
                  <a16:creationId xmlns:a16="http://schemas.microsoft.com/office/drawing/2014/main" id="{06BF667B-C713-46BB-AF4B-736343C7D28E}"/>
                </a:ext>
              </a:extLst>
            </p:cNvPr>
            <p:cNvSpPr>
              <a:spLocks noEditPoints="1"/>
            </p:cNvSpPr>
            <p:nvPr/>
          </p:nvSpPr>
          <p:spPr bwMode="auto">
            <a:xfrm>
              <a:off x="3477" y="2127"/>
              <a:ext cx="95" cy="41"/>
            </a:xfrm>
            <a:custGeom>
              <a:avLst/>
              <a:gdLst>
                <a:gd name="T0" fmla="*/ 149 w 298"/>
                <a:gd name="T1" fmla="*/ 0 h 128"/>
                <a:gd name="T2" fmla="*/ 298 w 298"/>
                <a:gd name="T3" fmla="*/ 64 h 128"/>
                <a:gd name="T4" fmla="*/ 149 w 298"/>
                <a:gd name="T5" fmla="*/ 128 h 128"/>
                <a:gd name="T6" fmla="*/ 0 w 298"/>
                <a:gd name="T7" fmla="*/ 64 h 128"/>
                <a:gd name="T8" fmla="*/ 149 w 298"/>
                <a:gd name="T9" fmla="*/ 0 h 128"/>
                <a:gd name="T10" fmla="*/ 266 w 298"/>
                <a:gd name="T11" fmla="*/ 64 h 128"/>
                <a:gd name="T12" fmla="*/ 149 w 298"/>
                <a:gd name="T13" fmla="*/ 14 h 128"/>
                <a:gd name="T14" fmla="*/ 32 w 298"/>
                <a:gd name="T15" fmla="*/ 64 h 128"/>
                <a:gd name="T16" fmla="*/ 149 w 298"/>
                <a:gd name="T17" fmla="*/ 114 h 128"/>
                <a:gd name="T18" fmla="*/ 266 w 298"/>
                <a:gd name="T19"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8" h="128">
                  <a:moveTo>
                    <a:pt x="149" y="0"/>
                  </a:moveTo>
                  <a:cubicBezTo>
                    <a:pt x="232" y="0"/>
                    <a:pt x="298" y="29"/>
                    <a:pt x="298" y="64"/>
                  </a:cubicBezTo>
                  <a:cubicBezTo>
                    <a:pt x="298" y="99"/>
                    <a:pt x="232" y="128"/>
                    <a:pt x="149" y="128"/>
                  </a:cubicBezTo>
                  <a:cubicBezTo>
                    <a:pt x="67" y="128"/>
                    <a:pt x="0" y="99"/>
                    <a:pt x="0" y="64"/>
                  </a:cubicBezTo>
                  <a:cubicBezTo>
                    <a:pt x="0" y="29"/>
                    <a:pt x="67" y="0"/>
                    <a:pt x="149" y="0"/>
                  </a:cubicBezTo>
                  <a:close/>
                  <a:moveTo>
                    <a:pt x="266" y="64"/>
                  </a:moveTo>
                  <a:cubicBezTo>
                    <a:pt x="266" y="36"/>
                    <a:pt x="214" y="14"/>
                    <a:pt x="149" y="14"/>
                  </a:cubicBezTo>
                  <a:cubicBezTo>
                    <a:pt x="85" y="14"/>
                    <a:pt x="32" y="36"/>
                    <a:pt x="32" y="64"/>
                  </a:cubicBezTo>
                  <a:cubicBezTo>
                    <a:pt x="32" y="92"/>
                    <a:pt x="85" y="114"/>
                    <a:pt x="149" y="114"/>
                  </a:cubicBezTo>
                  <a:cubicBezTo>
                    <a:pt x="214" y="114"/>
                    <a:pt x="266" y="92"/>
                    <a:pt x="266"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73" name="Group 119">
            <a:extLst>
              <a:ext uri="{FF2B5EF4-FFF2-40B4-BE49-F238E27FC236}">
                <a16:creationId xmlns:a16="http://schemas.microsoft.com/office/drawing/2014/main" id="{A3F96848-BD76-4519-8521-1AAB92D74788}"/>
              </a:ext>
            </a:extLst>
          </p:cNvPr>
          <p:cNvGrpSpPr>
            <a:grpSpLocks noChangeAspect="1"/>
          </p:cNvGrpSpPr>
          <p:nvPr/>
        </p:nvGrpSpPr>
        <p:grpSpPr bwMode="auto">
          <a:xfrm>
            <a:off x="5486281" y="2345220"/>
            <a:ext cx="232311" cy="347341"/>
            <a:chOff x="1797" y="0"/>
            <a:chExt cx="2167" cy="3240"/>
          </a:xfrm>
          <a:solidFill>
            <a:srgbClr val="62B3E5"/>
          </a:solidFill>
        </p:grpSpPr>
        <p:sp>
          <p:nvSpPr>
            <p:cNvPr id="174" name="Freeform 120">
              <a:extLst>
                <a:ext uri="{FF2B5EF4-FFF2-40B4-BE49-F238E27FC236}">
                  <a16:creationId xmlns:a16="http://schemas.microsoft.com/office/drawing/2014/main" id="{2DAAA9AF-275F-4096-8482-3AE053C842F9}"/>
                </a:ext>
              </a:extLst>
            </p:cNvPr>
            <p:cNvSpPr>
              <a:spLocks/>
            </p:cNvSpPr>
            <p:nvPr/>
          </p:nvSpPr>
          <p:spPr bwMode="auto">
            <a:xfrm>
              <a:off x="2358" y="601"/>
              <a:ext cx="11" cy="69"/>
            </a:xfrm>
            <a:custGeom>
              <a:avLst/>
              <a:gdLst>
                <a:gd name="T0" fmla="*/ 12 w 12"/>
                <a:gd name="T1" fmla="*/ 0 h 72"/>
                <a:gd name="T2" fmla="*/ 11 w 12"/>
                <a:gd name="T3" fmla="*/ 4 h 72"/>
                <a:gd name="T4" fmla="*/ 8 w 12"/>
                <a:gd name="T5" fmla="*/ 21 h 72"/>
                <a:gd name="T6" fmla="*/ 2 w 12"/>
                <a:gd name="T7" fmla="*/ 57 h 72"/>
                <a:gd name="T8" fmla="*/ 0 w 12"/>
                <a:gd name="T9" fmla="*/ 72 h 72"/>
                <a:gd name="T10" fmla="*/ 12 w 12"/>
                <a:gd name="T11" fmla="*/ 68 h 72"/>
                <a:gd name="T12" fmla="*/ 12 w 12"/>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12" y="0"/>
                  </a:moveTo>
                  <a:cubicBezTo>
                    <a:pt x="12" y="2"/>
                    <a:pt x="12" y="3"/>
                    <a:pt x="11" y="4"/>
                  </a:cubicBezTo>
                  <a:cubicBezTo>
                    <a:pt x="10" y="10"/>
                    <a:pt x="9" y="15"/>
                    <a:pt x="8" y="21"/>
                  </a:cubicBezTo>
                  <a:cubicBezTo>
                    <a:pt x="6" y="33"/>
                    <a:pt x="4" y="45"/>
                    <a:pt x="2" y="57"/>
                  </a:cubicBezTo>
                  <a:cubicBezTo>
                    <a:pt x="1" y="62"/>
                    <a:pt x="1" y="67"/>
                    <a:pt x="0" y="72"/>
                  </a:cubicBezTo>
                  <a:cubicBezTo>
                    <a:pt x="4" y="71"/>
                    <a:pt x="8" y="69"/>
                    <a:pt x="12" y="68"/>
                  </a:cubicBez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21">
              <a:extLst>
                <a:ext uri="{FF2B5EF4-FFF2-40B4-BE49-F238E27FC236}">
                  <a16:creationId xmlns:a16="http://schemas.microsoft.com/office/drawing/2014/main" id="{F36E5F3B-010D-46A4-8F8E-75DC1BDEC33F}"/>
                </a:ext>
              </a:extLst>
            </p:cNvPr>
            <p:cNvSpPr>
              <a:spLocks/>
            </p:cNvSpPr>
            <p:nvPr/>
          </p:nvSpPr>
          <p:spPr bwMode="auto">
            <a:xfrm>
              <a:off x="3392" y="605"/>
              <a:ext cx="11" cy="64"/>
            </a:xfrm>
            <a:custGeom>
              <a:avLst/>
              <a:gdLst>
                <a:gd name="T0" fmla="*/ 12 w 12"/>
                <a:gd name="T1" fmla="*/ 67 h 67"/>
                <a:gd name="T2" fmla="*/ 10 w 12"/>
                <a:gd name="T3" fmla="*/ 53 h 67"/>
                <a:gd name="T4" fmla="*/ 3 w 12"/>
                <a:gd name="T5" fmla="*/ 17 h 67"/>
                <a:gd name="T6" fmla="*/ 0 w 12"/>
                <a:gd name="T7" fmla="*/ 0 h 67"/>
                <a:gd name="T8" fmla="*/ 0 w 12"/>
                <a:gd name="T9" fmla="*/ 0 h 67"/>
                <a:gd name="T10" fmla="*/ 0 w 12"/>
                <a:gd name="T11" fmla="*/ 63 h 67"/>
                <a:gd name="T12" fmla="*/ 12 w 12"/>
                <a:gd name="T13" fmla="*/ 67 h 67"/>
              </a:gdLst>
              <a:ahLst/>
              <a:cxnLst>
                <a:cxn ang="0">
                  <a:pos x="T0" y="T1"/>
                </a:cxn>
                <a:cxn ang="0">
                  <a:pos x="T2" y="T3"/>
                </a:cxn>
                <a:cxn ang="0">
                  <a:pos x="T4" y="T5"/>
                </a:cxn>
                <a:cxn ang="0">
                  <a:pos x="T6" y="T7"/>
                </a:cxn>
                <a:cxn ang="0">
                  <a:pos x="T8" y="T9"/>
                </a:cxn>
                <a:cxn ang="0">
                  <a:pos x="T10" y="T11"/>
                </a:cxn>
                <a:cxn ang="0">
                  <a:pos x="T12" y="T13"/>
                </a:cxn>
              </a:cxnLst>
              <a:rect l="0" t="0" r="r" b="b"/>
              <a:pathLst>
                <a:path w="12" h="67">
                  <a:moveTo>
                    <a:pt x="12" y="67"/>
                  </a:moveTo>
                  <a:cubicBezTo>
                    <a:pt x="11" y="62"/>
                    <a:pt x="10" y="58"/>
                    <a:pt x="10" y="53"/>
                  </a:cubicBezTo>
                  <a:cubicBezTo>
                    <a:pt x="8" y="41"/>
                    <a:pt x="6" y="29"/>
                    <a:pt x="3" y="17"/>
                  </a:cubicBezTo>
                  <a:cubicBezTo>
                    <a:pt x="2" y="11"/>
                    <a:pt x="1" y="6"/>
                    <a:pt x="0" y="0"/>
                  </a:cubicBezTo>
                  <a:cubicBezTo>
                    <a:pt x="0" y="0"/>
                    <a:pt x="0" y="0"/>
                    <a:pt x="0" y="0"/>
                  </a:cubicBezTo>
                  <a:cubicBezTo>
                    <a:pt x="0" y="63"/>
                    <a:pt x="0" y="63"/>
                    <a:pt x="0" y="63"/>
                  </a:cubicBezTo>
                  <a:cubicBezTo>
                    <a:pt x="4" y="64"/>
                    <a:pt x="8" y="66"/>
                    <a:pt x="12"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22">
              <a:extLst>
                <a:ext uri="{FF2B5EF4-FFF2-40B4-BE49-F238E27FC236}">
                  <a16:creationId xmlns:a16="http://schemas.microsoft.com/office/drawing/2014/main" id="{531E5B07-A2D8-40F9-9899-37D8C42A7972}"/>
                </a:ext>
              </a:extLst>
            </p:cNvPr>
            <p:cNvSpPr>
              <a:spLocks/>
            </p:cNvSpPr>
            <p:nvPr/>
          </p:nvSpPr>
          <p:spPr bwMode="auto">
            <a:xfrm>
              <a:off x="3213" y="1006"/>
              <a:ext cx="73" cy="91"/>
            </a:xfrm>
            <a:custGeom>
              <a:avLst/>
              <a:gdLst>
                <a:gd name="T0" fmla="*/ 42 w 75"/>
                <a:gd name="T1" fmla="*/ 21 h 95"/>
                <a:gd name="T2" fmla="*/ 32 w 75"/>
                <a:gd name="T3" fmla="*/ 15 h 95"/>
                <a:gd name="T4" fmla="*/ 0 w 75"/>
                <a:gd name="T5" fmla="*/ 95 h 95"/>
                <a:gd name="T6" fmla="*/ 75 w 75"/>
                <a:gd name="T7" fmla="*/ 44 h 95"/>
                <a:gd name="T8" fmla="*/ 75 w 75"/>
                <a:gd name="T9" fmla="*/ 0 h 95"/>
                <a:gd name="T10" fmla="*/ 63 w 75"/>
                <a:gd name="T11" fmla="*/ 13 h 95"/>
                <a:gd name="T12" fmla="*/ 42 w 75"/>
                <a:gd name="T13" fmla="*/ 21 h 95"/>
              </a:gdLst>
              <a:ahLst/>
              <a:cxnLst>
                <a:cxn ang="0">
                  <a:pos x="T0" y="T1"/>
                </a:cxn>
                <a:cxn ang="0">
                  <a:pos x="T2" y="T3"/>
                </a:cxn>
                <a:cxn ang="0">
                  <a:pos x="T4" y="T5"/>
                </a:cxn>
                <a:cxn ang="0">
                  <a:pos x="T6" y="T7"/>
                </a:cxn>
                <a:cxn ang="0">
                  <a:pos x="T8" y="T9"/>
                </a:cxn>
                <a:cxn ang="0">
                  <a:pos x="T10" y="T11"/>
                </a:cxn>
                <a:cxn ang="0">
                  <a:pos x="T12" y="T13"/>
                </a:cxn>
              </a:cxnLst>
              <a:rect l="0" t="0" r="r" b="b"/>
              <a:pathLst>
                <a:path w="75" h="95">
                  <a:moveTo>
                    <a:pt x="42" y="21"/>
                  </a:moveTo>
                  <a:cubicBezTo>
                    <a:pt x="38" y="20"/>
                    <a:pt x="35" y="18"/>
                    <a:pt x="32" y="15"/>
                  </a:cubicBezTo>
                  <a:cubicBezTo>
                    <a:pt x="23" y="42"/>
                    <a:pt x="13" y="69"/>
                    <a:pt x="0" y="95"/>
                  </a:cubicBezTo>
                  <a:cubicBezTo>
                    <a:pt x="29" y="80"/>
                    <a:pt x="54" y="63"/>
                    <a:pt x="75" y="44"/>
                  </a:cubicBezTo>
                  <a:cubicBezTo>
                    <a:pt x="75" y="0"/>
                    <a:pt x="75" y="0"/>
                    <a:pt x="75" y="0"/>
                  </a:cubicBezTo>
                  <a:cubicBezTo>
                    <a:pt x="71" y="5"/>
                    <a:pt x="67" y="10"/>
                    <a:pt x="63" y="13"/>
                  </a:cubicBezTo>
                  <a:cubicBezTo>
                    <a:pt x="56" y="19"/>
                    <a:pt x="49" y="22"/>
                    <a:pt x="4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3">
              <a:extLst>
                <a:ext uri="{FF2B5EF4-FFF2-40B4-BE49-F238E27FC236}">
                  <a16:creationId xmlns:a16="http://schemas.microsoft.com/office/drawing/2014/main" id="{90A6876E-132C-4189-BBFA-55A58E9AA176}"/>
                </a:ext>
              </a:extLst>
            </p:cNvPr>
            <p:cNvSpPr>
              <a:spLocks/>
            </p:cNvSpPr>
            <p:nvPr/>
          </p:nvSpPr>
          <p:spPr bwMode="auto">
            <a:xfrm>
              <a:off x="2016" y="3171"/>
              <a:ext cx="1729" cy="69"/>
            </a:xfrm>
            <a:custGeom>
              <a:avLst/>
              <a:gdLst>
                <a:gd name="T0" fmla="*/ 1756 w 1792"/>
                <a:gd name="T1" fmla="*/ 0 h 72"/>
                <a:gd name="T2" fmla="*/ 36 w 1792"/>
                <a:gd name="T3" fmla="*/ 0 h 72"/>
                <a:gd name="T4" fmla="*/ 0 w 1792"/>
                <a:gd name="T5" fmla="*/ 36 h 72"/>
                <a:gd name="T6" fmla="*/ 36 w 1792"/>
                <a:gd name="T7" fmla="*/ 72 h 72"/>
                <a:gd name="T8" fmla="*/ 1756 w 1792"/>
                <a:gd name="T9" fmla="*/ 72 h 72"/>
                <a:gd name="T10" fmla="*/ 1792 w 1792"/>
                <a:gd name="T11" fmla="*/ 36 h 72"/>
                <a:gd name="T12" fmla="*/ 1756 w 1792"/>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1792" h="72">
                  <a:moveTo>
                    <a:pt x="1756" y="0"/>
                  </a:moveTo>
                  <a:cubicBezTo>
                    <a:pt x="36" y="0"/>
                    <a:pt x="36" y="0"/>
                    <a:pt x="36" y="0"/>
                  </a:cubicBezTo>
                  <a:cubicBezTo>
                    <a:pt x="16" y="0"/>
                    <a:pt x="0" y="17"/>
                    <a:pt x="0" y="36"/>
                  </a:cubicBezTo>
                  <a:cubicBezTo>
                    <a:pt x="0" y="56"/>
                    <a:pt x="16" y="72"/>
                    <a:pt x="36" y="72"/>
                  </a:cubicBezTo>
                  <a:cubicBezTo>
                    <a:pt x="1756" y="72"/>
                    <a:pt x="1756" y="72"/>
                    <a:pt x="1756" y="72"/>
                  </a:cubicBezTo>
                  <a:cubicBezTo>
                    <a:pt x="1776" y="72"/>
                    <a:pt x="1792" y="56"/>
                    <a:pt x="1792" y="36"/>
                  </a:cubicBezTo>
                  <a:cubicBezTo>
                    <a:pt x="1792" y="17"/>
                    <a:pt x="1776" y="0"/>
                    <a:pt x="17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24">
              <a:extLst>
                <a:ext uri="{FF2B5EF4-FFF2-40B4-BE49-F238E27FC236}">
                  <a16:creationId xmlns:a16="http://schemas.microsoft.com/office/drawing/2014/main" id="{2DFB01B3-9FE3-433E-AA17-B5DFADECD1FC}"/>
                </a:ext>
              </a:extLst>
            </p:cNvPr>
            <p:cNvSpPr>
              <a:spLocks noEditPoints="1"/>
            </p:cNvSpPr>
            <p:nvPr/>
          </p:nvSpPr>
          <p:spPr bwMode="auto">
            <a:xfrm>
              <a:off x="1797" y="1923"/>
              <a:ext cx="2167" cy="1221"/>
            </a:xfrm>
            <a:custGeom>
              <a:avLst/>
              <a:gdLst>
                <a:gd name="T0" fmla="*/ 2099 w 2246"/>
                <a:gd name="T1" fmla="*/ 2 h 1266"/>
                <a:gd name="T2" fmla="*/ 2072 w 2246"/>
                <a:gd name="T3" fmla="*/ 0 h 1266"/>
                <a:gd name="T4" fmla="*/ 174 w 2246"/>
                <a:gd name="T5" fmla="*/ 0 h 1266"/>
                <a:gd name="T6" fmla="*/ 147 w 2246"/>
                <a:gd name="T7" fmla="*/ 2 h 1266"/>
                <a:gd name="T8" fmla="*/ 0 w 2246"/>
                <a:gd name="T9" fmla="*/ 174 h 1266"/>
                <a:gd name="T10" fmla="*/ 0 w 2246"/>
                <a:gd name="T11" fmla="*/ 178 h 1266"/>
                <a:gd name="T12" fmla="*/ 1 w 2246"/>
                <a:gd name="T13" fmla="*/ 182 h 1266"/>
                <a:gd name="T14" fmla="*/ 158 w 2246"/>
                <a:gd name="T15" fmla="*/ 1096 h 1266"/>
                <a:gd name="T16" fmla="*/ 332 w 2246"/>
                <a:gd name="T17" fmla="*/ 1266 h 1266"/>
                <a:gd name="T18" fmla="*/ 1914 w 2246"/>
                <a:gd name="T19" fmla="*/ 1266 h 1266"/>
                <a:gd name="T20" fmla="*/ 2088 w 2246"/>
                <a:gd name="T21" fmla="*/ 1096 h 1266"/>
                <a:gd name="T22" fmla="*/ 2245 w 2246"/>
                <a:gd name="T23" fmla="*/ 182 h 1266"/>
                <a:gd name="T24" fmla="*/ 2246 w 2246"/>
                <a:gd name="T25" fmla="*/ 178 h 1266"/>
                <a:gd name="T26" fmla="*/ 2246 w 2246"/>
                <a:gd name="T27" fmla="*/ 174 h 1266"/>
                <a:gd name="T28" fmla="*/ 2099 w 2246"/>
                <a:gd name="T29" fmla="*/ 2 h 1266"/>
                <a:gd name="T30" fmla="*/ 1123 w 2246"/>
                <a:gd name="T31" fmla="*/ 692 h 1266"/>
                <a:gd name="T32" fmla="*/ 1048 w 2246"/>
                <a:gd name="T33" fmla="*/ 617 h 1266"/>
                <a:gd name="T34" fmla="*/ 1123 w 2246"/>
                <a:gd name="T35" fmla="*/ 542 h 1266"/>
                <a:gd name="T36" fmla="*/ 1198 w 2246"/>
                <a:gd name="T37" fmla="*/ 617 h 1266"/>
                <a:gd name="T38" fmla="*/ 1123 w 2246"/>
                <a:gd name="T39" fmla="*/ 692 h 1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6" h="1266">
                  <a:moveTo>
                    <a:pt x="2099" y="2"/>
                  </a:moveTo>
                  <a:cubicBezTo>
                    <a:pt x="2090" y="1"/>
                    <a:pt x="2081" y="0"/>
                    <a:pt x="2072" y="0"/>
                  </a:cubicBezTo>
                  <a:cubicBezTo>
                    <a:pt x="174" y="0"/>
                    <a:pt x="174" y="0"/>
                    <a:pt x="174" y="0"/>
                  </a:cubicBezTo>
                  <a:cubicBezTo>
                    <a:pt x="165" y="0"/>
                    <a:pt x="156" y="1"/>
                    <a:pt x="147" y="2"/>
                  </a:cubicBezTo>
                  <a:cubicBezTo>
                    <a:pt x="64" y="15"/>
                    <a:pt x="0" y="87"/>
                    <a:pt x="0" y="174"/>
                  </a:cubicBezTo>
                  <a:cubicBezTo>
                    <a:pt x="0" y="178"/>
                    <a:pt x="0" y="178"/>
                    <a:pt x="0" y="178"/>
                  </a:cubicBezTo>
                  <a:cubicBezTo>
                    <a:pt x="1" y="182"/>
                    <a:pt x="1" y="182"/>
                    <a:pt x="1" y="182"/>
                  </a:cubicBezTo>
                  <a:cubicBezTo>
                    <a:pt x="158" y="1096"/>
                    <a:pt x="158" y="1096"/>
                    <a:pt x="158" y="1096"/>
                  </a:cubicBezTo>
                  <a:cubicBezTo>
                    <a:pt x="161" y="1190"/>
                    <a:pt x="238" y="1266"/>
                    <a:pt x="332" y="1266"/>
                  </a:cubicBezTo>
                  <a:cubicBezTo>
                    <a:pt x="1914" y="1266"/>
                    <a:pt x="1914" y="1266"/>
                    <a:pt x="1914" y="1266"/>
                  </a:cubicBezTo>
                  <a:cubicBezTo>
                    <a:pt x="2008" y="1266"/>
                    <a:pt x="2086" y="1190"/>
                    <a:pt x="2088" y="1096"/>
                  </a:cubicBezTo>
                  <a:cubicBezTo>
                    <a:pt x="2245" y="182"/>
                    <a:pt x="2245" y="182"/>
                    <a:pt x="2245" y="182"/>
                  </a:cubicBezTo>
                  <a:cubicBezTo>
                    <a:pt x="2246" y="178"/>
                    <a:pt x="2246" y="178"/>
                    <a:pt x="2246" y="178"/>
                  </a:cubicBezTo>
                  <a:cubicBezTo>
                    <a:pt x="2246" y="174"/>
                    <a:pt x="2246" y="174"/>
                    <a:pt x="2246" y="174"/>
                  </a:cubicBezTo>
                  <a:cubicBezTo>
                    <a:pt x="2246" y="87"/>
                    <a:pt x="2182" y="15"/>
                    <a:pt x="2099" y="2"/>
                  </a:cubicBezTo>
                  <a:close/>
                  <a:moveTo>
                    <a:pt x="1123" y="692"/>
                  </a:moveTo>
                  <a:cubicBezTo>
                    <a:pt x="1082" y="692"/>
                    <a:pt x="1048" y="658"/>
                    <a:pt x="1048" y="617"/>
                  </a:cubicBezTo>
                  <a:cubicBezTo>
                    <a:pt x="1048" y="576"/>
                    <a:pt x="1082" y="542"/>
                    <a:pt x="1123" y="542"/>
                  </a:cubicBezTo>
                  <a:cubicBezTo>
                    <a:pt x="1165" y="542"/>
                    <a:pt x="1198" y="576"/>
                    <a:pt x="1198" y="617"/>
                  </a:cubicBezTo>
                  <a:cubicBezTo>
                    <a:pt x="1198" y="658"/>
                    <a:pt x="1165" y="692"/>
                    <a:pt x="1123" y="6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25">
              <a:extLst>
                <a:ext uri="{FF2B5EF4-FFF2-40B4-BE49-F238E27FC236}">
                  <a16:creationId xmlns:a16="http://schemas.microsoft.com/office/drawing/2014/main" id="{64B3DA50-2695-4C17-998F-3518F49608FC}"/>
                </a:ext>
              </a:extLst>
            </p:cNvPr>
            <p:cNvSpPr>
              <a:spLocks noEditPoints="1"/>
            </p:cNvSpPr>
            <p:nvPr/>
          </p:nvSpPr>
          <p:spPr bwMode="auto">
            <a:xfrm>
              <a:off x="1939" y="0"/>
              <a:ext cx="1883" cy="1878"/>
            </a:xfrm>
            <a:custGeom>
              <a:avLst/>
              <a:gdLst>
                <a:gd name="T0" fmla="*/ 1589 w 1952"/>
                <a:gd name="T1" fmla="*/ 1536 h 1948"/>
                <a:gd name="T2" fmla="*/ 1500 w 1952"/>
                <a:gd name="T3" fmla="*/ 1219 h 1948"/>
                <a:gd name="T4" fmla="*/ 1625 w 1952"/>
                <a:gd name="T5" fmla="*/ 952 h 1948"/>
                <a:gd name="T6" fmla="*/ 1506 w 1952"/>
                <a:gd name="T7" fmla="*/ 690 h 1948"/>
                <a:gd name="T8" fmla="*/ 976 w 1952"/>
                <a:gd name="T9" fmla="*/ 0 h 1948"/>
                <a:gd name="T10" fmla="*/ 446 w 1952"/>
                <a:gd name="T11" fmla="*/ 691 h 1948"/>
                <a:gd name="T12" fmla="*/ 331 w 1952"/>
                <a:gd name="T13" fmla="*/ 952 h 1948"/>
                <a:gd name="T14" fmla="*/ 452 w 1952"/>
                <a:gd name="T15" fmla="*/ 1219 h 1948"/>
                <a:gd name="T16" fmla="*/ 363 w 1952"/>
                <a:gd name="T17" fmla="*/ 1536 h 1948"/>
                <a:gd name="T18" fmla="*/ 0 w 1952"/>
                <a:gd name="T19" fmla="*/ 1948 h 1948"/>
                <a:gd name="T20" fmla="*/ 1952 w 1952"/>
                <a:gd name="T21" fmla="*/ 1948 h 1948"/>
                <a:gd name="T22" fmla="*/ 1327 w 1952"/>
                <a:gd name="T23" fmla="*/ 283 h 1948"/>
                <a:gd name="T24" fmla="*/ 1291 w 1952"/>
                <a:gd name="T25" fmla="*/ 254 h 1948"/>
                <a:gd name="T26" fmla="*/ 1257 w 1952"/>
                <a:gd name="T27" fmla="*/ 233 h 1948"/>
                <a:gd name="T28" fmla="*/ 1218 w 1952"/>
                <a:gd name="T29" fmla="*/ 213 h 1948"/>
                <a:gd name="T30" fmla="*/ 1186 w 1952"/>
                <a:gd name="T31" fmla="*/ 200 h 1948"/>
                <a:gd name="T32" fmla="*/ 1143 w 1952"/>
                <a:gd name="T33" fmla="*/ 187 h 1948"/>
                <a:gd name="T34" fmla="*/ 1114 w 1952"/>
                <a:gd name="T35" fmla="*/ 181 h 1948"/>
                <a:gd name="T36" fmla="*/ 1084 w 1952"/>
                <a:gd name="T37" fmla="*/ 177 h 1948"/>
                <a:gd name="T38" fmla="*/ 1060 w 1952"/>
                <a:gd name="T39" fmla="*/ 175 h 1948"/>
                <a:gd name="T40" fmla="*/ 1033 w 1952"/>
                <a:gd name="T41" fmla="*/ 174 h 1948"/>
                <a:gd name="T42" fmla="*/ 999 w 1952"/>
                <a:gd name="T43" fmla="*/ 175 h 1948"/>
                <a:gd name="T44" fmla="*/ 976 w 1952"/>
                <a:gd name="T45" fmla="*/ 175 h 1948"/>
                <a:gd name="T46" fmla="*/ 953 w 1952"/>
                <a:gd name="T47" fmla="*/ 175 h 1948"/>
                <a:gd name="T48" fmla="*/ 919 w 1952"/>
                <a:gd name="T49" fmla="*/ 174 h 1948"/>
                <a:gd name="T50" fmla="*/ 892 w 1952"/>
                <a:gd name="T51" fmla="*/ 174 h 1948"/>
                <a:gd name="T52" fmla="*/ 869 w 1952"/>
                <a:gd name="T53" fmla="*/ 177 h 1948"/>
                <a:gd name="T54" fmla="*/ 837 w 1952"/>
                <a:gd name="T55" fmla="*/ 181 h 1948"/>
                <a:gd name="T56" fmla="*/ 809 w 1952"/>
                <a:gd name="T57" fmla="*/ 187 h 1948"/>
                <a:gd name="T58" fmla="*/ 766 w 1952"/>
                <a:gd name="T59" fmla="*/ 200 h 1948"/>
                <a:gd name="T60" fmla="*/ 735 w 1952"/>
                <a:gd name="T61" fmla="*/ 212 h 1948"/>
                <a:gd name="T62" fmla="*/ 694 w 1952"/>
                <a:gd name="T63" fmla="*/ 233 h 1948"/>
                <a:gd name="T64" fmla="*/ 662 w 1952"/>
                <a:gd name="T65" fmla="*/ 253 h 1948"/>
                <a:gd name="T66" fmla="*/ 627 w 1952"/>
                <a:gd name="T67" fmla="*/ 281 h 1948"/>
                <a:gd name="T68" fmla="*/ 569 w 1952"/>
                <a:gd name="T69" fmla="*/ 1053 h 1948"/>
                <a:gd name="T70" fmla="*/ 575 w 1952"/>
                <a:gd name="T71" fmla="*/ 862 h 1948"/>
                <a:gd name="T72" fmla="*/ 1355 w 1952"/>
                <a:gd name="T73" fmla="*/ 900 h 1948"/>
                <a:gd name="T74" fmla="*/ 1396 w 1952"/>
                <a:gd name="T75" fmla="*/ 1087 h 1948"/>
                <a:gd name="T76" fmla="*/ 1032 w 1952"/>
                <a:gd name="T77" fmla="*/ 1172 h 1948"/>
                <a:gd name="T78" fmla="*/ 940 w 1952"/>
                <a:gd name="T79" fmla="*/ 1310 h 1948"/>
                <a:gd name="T80" fmla="*/ 1265 w 1952"/>
                <a:gd name="T81" fmla="*/ 1239 h 1948"/>
                <a:gd name="T82" fmla="*/ 802 w 1952"/>
                <a:gd name="T83" fmla="*/ 1361 h 1948"/>
                <a:gd name="T84" fmla="*/ 1339 w 1952"/>
                <a:gd name="T85" fmla="*/ 1507 h 1948"/>
                <a:gd name="T86" fmla="*/ 631 w 1952"/>
                <a:gd name="T87" fmla="*/ 1548 h 1948"/>
                <a:gd name="T88" fmla="*/ 628 w 1952"/>
                <a:gd name="T89" fmla="*/ 1500 h 1948"/>
                <a:gd name="T90" fmla="*/ 710 w 1952"/>
                <a:gd name="T91" fmla="*/ 1392 h 1948"/>
                <a:gd name="T92" fmla="*/ 1093 w 1952"/>
                <a:gd name="T93" fmla="*/ 1496 h 1948"/>
                <a:gd name="T94" fmla="*/ 1339 w 1952"/>
                <a:gd name="T95" fmla="*/ 1505 h 1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52" h="1948">
                  <a:moveTo>
                    <a:pt x="1951" y="1943"/>
                  </a:moveTo>
                  <a:cubicBezTo>
                    <a:pt x="1908" y="1798"/>
                    <a:pt x="1853" y="1706"/>
                    <a:pt x="1797" y="1647"/>
                  </a:cubicBezTo>
                  <a:cubicBezTo>
                    <a:pt x="1706" y="1550"/>
                    <a:pt x="1616" y="1542"/>
                    <a:pt x="1589" y="1536"/>
                  </a:cubicBezTo>
                  <a:cubicBezTo>
                    <a:pt x="1584" y="1535"/>
                    <a:pt x="1578" y="1534"/>
                    <a:pt x="1573" y="1533"/>
                  </a:cubicBezTo>
                  <a:cubicBezTo>
                    <a:pt x="1556" y="1517"/>
                    <a:pt x="1543" y="1495"/>
                    <a:pt x="1533" y="1469"/>
                  </a:cubicBezTo>
                  <a:cubicBezTo>
                    <a:pt x="1507" y="1404"/>
                    <a:pt x="1499" y="1311"/>
                    <a:pt x="1500" y="1219"/>
                  </a:cubicBezTo>
                  <a:cubicBezTo>
                    <a:pt x="1500" y="1177"/>
                    <a:pt x="1502" y="1135"/>
                    <a:pt x="1505" y="1096"/>
                  </a:cubicBezTo>
                  <a:cubicBezTo>
                    <a:pt x="1506" y="1096"/>
                    <a:pt x="1506" y="1096"/>
                    <a:pt x="1506" y="1096"/>
                  </a:cubicBezTo>
                  <a:cubicBezTo>
                    <a:pt x="1574" y="1079"/>
                    <a:pt x="1625" y="1021"/>
                    <a:pt x="1625" y="952"/>
                  </a:cubicBezTo>
                  <a:cubicBezTo>
                    <a:pt x="1625" y="834"/>
                    <a:pt x="1625" y="834"/>
                    <a:pt x="1625" y="834"/>
                  </a:cubicBezTo>
                  <a:cubicBezTo>
                    <a:pt x="1625" y="769"/>
                    <a:pt x="1580" y="714"/>
                    <a:pt x="1518" y="694"/>
                  </a:cubicBezTo>
                  <a:cubicBezTo>
                    <a:pt x="1514" y="693"/>
                    <a:pt x="1510" y="691"/>
                    <a:pt x="1506" y="690"/>
                  </a:cubicBezTo>
                  <a:cubicBezTo>
                    <a:pt x="1506" y="627"/>
                    <a:pt x="1506" y="627"/>
                    <a:pt x="1506" y="627"/>
                  </a:cubicBezTo>
                  <a:cubicBezTo>
                    <a:pt x="1506" y="498"/>
                    <a:pt x="1506" y="498"/>
                    <a:pt x="1506" y="498"/>
                  </a:cubicBezTo>
                  <a:cubicBezTo>
                    <a:pt x="1506" y="224"/>
                    <a:pt x="1268" y="0"/>
                    <a:pt x="976" y="0"/>
                  </a:cubicBezTo>
                  <a:cubicBezTo>
                    <a:pt x="684" y="0"/>
                    <a:pt x="446" y="224"/>
                    <a:pt x="446" y="498"/>
                  </a:cubicBezTo>
                  <a:cubicBezTo>
                    <a:pt x="446" y="623"/>
                    <a:pt x="446" y="623"/>
                    <a:pt x="446" y="623"/>
                  </a:cubicBezTo>
                  <a:cubicBezTo>
                    <a:pt x="446" y="691"/>
                    <a:pt x="446" y="691"/>
                    <a:pt x="446" y="691"/>
                  </a:cubicBezTo>
                  <a:cubicBezTo>
                    <a:pt x="442" y="692"/>
                    <a:pt x="438" y="694"/>
                    <a:pt x="434" y="695"/>
                  </a:cubicBezTo>
                  <a:cubicBezTo>
                    <a:pt x="374" y="716"/>
                    <a:pt x="331" y="770"/>
                    <a:pt x="331" y="834"/>
                  </a:cubicBezTo>
                  <a:cubicBezTo>
                    <a:pt x="331" y="952"/>
                    <a:pt x="331" y="952"/>
                    <a:pt x="331" y="952"/>
                  </a:cubicBezTo>
                  <a:cubicBezTo>
                    <a:pt x="331" y="1020"/>
                    <a:pt x="380" y="1077"/>
                    <a:pt x="446" y="1095"/>
                  </a:cubicBezTo>
                  <a:cubicBezTo>
                    <a:pt x="446" y="1095"/>
                    <a:pt x="446" y="1095"/>
                    <a:pt x="446" y="1095"/>
                  </a:cubicBezTo>
                  <a:cubicBezTo>
                    <a:pt x="450" y="1135"/>
                    <a:pt x="452" y="1177"/>
                    <a:pt x="452" y="1219"/>
                  </a:cubicBezTo>
                  <a:cubicBezTo>
                    <a:pt x="453" y="1312"/>
                    <a:pt x="445" y="1404"/>
                    <a:pt x="419" y="1470"/>
                  </a:cubicBezTo>
                  <a:cubicBezTo>
                    <a:pt x="409" y="1496"/>
                    <a:pt x="396" y="1517"/>
                    <a:pt x="379" y="1533"/>
                  </a:cubicBezTo>
                  <a:cubicBezTo>
                    <a:pt x="373" y="1534"/>
                    <a:pt x="368" y="1535"/>
                    <a:pt x="363" y="1536"/>
                  </a:cubicBezTo>
                  <a:cubicBezTo>
                    <a:pt x="336" y="1543"/>
                    <a:pt x="246" y="1550"/>
                    <a:pt x="155" y="1647"/>
                  </a:cubicBezTo>
                  <a:cubicBezTo>
                    <a:pt x="99" y="1706"/>
                    <a:pt x="44" y="1798"/>
                    <a:pt x="1" y="1943"/>
                  </a:cubicBezTo>
                  <a:cubicBezTo>
                    <a:pt x="1" y="1945"/>
                    <a:pt x="1" y="1947"/>
                    <a:pt x="0" y="1948"/>
                  </a:cubicBezTo>
                  <a:cubicBezTo>
                    <a:pt x="9" y="1947"/>
                    <a:pt x="18" y="1946"/>
                    <a:pt x="27" y="1946"/>
                  </a:cubicBezTo>
                  <a:cubicBezTo>
                    <a:pt x="1925" y="1946"/>
                    <a:pt x="1925" y="1946"/>
                    <a:pt x="1925" y="1946"/>
                  </a:cubicBezTo>
                  <a:cubicBezTo>
                    <a:pt x="1934" y="1946"/>
                    <a:pt x="1943" y="1947"/>
                    <a:pt x="1952" y="1948"/>
                  </a:cubicBezTo>
                  <a:cubicBezTo>
                    <a:pt x="1951" y="1947"/>
                    <a:pt x="1951" y="1945"/>
                    <a:pt x="1951" y="1943"/>
                  </a:cubicBezTo>
                  <a:close/>
                  <a:moveTo>
                    <a:pt x="976" y="104"/>
                  </a:moveTo>
                  <a:cubicBezTo>
                    <a:pt x="1123" y="104"/>
                    <a:pt x="1252" y="175"/>
                    <a:pt x="1327" y="283"/>
                  </a:cubicBezTo>
                  <a:cubicBezTo>
                    <a:pt x="1324" y="280"/>
                    <a:pt x="1321" y="278"/>
                    <a:pt x="1318" y="275"/>
                  </a:cubicBezTo>
                  <a:cubicBezTo>
                    <a:pt x="1315" y="273"/>
                    <a:pt x="1313" y="271"/>
                    <a:pt x="1310" y="269"/>
                  </a:cubicBezTo>
                  <a:cubicBezTo>
                    <a:pt x="1304" y="264"/>
                    <a:pt x="1297" y="259"/>
                    <a:pt x="1291" y="254"/>
                  </a:cubicBezTo>
                  <a:cubicBezTo>
                    <a:pt x="1290" y="253"/>
                    <a:pt x="1289" y="252"/>
                    <a:pt x="1287" y="252"/>
                  </a:cubicBezTo>
                  <a:cubicBezTo>
                    <a:pt x="1280" y="246"/>
                    <a:pt x="1272" y="241"/>
                    <a:pt x="1264" y="237"/>
                  </a:cubicBezTo>
                  <a:cubicBezTo>
                    <a:pt x="1262" y="235"/>
                    <a:pt x="1260" y="234"/>
                    <a:pt x="1257" y="233"/>
                  </a:cubicBezTo>
                  <a:cubicBezTo>
                    <a:pt x="1252" y="230"/>
                    <a:pt x="1246" y="227"/>
                    <a:pt x="1241" y="224"/>
                  </a:cubicBezTo>
                  <a:cubicBezTo>
                    <a:pt x="1238" y="222"/>
                    <a:pt x="1235" y="221"/>
                    <a:pt x="1232" y="220"/>
                  </a:cubicBezTo>
                  <a:cubicBezTo>
                    <a:pt x="1227" y="217"/>
                    <a:pt x="1222" y="215"/>
                    <a:pt x="1218" y="213"/>
                  </a:cubicBezTo>
                  <a:cubicBezTo>
                    <a:pt x="1215" y="211"/>
                    <a:pt x="1212" y="210"/>
                    <a:pt x="1209" y="209"/>
                  </a:cubicBezTo>
                  <a:cubicBezTo>
                    <a:pt x="1204" y="207"/>
                    <a:pt x="1199" y="205"/>
                    <a:pt x="1194" y="203"/>
                  </a:cubicBezTo>
                  <a:cubicBezTo>
                    <a:pt x="1191" y="202"/>
                    <a:pt x="1189" y="201"/>
                    <a:pt x="1186" y="200"/>
                  </a:cubicBezTo>
                  <a:cubicBezTo>
                    <a:pt x="1180" y="198"/>
                    <a:pt x="1174" y="196"/>
                    <a:pt x="1169" y="194"/>
                  </a:cubicBezTo>
                  <a:cubicBezTo>
                    <a:pt x="1167" y="194"/>
                    <a:pt x="1166" y="193"/>
                    <a:pt x="1164" y="193"/>
                  </a:cubicBezTo>
                  <a:cubicBezTo>
                    <a:pt x="1157" y="191"/>
                    <a:pt x="1150" y="189"/>
                    <a:pt x="1143" y="187"/>
                  </a:cubicBezTo>
                  <a:cubicBezTo>
                    <a:pt x="1140" y="187"/>
                    <a:pt x="1138" y="186"/>
                    <a:pt x="1136" y="186"/>
                  </a:cubicBezTo>
                  <a:cubicBezTo>
                    <a:pt x="1131" y="185"/>
                    <a:pt x="1127" y="183"/>
                    <a:pt x="1122" y="183"/>
                  </a:cubicBezTo>
                  <a:cubicBezTo>
                    <a:pt x="1120" y="182"/>
                    <a:pt x="1117" y="182"/>
                    <a:pt x="1114" y="181"/>
                  </a:cubicBezTo>
                  <a:cubicBezTo>
                    <a:pt x="1110" y="180"/>
                    <a:pt x="1106" y="180"/>
                    <a:pt x="1103" y="179"/>
                  </a:cubicBezTo>
                  <a:cubicBezTo>
                    <a:pt x="1100" y="179"/>
                    <a:pt x="1097" y="178"/>
                    <a:pt x="1095" y="178"/>
                  </a:cubicBezTo>
                  <a:cubicBezTo>
                    <a:pt x="1091" y="178"/>
                    <a:pt x="1087" y="177"/>
                    <a:pt x="1084" y="177"/>
                  </a:cubicBezTo>
                  <a:cubicBezTo>
                    <a:pt x="1081" y="176"/>
                    <a:pt x="1079" y="176"/>
                    <a:pt x="1077" y="176"/>
                  </a:cubicBezTo>
                  <a:cubicBezTo>
                    <a:pt x="1073" y="176"/>
                    <a:pt x="1069" y="175"/>
                    <a:pt x="1066" y="175"/>
                  </a:cubicBezTo>
                  <a:cubicBezTo>
                    <a:pt x="1064" y="175"/>
                    <a:pt x="1062" y="175"/>
                    <a:pt x="1060" y="175"/>
                  </a:cubicBezTo>
                  <a:cubicBezTo>
                    <a:pt x="1055" y="174"/>
                    <a:pt x="1051" y="174"/>
                    <a:pt x="1046" y="174"/>
                  </a:cubicBezTo>
                  <a:cubicBezTo>
                    <a:pt x="1044" y="174"/>
                    <a:pt x="1042" y="174"/>
                    <a:pt x="1040" y="174"/>
                  </a:cubicBezTo>
                  <a:cubicBezTo>
                    <a:pt x="1038" y="174"/>
                    <a:pt x="1035" y="174"/>
                    <a:pt x="1033" y="174"/>
                  </a:cubicBezTo>
                  <a:cubicBezTo>
                    <a:pt x="1022" y="174"/>
                    <a:pt x="1013" y="174"/>
                    <a:pt x="1007" y="175"/>
                  </a:cubicBezTo>
                  <a:cubicBezTo>
                    <a:pt x="1006" y="175"/>
                    <a:pt x="1005" y="175"/>
                    <a:pt x="1004" y="175"/>
                  </a:cubicBezTo>
                  <a:cubicBezTo>
                    <a:pt x="1002" y="175"/>
                    <a:pt x="1000" y="175"/>
                    <a:pt x="999" y="175"/>
                  </a:cubicBezTo>
                  <a:cubicBezTo>
                    <a:pt x="998" y="175"/>
                    <a:pt x="998" y="175"/>
                    <a:pt x="998" y="176"/>
                  </a:cubicBezTo>
                  <a:cubicBezTo>
                    <a:pt x="996" y="176"/>
                    <a:pt x="996" y="176"/>
                    <a:pt x="996" y="176"/>
                  </a:cubicBezTo>
                  <a:cubicBezTo>
                    <a:pt x="989" y="175"/>
                    <a:pt x="982" y="175"/>
                    <a:pt x="976" y="175"/>
                  </a:cubicBezTo>
                  <a:cubicBezTo>
                    <a:pt x="970" y="175"/>
                    <a:pt x="963" y="175"/>
                    <a:pt x="957" y="176"/>
                  </a:cubicBezTo>
                  <a:cubicBezTo>
                    <a:pt x="957" y="176"/>
                    <a:pt x="956" y="176"/>
                    <a:pt x="955" y="175"/>
                  </a:cubicBezTo>
                  <a:cubicBezTo>
                    <a:pt x="954" y="175"/>
                    <a:pt x="954" y="175"/>
                    <a:pt x="953" y="175"/>
                  </a:cubicBezTo>
                  <a:cubicBezTo>
                    <a:pt x="952" y="175"/>
                    <a:pt x="950" y="175"/>
                    <a:pt x="948" y="175"/>
                  </a:cubicBezTo>
                  <a:cubicBezTo>
                    <a:pt x="947" y="175"/>
                    <a:pt x="947" y="175"/>
                    <a:pt x="946" y="175"/>
                  </a:cubicBezTo>
                  <a:cubicBezTo>
                    <a:pt x="939" y="174"/>
                    <a:pt x="930" y="174"/>
                    <a:pt x="919" y="174"/>
                  </a:cubicBezTo>
                  <a:cubicBezTo>
                    <a:pt x="917" y="174"/>
                    <a:pt x="914" y="174"/>
                    <a:pt x="912" y="174"/>
                  </a:cubicBezTo>
                  <a:cubicBezTo>
                    <a:pt x="910" y="174"/>
                    <a:pt x="908" y="174"/>
                    <a:pt x="906" y="174"/>
                  </a:cubicBezTo>
                  <a:cubicBezTo>
                    <a:pt x="902" y="174"/>
                    <a:pt x="897" y="174"/>
                    <a:pt x="892" y="174"/>
                  </a:cubicBezTo>
                  <a:cubicBezTo>
                    <a:pt x="890" y="175"/>
                    <a:pt x="889" y="175"/>
                    <a:pt x="887" y="175"/>
                  </a:cubicBezTo>
                  <a:cubicBezTo>
                    <a:pt x="883" y="175"/>
                    <a:pt x="879" y="175"/>
                    <a:pt x="875" y="176"/>
                  </a:cubicBezTo>
                  <a:cubicBezTo>
                    <a:pt x="873" y="176"/>
                    <a:pt x="871" y="176"/>
                    <a:pt x="869" y="177"/>
                  </a:cubicBezTo>
                  <a:cubicBezTo>
                    <a:pt x="865" y="177"/>
                    <a:pt x="861" y="177"/>
                    <a:pt x="857" y="178"/>
                  </a:cubicBezTo>
                  <a:cubicBezTo>
                    <a:pt x="855" y="178"/>
                    <a:pt x="852" y="179"/>
                    <a:pt x="850" y="179"/>
                  </a:cubicBezTo>
                  <a:cubicBezTo>
                    <a:pt x="846" y="180"/>
                    <a:pt x="842" y="180"/>
                    <a:pt x="837" y="181"/>
                  </a:cubicBezTo>
                  <a:cubicBezTo>
                    <a:pt x="835" y="182"/>
                    <a:pt x="833" y="182"/>
                    <a:pt x="830" y="182"/>
                  </a:cubicBezTo>
                  <a:cubicBezTo>
                    <a:pt x="825" y="183"/>
                    <a:pt x="820" y="185"/>
                    <a:pt x="815" y="186"/>
                  </a:cubicBezTo>
                  <a:cubicBezTo>
                    <a:pt x="813" y="186"/>
                    <a:pt x="811" y="187"/>
                    <a:pt x="809" y="187"/>
                  </a:cubicBezTo>
                  <a:cubicBezTo>
                    <a:pt x="802" y="189"/>
                    <a:pt x="795" y="191"/>
                    <a:pt x="788" y="193"/>
                  </a:cubicBezTo>
                  <a:cubicBezTo>
                    <a:pt x="787" y="193"/>
                    <a:pt x="785" y="194"/>
                    <a:pt x="784" y="194"/>
                  </a:cubicBezTo>
                  <a:cubicBezTo>
                    <a:pt x="778" y="196"/>
                    <a:pt x="772" y="198"/>
                    <a:pt x="766" y="200"/>
                  </a:cubicBezTo>
                  <a:cubicBezTo>
                    <a:pt x="763" y="201"/>
                    <a:pt x="761" y="202"/>
                    <a:pt x="758" y="203"/>
                  </a:cubicBezTo>
                  <a:cubicBezTo>
                    <a:pt x="753" y="205"/>
                    <a:pt x="748" y="207"/>
                    <a:pt x="743" y="209"/>
                  </a:cubicBezTo>
                  <a:cubicBezTo>
                    <a:pt x="740" y="210"/>
                    <a:pt x="737" y="211"/>
                    <a:pt x="735" y="212"/>
                  </a:cubicBezTo>
                  <a:cubicBezTo>
                    <a:pt x="730" y="215"/>
                    <a:pt x="724" y="217"/>
                    <a:pt x="719" y="220"/>
                  </a:cubicBezTo>
                  <a:cubicBezTo>
                    <a:pt x="717" y="221"/>
                    <a:pt x="714" y="222"/>
                    <a:pt x="711" y="224"/>
                  </a:cubicBezTo>
                  <a:cubicBezTo>
                    <a:pt x="706" y="227"/>
                    <a:pt x="700" y="230"/>
                    <a:pt x="694" y="233"/>
                  </a:cubicBezTo>
                  <a:cubicBezTo>
                    <a:pt x="692" y="234"/>
                    <a:pt x="690" y="235"/>
                    <a:pt x="688" y="237"/>
                  </a:cubicBezTo>
                  <a:cubicBezTo>
                    <a:pt x="680" y="241"/>
                    <a:pt x="672" y="246"/>
                    <a:pt x="664" y="252"/>
                  </a:cubicBezTo>
                  <a:cubicBezTo>
                    <a:pt x="663" y="252"/>
                    <a:pt x="663" y="253"/>
                    <a:pt x="662" y="253"/>
                  </a:cubicBezTo>
                  <a:cubicBezTo>
                    <a:pt x="655" y="258"/>
                    <a:pt x="648" y="263"/>
                    <a:pt x="641" y="269"/>
                  </a:cubicBezTo>
                  <a:cubicBezTo>
                    <a:pt x="639" y="271"/>
                    <a:pt x="637" y="273"/>
                    <a:pt x="634" y="275"/>
                  </a:cubicBezTo>
                  <a:cubicBezTo>
                    <a:pt x="632" y="277"/>
                    <a:pt x="629" y="279"/>
                    <a:pt x="627" y="281"/>
                  </a:cubicBezTo>
                  <a:cubicBezTo>
                    <a:pt x="702" y="175"/>
                    <a:pt x="830" y="104"/>
                    <a:pt x="976" y="104"/>
                  </a:cubicBezTo>
                  <a:close/>
                  <a:moveTo>
                    <a:pt x="593" y="1064"/>
                  </a:moveTo>
                  <a:cubicBezTo>
                    <a:pt x="585" y="1065"/>
                    <a:pt x="577" y="1061"/>
                    <a:pt x="569" y="1053"/>
                  </a:cubicBezTo>
                  <a:cubicBezTo>
                    <a:pt x="565" y="1049"/>
                    <a:pt x="561" y="1044"/>
                    <a:pt x="557" y="1037"/>
                  </a:cubicBezTo>
                  <a:cubicBezTo>
                    <a:pt x="557" y="856"/>
                    <a:pt x="557" y="856"/>
                    <a:pt x="557" y="856"/>
                  </a:cubicBezTo>
                  <a:cubicBezTo>
                    <a:pt x="563" y="855"/>
                    <a:pt x="569" y="857"/>
                    <a:pt x="575" y="862"/>
                  </a:cubicBezTo>
                  <a:cubicBezTo>
                    <a:pt x="575" y="862"/>
                    <a:pt x="575" y="862"/>
                    <a:pt x="575" y="861"/>
                  </a:cubicBezTo>
                  <a:cubicBezTo>
                    <a:pt x="578" y="839"/>
                    <a:pt x="607" y="593"/>
                    <a:pt x="791" y="610"/>
                  </a:cubicBezTo>
                  <a:cubicBezTo>
                    <a:pt x="1355" y="900"/>
                    <a:pt x="1355" y="900"/>
                    <a:pt x="1355" y="900"/>
                  </a:cubicBezTo>
                  <a:cubicBezTo>
                    <a:pt x="1396" y="860"/>
                    <a:pt x="1396" y="860"/>
                    <a:pt x="1396" y="860"/>
                  </a:cubicBezTo>
                  <a:cubicBezTo>
                    <a:pt x="1396" y="1043"/>
                    <a:pt x="1396" y="1043"/>
                    <a:pt x="1396" y="1043"/>
                  </a:cubicBezTo>
                  <a:cubicBezTo>
                    <a:pt x="1396" y="1087"/>
                    <a:pt x="1396" y="1087"/>
                    <a:pt x="1396" y="1087"/>
                  </a:cubicBezTo>
                  <a:cubicBezTo>
                    <a:pt x="1375" y="1106"/>
                    <a:pt x="1350" y="1123"/>
                    <a:pt x="1321" y="1138"/>
                  </a:cubicBezTo>
                  <a:cubicBezTo>
                    <a:pt x="1258" y="1172"/>
                    <a:pt x="1178" y="1196"/>
                    <a:pt x="1090" y="1203"/>
                  </a:cubicBezTo>
                  <a:cubicBezTo>
                    <a:pt x="1077" y="1184"/>
                    <a:pt x="1056" y="1172"/>
                    <a:pt x="1032" y="1172"/>
                  </a:cubicBezTo>
                  <a:cubicBezTo>
                    <a:pt x="940" y="1172"/>
                    <a:pt x="940" y="1172"/>
                    <a:pt x="940" y="1172"/>
                  </a:cubicBezTo>
                  <a:cubicBezTo>
                    <a:pt x="902" y="1172"/>
                    <a:pt x="871" y="1203"/>
                    <a:pt x="871" y="1241"/>
                  </a:cubicBezTo>
                  <a:cubicBezTo>
                    <a:pt x="871" y="1279"/>
                    <a:pt x="902" y="1310"/>
                    <a:pt x="940" y="1310"/>
                  </a:cubicBezTo>
                  <a:cubicBezTo>
                    <a:pt x="1032" y="1310"/>
                    <a:pt x="1032" y="1310"/>
                    <a:pt x="1032" y="1310"/>
                  </a:cubicBezTo>
                  <a:cubicBezTo>
                    <a:pt x="1058" y="1310"/>
                    <a:pt x="1081" y="1295"/>
                    <a:pt x="1093" y="1273"/>
                  </a:cubicBezTo>
                  <a:cubicBezTo>
                    <a:pt x="1155" y="1268"/>
                    <a:pt x="1213" y="1256"/>
                    <a:pt x="1265" y="1239"/>
                  </a:cubicBezTo>
                  <a:cubicBezTo>
                    <a:pt x="1233" y="1287"/>
                    <a:pt x="1195" y="1329"/>
                    <a:pt x="1153" y="1362"/>
                  </a:cubicBezTo>
                  <a:cubicBezTo>
                    <a:pt x="1100" y="1402"/>
                    <a:pt x="1041" y="1427"/>
                    <a:pt x="978" y="1427"/>
                  </a:cubicBezTo>
                  <a:cubicBezTo>
                    <a:pt x="915" y="1427"/>
                    <a:pt x="855" y="1402"/>
                    <a:pt x="802" y="1361"/>
                  </a:cubicBezTo>
                  <a:cubicBezTo>
                    <a:pt x="712" y="1291"/>
                    <a:pt x="640" y="1175"/>
                    <a:pt x="603" y="1058"/>
                  </a:cubicBezTo>
                  <a:cubicBezTo>
                    <a:pt x="600" y="1061"/>
                    <a:pt x="597" y="1063"/>
                    <a:pt x="593" y="1064"/>
                  </a:cubicBezTo>
                  <a:close/>
                  <a:moveTo>
                    <a:pt x="1339" y="1507"/>
                  </a:moveTo>
                  <a:cubicBezTo>
                    <a:pt x="1338" y="1521"/>
                    <a:pt x="1331" y="1535"/>
                    <a:pt x="1321" y="1548"/>
                  </a:cubicBezTo>
                  <a:cubicBezTo>
                    <a:pt x="1272" y="1610"/>
                    <a:pt x="1136" y="1700"/>
                    <a:pt x="976" y="1700"/>
                  </a:cubicBezTo>
                  <a:cubicBezTo>
                    <a:pt x="815" y="1700"/>
                    <a:pt x="679" y="1610"/>
                    <a:pt x="631" y="1548"/>
                  </a:cubicBezTo>
                  <a:cubicBezTo>
                    <a:pt x="620" y="1535"/>
                    <a:pt x="614" y="1521"/>
                    <a:pt x="612" y="1507"/>
                  </a:cubicBezTo>
                  <a:cubicBezTo>
                    <a:pt x="612" y="1507"/>
                    <a:pt x="612" y="1507"/>
                    <a:pt x="612" y="1507"/>
                  </a:cubicBezTo>
                  <a:cubicBezTo>
                    <a:pt x="615" y="1506"/>
                    <a:pt x="620" y="1504"/>
                    <a:pt x="628" y="1500"/>
                  </a:cubicBezTo>
                  <a:cubicBezTo>
                    <a:pt x="631" y="1499"/>
                    <a:pt x="634" y="1497"/>
                    <a:pt x="637" y="1496"/>
                  </a:cubicBezTo>
                  <a:cubicBezTo>
                    <a:pt x="667" y="1480"/>
                    <a:pt x="710" y="1448"/>
                    <a:pt x="710" y="1392"/>
                  </a:cubicBezTo>
                  <a:cubicBezTo>
                    <a:pt x="710" y="1392"/>
                    <a:pt x="710" y="1392"/>
                    <a:pt x="710" y="1392"/>
                  </a:cubicBezTo>
                  <a:cubicBezTo>
                    <a:pt x="756" y="1437"/>
                    <a:pt x="808" y="1474"/>
                    <a:pt x="863" y="1496"/>
                  </a:cubicBezTo>
                  <a:cubicBezTo>
                    <a:pt x="900" y="1510"/>
                    <a:pt x="938" y="1518"/>
                    <a:pt x="978" y="1518"/>
                  </a:cubicBezTo>
                  <a:cubicBezTo>
                    <a:pt x="1017" y="1518"/>
                    <a:pt x="1056" y="1510"/>
                    <a:pt x="1093" y="1496"/>
                  </a:cubicBezTo>
                  <a:cubicBezTo>
                    <a:pt x="1147" y="1474"/>
                    <a:pt x="1198" y="1438"/>
                    <a:pt x="1244" y="1393"/>
                  </a:cubicBezTo>
                  <a:cubicBezTo>
                    <a:pt x="1245" y="1393"/>
                    <a:pt x="1245" y="1393"/>
                    <a:pt x="1245" y="1393"/>
                  </a:cubicBezTo>
                  <a:cubicBezTo>
                    <a:pt x="1247" y="1466"/>
                    <a:pt x="1320" y="1498"/>
                    <a:pt x="1339" y="1505"/>
                  </a:cubicBezTo>
                  <a:cubicBezTo>
                    <a:pt x="1339" y="1506"/>
                    <a:pt x="1339" y="1506"/>
                    <a:pt x="1339" y="15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0" name="Freeform 129">
            <a:extLst>
              <a:ext uri="{FF2B5EF4-FFF2-40B4-BE49-F238E27FC236}">
                <a16:creationId xmlns:a16="http://schemas.microsoft.com/office/drawing/2014/main" id="{ED937EBF-0907-4AFD-BD40-80403CA737ED}"/>
              </a:ext>
            </a:extLst>
          </p:cNvPr>
          <p:cNvSpPr>
            <a:spLocks noEditPoints="1"/>
          </p:cNvSpPr>
          <p:nvPr/>
        </p:nvSpPr>
        <p:spPr bwMode="auto">
          <a:xfrm>
            <a:off x="4721442" y="1609044"/>
            <a:ext cx="316866" cy="298905"/>
          </a:xfrm>
          <a:custGeom>
            <a:avLst/>
            <a:gdLst>
              <a:gd name="T0" fmla="*/ 377 w 1792"/>
              <a:gd name="T1" fmla="*/ 254 h 1690"/>
              <a:gd name="T2" fmla="*/ 487 w 1792"/>
              <a:gd name="T3" fmla="*/ 0 h 1690"/>
              <a:gd name="T4" fmla="*/ 1159 w 1792"/>
              <a:gd name="T5" fmla="*/ 110 h 1690"/>
              <a:gd name="T6" fmla="*/ 1095 w 1792"/>
              <a:gd name="T7" fmla="*/ 681 h 1690"/>
              <a:gd name="T8" fmla="*/ 1049 w 1792"/>
              <a:gd name="T9" fmla="*/ 64 h 1690"/>
              <a:gd name="T10" fmla="*/ 441 w 1792"/>
              <a:gd name="T11" fmla="*/ 110 h 1690"/>
              <a:gd name="T12" fmla="*/ 438 w 1792"/>
              <a:gd name="T13" fmla="*/ 240 h 1690"/>
              <a:gd name="T14" fmla="*/ 599 w 1792"/>
              <a:gd name="T15" fmla="*/ 1107 h 1690"/>
              <a:gd name="T16" fmla="*/ 441 w 1792"/>
              <a:gd name="T17" fmla="*/ 1061 h 1690"/>
              <a:gd name="T18" fmla="*/ 521 w 1792"/>
              <a:gd name="T19" fmla="*/ 417 h 1690"/>
              <a:gd name="T20" fmla="*/ 234 w 1792"/>
              <a:gd name="T21" fmla="*/ 534 h 1690"/>
              <a:gd name="T22" fmla="*/ 154 w 1792"/>
              <a:gd name="T23" fmla="*/ 907 h 1690"/>
              <a:gd name="T24" fmla="*/ 0 w 1792"/>
              <a:gd name="T25" fmla="*/ 1189 h 1690"/>
              <a:gd name="T26" fmla="*/ 539 w 1792"/>
              <a:gd name="T27" fmla="*/ 1340 h 1690"/>
              <a:gd name="T28" fmla="*/ 632 w 1792"/>
              <a:gd name="T29" fmla="*/ 1293 h 1690"/>
              <a:gd name="T30" fmla="*/ 1400 w 1792"/>
              <a:gd name="T31" fmla="*/ 854 h 1690"/>
              <a:gd name="T32" fmla="*/ 1421 w 1792"/>
              <a:gd name="T33" fmla="*/ 922 h 1690"/>
              <a:gd name="T34" fmla="*/ 1337 w 1792"/>
              <a:gd name="T35" fmla="*/ 765 h 1690"/>
              <a:gd name="T36" fmla="*/ 1190 w 1792"/>
              <a:gd name="T37" fmla="*/ 832 h 1690"/>
              <a:gd name="T38" fmla="*/ 1228 w 1792"/>
              <a:gd name="T39" fmla="*/ 936 h 1690"/>
              <a:gd name="T40" fmla="*/ 1145 w 1792"/>
              <a:gd name="T41" fmla="*/ 781 h 1690"/>
              <a:gd name="T42" fmla="*/ 998 w 1792"/>
              <a:gd name="T43" fmla="*/ 850 h 1690"/>
              <a:gd name="T44" fmla="*/ 1064 w 1792"/>
              <a:gd name="T45" fmla="*/ 1013 h 1690"/>
              <a:gd name="T46" fmla="*/ 859 w 1792"/>
              <a:gd name="T47" fmla="*/ 597 h 1690"/>
              <a:gd name="T48" fmla="*/ 712 w 1792"/>
              <a:gd name="T49" fmla="*/ 665 h 1690"/>
              <a:gd name="T50" fmla="*/ 753 w 1792"/>
              <a:gd name="T51" fmla="*/ 1113 h 1690"/>
              <a:gd name="T52" fmla="*/ 665 w 1792"/>
              <a:gd name="T53" fmla="*/ 1248 h 1690"/>
              <a:gd name="T54" fmla="*/ 1520 w 1792"/>
              <a:gd name="T55" fmla="*/ 1628 h 1690"/>
              <a:gd name="T56" fmla="*/ 1546 w 1792"/>
              <a:gd name="T57" fmla="*/ 786 h 1690"/>
              <a:gd name="T58" fmla="*/ 571 w 1792"/>
              <a:gd name="T59" fmla="*/ 719 h 1690"/>
              <a:gd name="T60" fmla="*/ 683 w 1792"/>
              <a:gd name="T61" fmla="*/ 412 h 1690"/>
              <a:gd name="T62" fmla="*/ 991 w 1792"/>
              <a:gd name="T63" fmla="*/ 523 h 1690"/>
              <a:gd name="T64" fmla="*/ 985 w 1792"/>
              <a:gd name="T65" fmla="*/ 731 h 1690"/>
              <a:gd name="T66" fmla="*/ 940 w 1792"/>
              <a:gd name="T67" fmla="*/ 547 h 1690"/>
              <a:gd name="T68" fmla="*/ 707 w 1792"/>
              <a:gd name="T69" fmla="*/ 462 h 1690"/>
              <a:gd name="T70" fmla="*/ 622 w 1792"/>
              <a:gd name="T71" fmla="*/ 695 h 1690"/>
              <a:gd name="T72" fmla="*/ 736 w 1792"/>
              <a:gd name="T73" fmla="*/ 848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92" h="1690">
                <a:moveTo>
                  <a:pt x="438" y="240"/>
                </a:moveTo>
                <a:cubicBezTo>
                  <a:pt x="417" y="240"/>
                  <a:pt x="397" y="245"/>
                  <a:pt x="377" y="254"/>
                </a:cubicBezTo>
                <a:cubicBezTo>
                  <a:pt x="377" y="110"/>
                  <a:pt x="377" y="110"/>
                  <a:pt x="377" y="110"/>
                </a:cubicBezTo>
                <a:cubicBezTo>
                  <a:pt x="377" y="49"/>
                  <a:pt x="427" y="0"/>
                  <a:pt x="487" y="0"/>
                </a:cubicBezTo>
                <a:cubicBezTo>
                  <a:pt x="1049" y="0"/>
                  <a:pt x="1049" y="0"/>
                  <a:pt x="1049" y="0"/>
                </a:cubicBezTo>
                <a:cubicBezTo>
                  <a:pt x="1110" y="0"/>
                  <a:pt x="1159" y="49"/>
                  <a:pt x="1159" y="110"/>
                </a:cubicBezTo>
                <a:cubicBezTo>
                  <a:pt x="1159" y="711"/>
                  <a:pt x="1159" y="711"/>
                  <a:pt x="1159" y="711"/>
                </a:cubicBezTo>
                <a:cubicBezTo>
                  <a:pt x="1141" y="695"/>
                  <a:pt x="1119" y="685"/>
                  <a:pt x="1095" y="681"/>
                </a:cubicBezTo>
                <a:cubicBezTo>
                  <a:pt x="1095" y="110"/>
                  <a:pt x="1095" y="110"/>
                  <a:pt x="1095" y="110"/>
                </a:cubicBezTo>
                <a:cubicBezTo>
                  <a:pt x="1095" y="84"/>
                  <a:pt x="1074" y="64"/>
                  <a:pt x="1049" y="64"/>
                </a:cubicBezTo>
                <a:cubicBezTo>
                  <a:pt x="487" y="64"/>
                  <a:pt x="487" y="64"/>
                  <a:pt x="487" y="64"/>
                </a:cubicBezTo>
                <a:cubicBezTo>
                  <a:pt x="462" y="64"/>
                  <a:pt x="441" y="84"/>
                  <a:pt x="441" y="110"/>
                </a:cubicBezTo>
                <a:cubicBezTo>
                  <a:pt x="441" y="240"/>
                  <a:pt x="441" y="240"/>
                  <a:pt x="441" y="240"/>
                </a:cubicBezTo>
                <a:cubicBezTo>
                  <a:pt x="440" y="240"/>
                  <a:pt x="439" y="240"/>
                  <a:pt x="438" y="240"/>
                </a:cubicBezTo>
                <a:close/>
                <a:moveTo>
                  <a:pt x="632" y="1293"/>
                </a:moveTo>
                <a:cubicBezTo>
                  <a:pt x="573" y="1250"/>
                  <a:pt x="559" y="1168"/>
                  <a:pt x="599" y="1107"/>
                </a:cubicBezTo>
                <a:cubicBezTo>
                  <a:pt x="487" y="1107"/>
                  <a:pt x="487" y="1107"/>
                  <a:pt x="487" y="1107"/>
                </a:cubicBezTo>
                <a:cubicBezTo>
                  <a:pt x="462" y="1107"/>
                  <a:pt x="441" y="1087"/>
                  <a:pt x="441" y="1061"/>
                </a:cubicBezTo>
                <a:cubicBezTo>
                  <a:pt x="441" y="597"/>
                  <a:pt x="441" y="597"/>
                  <a:pt x="441" y="597"/>
                </a:cubicBezTo>
                <a:cubicBezTo>
                  <a:pt x="462" y="551"/>
                  <a:pt x="518" y="424"/>
                  <a:pt x="521" y="417"/>
                </a:cubicBezTo>
                <a:cubicBezTo>
                  <a:pt x="563" y="322"/>
                  <a:pt x="426" y="242"/>
                  <a:pt x="356" y="344"/>
                </a:cubicBezTo>
                <a:cubicBezTo>
                  <a:pt x="234" y="534"/>
                  <a:pt x="234" y="534"/>
                  <a:pt x="234" y="534"/>
                </a:cubicBezTo>
                <a:cubicBezTo>
                  <a:pt x="224" y="549"/>
                  <a:pt x="218" y="565"/>
                  <a:pt x="215" y="581"/>
                </a:cubicBezTo>
                <a:cubicBezTo>
                  <a:pt x="214" y="586"/>
                  <a:pt x="154" y="907"/>
                  <a:pt x="154" y="907"/>
                </a:cubicBezTo>
                <a:cubicBezTo>
                  <a:pt x="146" y="952"/>
                  <a:pt x="147" y="992"/>
                  <a:pt x="155" y="1034"/>
                </a:cubicBezTo>
                <a:cubicBezTo>
                  <a:pt x="0" y="1189"/>
                  <a:pt x="0" y="1189"/>
                  <a:pt x="0" y="1189"/>
                </a:cubicBezTo>
                <a:cubicBezTo>
                  <a:pt x="345" y="1534"/>
                  <a:pt x="345" y="1534"/>
                  <a:pt x="345" y="1534"/>
                </a:cubicBezTo>
                <a:cubicBezTo>
                  <a:pt x="539" y="1340"/>
                  <a:pt x="539" y="1340"/>
                  <a:pt x="539" y="1340"/>
                </a:cubicBezTo>
                <a:cubicBezTo>
                  <a:pt x="558" y="1341"/>
                  <a:pt x="623" y="1337"/>
                  <a:pt x="685" y="1332"/>
                </a:cubicBezTo>
                <a:lnTo>
                  <a:pt x="632" y="1293"/>
                </a:lnTo>
                <a:close/>
                <a:moveTo>
                  <a:pt x="1439" y="747"/>
                </a:moveTo>
                <a:cubicBezTo>
                  <a:pt x="1399" y="765"/>
                  <a:pt x="1381" y="813"/>
                  <a:pt x="1400" y="854"/>
                </a:cubicBezTo>
                <a:cubicBezTo>
                  <a:pt x="1426" y="909"/>
                  <a:pt x="1426" y="909"/>
                  <a:pt x="1426" y="909"/>
                </a:cubicBezTo>
                <a:cubicBezTo>
                  <a:pt x="1428" y="914"/>
                  <a:pt x="1426" y="920"/>
                  <a:pt x="1421" y="922"/>
                </a:cubicBezTo>
                <a:cubicBezTo>
                  <a:pt x="1416" y="924"/>
                  <a:pt x="1410" y="922"/>
                  <a:pt x="1408" y="917"/>
                </a:cubicBezTo>
                <a:cubicBezTo>
                  <a:pt x="1337" y="765"/>
                  <a:pt x="1337" y="765"/>
                  <a:pt x="1337" y="765"/>
                </a:cubicBezTo>
                <a:cubicBezTo>
                  <a:pt x="1318" y="725"/>
                  <a:pt x="1270" y="707"/>
                  <a:pt x="1230" y="726"/>
                </a:cubicBezTo>
                <a:cubicBezTo>
                  <a:pt x="1190" y="745"/>
                  <a:pt x="1172" y="792"/>
                  <a:pt x="1190" y="832"/>
                </a:cubicBezTo>
                <a:cubicBezTo>
                  <a:pt x="1190" y="832"/>
                  <a:pt x="1233" y="925"/>
                  <a:pt x="1233" y="925"/>
                </a:cubicBezTo>
                <a:cubicBezTo>
                  <a:pt x="1234" y="929"/>
                  <a:pt x="1232" y="934"/>
                  <a:pt x="1228" y="936"/>
                </a:cubicBezTo>
                <a:cubicBezTo>
                  <a:pt x="1223" y="939"/>
                  <a:pt x="1217" y="936"/>
                  <a:pt x="1215" y="932"/>
                </a:cubicBezTo>
                <a:cubicBezTo>
                  <a:pt x="1145" y="781"/>
                  <a:pt x="1145" y="781"/>
                  <a:pt x="1145" y="781"/>
                </a:cubicBezTo>
                <a:cubicBezTo>
                  <a:pt x="1126" y="741"/>
                  <a:pt x="1078" y="724"/>
                  <a:pt x="1037" y="742"/>
                </a:cubicBezTo>
                <a:cubicBezTo>
                  <a:pt x="997" y="761"/>
                  <a:pt x="980" y="809"/>
                  <a:pt x="998" y="850"/>
                </a:cubicBezTo>
                <a:cubicBezTo>
                  <a:pt x="1068" y="999"/>
                  <a:pt x="1068" y="999"/>
                  <a:pt x="1068" y="999"/>
                </a:cubicBezTo>
                <a:cubicBezTo>
                  <a:pt x="1071" y="1004"/>
                  <a:pt x="1068" y="1010"/>
                  <a:pt x="1064" y="1013"/>
                </a:cubicBezTo>
                <a:cubicBezTo>
                  <a:pt x="1059" y="1015"/>
                  <a:pt x="1053" y="1013"/>
                  <a:pt x="1051" y="1008"/>
                </a:cubicBezTo>
                <a:cubicBezTo>
                  <a:pt x="859" y="597"/>
                  <a:pt x="859" y="597"/>
                  <a:pt x="859" y="597"/>
                </a:cubicBezTo>
                <a:cubicBezTo>
                  <a:pt x="840" y="556"/>
                  <a:pt x="792" y="539"/>
                  <a:pt x="752" y="558"/>
                </a:cubicBezTo>
                <a:cubicBezTo>
                  <a:pt x="711" y="577"/>
                  <a:pt x="694" y="625"/>
                  <a:pt x="712" y="665"/>
                </a:cubicBezTo>
                <a:cubicBezTo>
                  <a:pt x="712" y="665"/>
                  <a:pt x="981" y="1241"/>
                  <a:pt x="981" y="1241"/>
                </a:cubicBezTo>
                <a:cubicBezTo>
                  <a:pt x="866" y="1176"/>
                  <a:pt x="753" y="1113"/>
                  <a:pt x="753" y="1113"/>
                </a:cubicBezTo>
                <a:cubicBezTo>
                  <a:pt x="717" y="1093"/>
                  <a:pt x="672" y="1102"/>
                  <a:pt x="648" y="1135"/>
                </a:cubicBezTo>
                <a:cubicBezTo>
                  <a:pt x="621" y="1171"/>
                  <a:pt x="629" y="1222"/>
                  <a:pt x="665" y="1248"/>
                </a:cubicBezTo>
                <a:cubicBezTo>
                  <a:pt x="1125" y="1583"/>
                  <a:pt x="1125" y="1583"/>
                  <a:pt x="1125" y="1583"/>
                </a:cubicBezTo>
                <a:cubicBezTo>
                  <a:pt x="1234" y="1668"/>
                  <a:pt x="1386" y="1690"/>
                  <a:pt x="1520" y="1628"/>
                </a:cubicBezTo>
                <a:cubicBezTo>
                  <a:pt x="1710" y="1539"/>
                  <a:pt x="1792" y="1313"/>
                  <a:pt x="1703" y="1122"/>
                </a:cubicBezTo>
                <a:cubicBezTo>
                  <a:pt x="1702" y="1119"/>
                  <a:pt x="1546" y="786"/>
                  <a:pt x="1546" y="786"/>
                </a:cubicBezTo>
                <a:cubicBezTo>
                  <a:pt x="1528" y="745"/>
                  <a:pt x="1479" y="728"/>
                  <a:pt x="1439" y="747"/>
                </a:cubicBezTo>
                <a:close/>
                <a:moveTo>
                  <a:pt x="571" y="719"/>
                </a:moveTo>
                <a:cubicBezTo>
                  <a:pt x="545" y="663"/>
                  <a:pt x="543" y="600"/>
                  <a:pt x="564" y="542"/>
                </a:cubicBezTo>
                <a:cubicBezTo>
                  <a:pt x="585" y="484"/>
                  <a:pt x="627" y="438"/>
                  <a:pt x="683" y="412"/>
                </a:cubicBezTo>
                <a:cubicBezTo>
                  <a:pt x="714" y="397"/>
                  <a:pt x="747" y="390"/>
                  <a:pt x="781" y="390"/>
                </a:cubicBezTo>
                <a:cubicBezTo>
                  <a:pt x="871" y="390"/>
                  <a:pt x="953" y="442"/>
                  <a:pt x="991" y="523"/>
                </a:cubicBezTo>
                <a:cubicBezTo>
                  <a:pt x="1017" y="579"/>
                  <a:pt x="1020" y="642"/>
                  <a:pt x="999" y="700"/>
                </a:cubicBezTo>
                <a:cubicBezTo>
                  <a:pt x="995" y="711"/>
                  <a:pt x="990" y="721"/>
                  <a:pt x="985" y="731"/>
                </a:cubicBezTo>
                <a:cubicBezTo>
                  <a:pt x="952" y="662"/>
                  <a:pt x="952" y="662"/>
                  <a:pt x="952" y="662"/>
                </a:cubicBezTo>
                <a:cubicBezTo>
                  <a:pt x="961" y="623"/>
                  <a:pt x="957" y="583"/>
                  <a:pt x="940" y="547"/>
                </a:cubicBezTo>
                <a:cubicBezTo>
                  <a:pt x="911" y="486"/>
                  <a:pt x="849" y="446"/>
                  <a:pt x="781" y="446"/>
                </a:cubicBezTo>
                <a:cubicBezTo>
                  <a:pt x="755" y="446"/>
                  <a:pt x="730" y="451"/>
                  <a:pt x="707" y="462"/>
                </a:cubicBezTo>
                <a:cubicBezTo>
                  <a:pt x="665" y="482"/>
                  <a:pt x="632" y="517"/>
                  <a:pt x="616" y="561"/>
                </a:cubicBezTo>
                <a:cubicBezTo>
                  <a:pt x="600" y="605"/>
                  <a:pt x="602" y="653"/>
                  <a:pt x="622" y="695"/>
                </a:cubicBezTo>
                <a:cubicBezTo>
                  <a:pt x="639" y="732"/>
                  <a:pt x="668" y="761"/>
                  <a:pt x="703" y="778"/>
                </a:cubicBezTo>
                <a:cubicBezTo>
                  <a:pt x="736" y="848"/>
                  <a:pt x="736" y="848"/>
                  <a:pt x="736" y="848"/>
                </a:cubicBezTo>
                <a:cubicBezTo>
                  <a:pt x="665" y="834"/>
                  <a:pt x="603" y="786"/>
                  <a:pt x="571" y="71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pic>
        <p:nvPicPr>
          <p:cNvPr id="181" name="Picture 180">
            <a:extLst>
              <a:ext uri="{FF2B5EF4-FFF2-40B4-BE49-F238E27FC236}">
                <a16:creationId xmlns:a16="http://schemas.microsoft.com/office/drawing/2014/main" id="{C09E3C64-681C-4260-8545-BC4D0C792435}"/>
              </a:ext>
            </a:extLst>
          </p:cNvPr>
          <p:cNvPicPr>
            <a:picLocks noChangeAspect="1"/>
          </p:cNvPicPr>
          <p:nvPr/>
        </p:nvPicPr>
        <p:blipFill>
          <a:blip r:embed="rId4"/>
          <a:srcRect/>
          <a:stretch/>
        </p:blipFill>
        <p:spPr>
          <a:xfrm>
            <a:off x="128338" y="40902"/>
            <a:ext cx="802314" cy="257919"/>
          </a:xfrm>
          <a:prstGeom prst="rect">
            <a:avLst/>
          </a:prstGeom>
        </p:spPr>
      </p:pic>
    </p:spTree>
    <p:extLst>
      <p:ext uri="{BB962C8B-B14F-4D97-AF65-F5344CB8AC3E}">
        <p14:creationId xmlns:p14="http://schemas.microsoft.com/office/powerpoint/2010/main" val="195884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A5DEA8-3326-42E3-9214-CDCF2A932437}"/>
              </a:ext>
            </a:extLst>
          </p:cNvPr>
          <p:cNvSpPr/>
          <p:nvPr/>
        </p:nvSpPr>
        <p:spPr>
          <a:xfrm>
            <a:off x="0" y="0"/>
            <a:ext cx="2657139" cy="51435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3262184" y="300626"/>
            <a:ext cx="5128502" cy="559224"/>
          </a:xfrm>
        </p:spPr>
        <p:txBody>
          <a:bodyPr>
            <a:normAutofit/>
          </a:bodyPr>
          <a:lstStyle/>
          <a:p>
            <a:r>
              <a:rPr lang="fi-FI" sz="2800" dirty="0"/>
              <a:t>Security Enhancements </a:t>
            </a:r>
          </a:p>
        </p:txBody>
      </p:sp>
      <p:sp>
        <p:nvSpPr>
          <p:cNvPr id="8" name="Content Placeholder 7">
            <a:extLst>
              <a:ext uri="{FF2B5EF4-FFF2-40B4-BE49-F238E27FC236}">
                <a16:creationId xmlns:a16="http://schemas.microsoft.com/office/drawing/2014/main" id="{B98FFEB6-D139-2B45-9BE1-4143973041A3}"/>
              </a:ext>
            </a:extLst>
          </p:cNvPr>
          <p:cNvSpPr>
            <a:spLocks noGrp="1"/>
          </p:cNvSpPr>
          <p:nvPr>
            <p:ph idx="20"/>
          </p:nvPr>
        </p:nvSpPr>
        <p:spPr>
          <a:xfrm>
            <a:off x="3262184" y="859850"/>
            <a:ext cx="5568215" cy="4093150"/>
          </a:xfrm>
        </p:spPr>
        <p:txBody>
          <a:bodyPr/>
          <a:lstStyle/>
          <a:p>
            <a:r>
              <a:rPr lang="en-US" sz="1400" b="1" dirty="0" err="1">
                <a:solidFill>
                  <a:srgbClr val="000000"/>
                </a:solidFill>
              </a:rPr>
              <a:t>Keycloak</a:t>
            </a:r>
            <a:endParaRPr lang="en-US" b="1" dirty="0">
              <a:solidFill>
                <a:srgbClr val="000000"/>
              </a:solidFill>
            </a:endParaRPr>
          </a:p>
          <a:p>
            <a:pPr marL="171450" indent="-171450">
              <a:buFont typeface="Arial" panose="020B0604020202020204" pitchFamily="34" charset="0"/>
              <a:buChar char="•"/>
            </a:pPr>
            <a:r>
              <a:rPr lang="en-US" dirty="0">
                <a:solidFill>
                  <a:srgbClr val="000000"/>
                </a:solidFill>
              </a:rPr>
              <a:t>EC now leverages </a:t>
            </a:r>
            <a:r>
              <a:rPr lang="en-US" dirty="0" err="1">
                <a:solidFill>
                  <a:srgbClr val="000000"/>
                </a:solidFill>
              </a:rPr>
              <a:t>Keycloak</a:t>
            </a:r>
            <a:r>
              <a:rPr lang="en-US" dirty="0">
                <a:solidFill>
                  <a:srgbClr val="000000"/>
                </a:solidFill>
              </a:rPr>
              <a:t>, a third party, standardized tool to handle </a:t>
            </a:r>
            <a:r>
              <a:rPr lang="en-US" b="1" dirty="0">
                <a:solidFill>
                  <a:srgbClr val="000000"/>
                </a:solidFill>
              </a:rPr>
              <a:t>authentication and authorization. </a:t>
            </a:r>
          </a:p>
          <a:p>
            <a:pPr marL="171450" indent="-171450">
              <a:buFont typeface="Arial" panose="020B0604020202020204" pitchFamily="34" charset="0"/>
              <a:buChar char="•"/>
            </a:pPr>
            <a:r>
              <a:rPr lang="en-US" dirty="0">
                <a:solidFill>
                  <a:srgbClr val="000000"/>
                </a:solidFill>
              </a:rPr>
              <a:t>With </a:t>
            </a:r>
            <a:r>
              <a:rPr lang="en-US" dirty="0" err="1">
                <a:solidFill>
                  <a:srgbClr val="000000"/>
                </a:solidFill>
              </a:rPr>
              <a:t>Keycloak</a:t>
            </a:r>
            <a:r>
              <a:rPr lang="en-US" dirty="0">
                <a:solidFill>
                  <a:srgbClr val="000000"/>
                </a:solidFill>
              </a:rPr>
              <a:t>, the process of authentication and authorization has been fully delegated out of EC. </a:t>
            </a:r>
          </a:p>
          <a:p>
            <a:pPr marL="171450" indent="-171450">
              <a:buFont typeface="Arial" panose="020B0604020202020204" pitchFamily="34" charset="0"/>
              <a:buChar char="•"/>
            </a:pPr>
            <a:r>
              <a:rPr lang="en-US" dirty="0" err="1">
                <a:solidFill>
                  <a:srgbClr val="000000"/>
                </a:solidFill>
              </a:rPr>
              <a:t>Keycloak</a:t>
            </a:r>
            <a:r>
              <a:rPr lang="en-US" dirty="0">
                <a:solidFill>
                  <a:srgbClr val="000000"/>
                </a:solidFill>
              </a:rPr>
              <a:t> gives EC great flexibility in authentication method. EC still supports log-in using a regular username and password but </a:t>
            </a:r>
            <a:r>
              <a:rPr lang="en-US" dirty="0" err="1">
                <a:solidFill>
                  <a:srgbClr val="000000"/>
                </a:solidFill>
              </a:rPr>
              <a:t>Keycloak</a:t>
            </a:r>
            <a:r>
              <a:rPr lang="en-US" dirty="0">
                <a:solidFill>
                  <a:srgbClr val="000000"/>
                </a:solidFill>
              </a:rPr>
              <a:t> provides several other options, including Federated Authentication and Multi/Two-factor Authentication.</a:t>
            </a:r>
          </a:p>
          <a:p>
            <a:pPr marL="171450" indent="-171450">
              <a:buFont typeface="Arial" panose="020B0604020202020204" pitchFamily="34" charset="0"/>
              <a:buChar char="•"/>
            </a:pPr>
            <a:r>
              <a:rPr lang="en-US" dirty="0">
                <a:solidFill>
                  <a:srgbClr val="000000"/>
                </a:solidFill>
              </a:rPr>
              <a:t> Some key authentication methods (not exhaustive list):</a:t>
            </a:r>
          </a:p>
          <a:p>
            <a:pPr marL="685800" lvl="1">
              <a:lnSpc>
                <a:spcPct val="100000"/>
              </a:lnSpc>
              <a:spcBef>
                <a:spcPts val="0"/>
              </a:spcBef>
              <a:buFont typeface="Courier New" panose="02070309020205020404" pitchFamily="49" charset="0"/>
              <a:buChar char="o"/>
            </a:pPr>
            <a:r>
              <a:rPr lang="en-US" dirty="0">
                <a:solidFill>
                  <a:srgbClr val="000000"/>
                </a:solidFill>
              </a:rPr>
              <a:t>LDAP and Microsoft Active Directory SSO </a:t>
            </a:r>
          </a:p>
          <a:p>
            <a:pPr marL="685800" lvl="1">
              <a:lnSpc>
                <a:spcPct val="100000"/>
              </a:lnSpc>
              <a:spcBef>
                <a:spcPts val="0"/>
              </a:spcBef>
              <a:buFont typeface="Courier New" panose="02070309020205020404" pitchFamily="49" charset="0"/>
              <a:buChar char="o"/>
            </a:pPr>
            <a:r>
              <a:rPr lang="en-US" dirty="0">
                <a:solidFill>
                  <a:srgbClr val="000000"/>
                </a:solidFill>
              </a:rPr>
              <a:t>SAML 2.0 – Security Assertion Markup Language. XML based protocol for exchanging authentication information between security domains. This allows for cross-domain </a:t>
            </a:r>
            <a:r>
              <a:rPr lang="en-US" dirty="0" err="1">
                <a:solidFill>
                  <a:srgbClr val="000000"/>
                </a:solidFill>
              </a:rPr>
              <a:t>SSO</a:t>
            </a:r>
            <a:r>
              <a:rPr lang="en-US" dirty="0">
                <a:solidFill>
                  <a:srgbClr val="000000"/>
                </a:solidFill>
              </a:rPr>
              <a:t>.</a:t>
            </a:r>
          </a:p>
          <a:p>
            <a:pPr marL="685800" lvl="1">
              <a:lnSpc>
                <a:spcPct val="100000"/>
              </a:lnSpc>
              <a:spcBef>
                <a:spcPts val="0"/>
              </a:spcBef>
              <a:buFont typeface="Courier New" panose="02070309020205020404" pitchFamily="49" charset="0"/>
              <a:buChar char="o"/>
            </a:pPr>
            <a:r>
              <a:rPr lang="en-US" dirty="0">
                <a:solidFill>
                  <a:srgbClr val="000000"/>
                </a:solidFill>
              </a:rPr>
              <a:t>OAuth 2.0 – Industry-standard protocol for authorization</a:t>
            </a:r>
          </a:p>
          <a:p>
            <a:pPr marL="685800" lvl="1">
              <a:lnSpc>
                <a:spcPct val="100000"/>
              </a:lnSpc>
              <a:spcBef>
                <a:spcPts val="0"/>
              </a:spcBef>
              <a:buFont typeface="Courier New" panose="02070309020205020404" pitchFamily="49" charset="0"/>
              <a:buChar char="o"/>
            </a:pPr>
            <a:r>
              <a:rPr lang="en-US" dirty="0">
                <a:solidFill>
                  <a:srgbClr val="000000"/>
                </a:solidFill>
              </a:rPr>
              <a:t>OpenID Connect 1.0 – Simple identity layer on top of OAuth </a:t>
            </a:r>
          </a:p>
        </p:txBody>
      </p:sp>
      <p:pic>
        <p:nvPicPr>
          <p:cNvPr id="7" name="Picture 6">
            <a:extLst>
              <a:ext uri="{FF2B5EF4-FFF2-40B4-BE49-F238E27FC236}">
                <a16:creationId xmlns:a16="http://schemas.microsoft.com/office/drawing/2014/main" id="{34C3837A-30CA-48FB-91B7-4E6D86BA4D02}"/>
              </a:ext>
            </a:extLst>
          </p:cNvPr>
          <p:cNvPicPr>
            <a:picLocks noChangeAspect="1"/>
          </p:cNvPicPr>
          <p:nvPr/>
        </p:nvPicPr>
        <p:blipFill>
          <a:blip r:embed="rId4">
            <a:duotone>
              <a:prstClr val="black"/>
              <a:srgbClr val="000000">
                <a:tint val="45000"/>
                <a:satMod val="400000"/>
              </a:srgbClr>
            </a:duotone>
            <a:extLst>
              <a:ext uri="{BEBA8EAE-BF5A-486C-A8C5-ECC9F3942E4B}">
                <a14:imgProps xmlns:a14="http://schemas.microsoft.com/office/drawing/2010/main">
                  <a14:imgLayer r:embed="rId5">
                    <a14:imgEffect>
                      <a14:colorTemperature colorTemp="4700"/>
                    </a14:imgEffect>
                  </a14:imgLayer>
                </a14:imgProps>
              </a:ext>
            </a:extLst>
          </a:blip>
          <a:srcRect/>
          <a:stretch/>
        </p:blipFill>
        <p:spPr>
          <a:xfrm>
            <a:off x="128338" y="40902"/>
            <a:ext cx="802314" cy="257919"/>
          </a:xfrm>
          <a:prstGeom prst="rect">
            <a:avLst/>
          </a:prstGeom>
        </p:spPr>
      </p:pic>
    </p:spTree>
    <p:extLst>
      <p:ext uri="{BB962C8B-B14F-4D97-AF65-F5344CB8AC3E}">
        <p14:creationId xmlns:p14="http://schemas.microsoft.com/office/powerpoint/2010/main" val="1378228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2DE17-5053-868C-FD8A-13448D1737E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0342E47-F355-AAC3-E54A-F874E14FC705}"/>
              </a:ext>
            </a:extLst>
          </p:cNvPr>
          <p:cNvPicPr>
            <a:picLocks noChangeAspect="1"/>
          </p:cNvPicPr>
          <p:nvPr/>
        </p:nvPicPr>
        <p:blipFill>
          <a:blip r:embed="rId3"/>
          <a:stretch>
            <a:fillRect/>
          </a:stretch>
        </p:blipFill>
        <p:spPr>
          <a:xfrm>
            <a:off x="0" y="0"/>
            <a:ext cx="3021178" cy="5143500"/>
          </a:xfrm>
          <a:prstGeom prst="rect">
            <a:avLst/>
          </a:prstGeom>
        </p:spPr>
      </p:pic>
      <p:sp>
        <p:nvSpPr>
          <p:cNvPr id="5" name="Title 4">
            <a:extLst>
              <a:ext uri="{FF2B5EF4-FFF2-40B4-BE49-F238E27FC236}">
                <a16:creationId xmlns:a16="http://schemas.microsoft.com/office/drawing/2014/main" id="{6B2A278C-205C-9945-6A8E-43D3A5D191B9}"/>
              </a:ext>
            </a:extLst>
          </p:cNvPr>
          <p:cNvSpPr>
            <a:spLocks noGrp="1"/>
          </p:cNvSpPr>
          <p:nvPr>
            <p:ph type="title"/>
          </p:nvPr>
        </p:nvSpPr>
        <p:spPr>
          <a:xfrm>
            <a:off x="3262183" y="300626"/>
            <a:ext cx="5809221" cy="559224"/>
          </a:xfrm>
        </p:spPr>
        <p:txBody>
          <a:bodyPr>
            <a:normAutofit/>
          </a:bodyPr>
          <a:lstStyle/>
          <a:p>
            <a:pPr lvl="0">
              <a:defRPr/>
            </a:pPr>
            <a:r>
              <a:rPr lang="fi-FI" sz="2800" dirty="0">
                <a:solidFill>
                  <a:srgbClr val="0A3952"/>
                </a:solidFill>
              </a:rPr>
              <a:t>Integrations</a:t>
            </a:r>
          </a:p>
        </p:txBody>
      </p:sp>
      <p:sp>
        <p:nvSpPr>
          <p:cNvPr id="8" name="Content Placeholder 7">
            <a:extLst>
              <a:ext uri="{FF2B5EF4-FFF2-40B4-BE49-F238E27FC236}">
                <a16:creationId xmlns:a16="http://schemas.microsoft.com/office/drawing/2014/main" id="{ABFD2569-4979-C170-3978-C5C2FECA26EF}"/>
              </a:ext>
            </a:extLst>
          </p:cNvPr>
          <p:cNvSpPr>
            <a:spLocks noGrp="1"/>
          </p:cNvSpPr>
          <p:nvPr>
            <p:ph idx="20"/>
          </p:nvPr>
        </p:nvSpPr>
        <p:spPr>
          <a:xfrm>
            <a:off x="3262184" y="859850"/>
            <a:ext cx="5568215" cy="4093150"/>
          </a:xfrm>
        </p:spPr>
        <p:txBody>
          <a:bodyPr/>
          <a:lstStyle/>
          <a:p>
            <a:r>
              <a:rPr lang="en-US" sz="1400" b="1" dirty="0">
                <a:solidFill>
                  <a:srgbClr val="000000"/>
                </a:solidFill>
              </a:rPr>
              <a:t>Data transmission (I/O)</a:t>
            </a:r>
            <a:endParaRPr lang="en-US" b="1" dirty="0">
              <a:solidFill>
                <a:srgbClr val="000000"/>
              </a:solidFill>
            </a:endParaRPr>
          </a:p>
          <a:p>
            <a:pPr marL="171450" indent="-171450">
              <a:buFont typeface="Arial" panose="020B0604020202020204" pitchFamily="34" charset="0"/>
              <a:buChar char="•"/>
            </a:pPr>
            <a:r>
              <a:rPr lang="en-US" dirty="0">
                <a:solidFill>
                  <a:srgbClr val="000000"/>
                </a:solidFill>
              </a:rPr>
              <a:t>From EC version 12.0, a new RESTful API is made available. This REST API will serve as the basis entry point for new integrations and clients. </a:t>
            </a:r>
          </a:p>
          <a:p>
            <a:pPr marL="171450" indent="-171450">
              <a:buFont typeface="Arial" panose="020B0604020202020204" pitchFamily="34" charset="0"/>
              <a:buChar char="•"/>
            </a:pPr>
            <a:r>
              <a:rPr lang="en-US" dirty="0">
                <a:solidFill>
                  <a:srgbClr val="000000"/>
                </a:solidFill>
              </a:rPr>
              <a:t>Focus for this initial version of REST API has been to enable </a:t>
            </a:r>
            <a:r>
              <a:rPr lang="en-US" b="1" dirty="0">
                <a:solidFill>
                  <a:srgbClr val="000000"/>
                </a:solidFill>
              </a:rPr>
              <a:t>import and export </a:t>
            </a:r>
            <a:r>
              <a:rPr lang="en-US" dirty="0">
                <a:solidFill>
                  <a:srgbClr val="000000"/>
                </a:solidFill>
              </a:rPr>
              <a:t>of data, to and from external resources. </a:t>
            </a:r>
          </a:p>
          <a:p>
            <a:pPr marL="171450" indent="-171450">
              <a:buFont typeface="Arial" panose="020B0604020202020204" pitchFamily="34" charset="0"/>
              <a:buChar char="•"/>
            </a:pPr>
            <a:r>
              <a:rPr lang="en-US" dirty="0">
                <a:solidFill>
                  <a:srgbClr val="000000"/>
                </a:solidFill>
              </a:rPr>
              <a:t>EC </a:t>
            </a:r>
            <a:r>
              <a:rPr lang="en-US" dirty="0"/>
              <a:t>provides a REST service endpoint for using </a:t>
            </a:r>
            <a:r>
              <a:rPr lang="en-US" dirty="0" err="1"/>
              <a:t>GraphQL</a:t>
            </a:r>
            <a:r>
              <a:rPr lang="en-US" dirty="0"/>
              <a:t> as the query language towards EC APIs. This serves as an alternative entry point for clients and integrations alongside the REST API itself. </a:t>
            </a:r>
            <a:r>
              <a:rPr lang="en-US" dirty="0" err="1"/>
              <a:t>GraphQL</a:t>
            </a:r>
            <a:r>
              <a:rPr lang="en-US" dirty="0"/>
              <a:t> empowers clients to ask for exactly what they need and no more by providing an intuitive and flexible syntax for describing data requirements and interactions.</a:t>
            </a:r>
          </a:p>
          <a:p>
            <a:pPr marL="171450" indent="-171450">
              <a:buFont typeface="Arial" panose="020B0604020202020204" pitchFamily="34" charset="0"/>
              <a:buChar char="•"/>
            </a:pPr>
            <a:r>
              <a:rPr lang="en-US" dirty="0">
                <a:solidFill>
                  <a:srgbClr val="000000"/>
                </a:solidFill>
              </a:rPr>
              <a:t>In EC14, </a:t>
            </a:r>
            <a:r>
              <a:rPr lang="en-US" dirty="0"/>
              <a:t>EC have also added support for external webhooks, allowing you to automatically let external systems know when an event happens. Example: Let a third-party system know that the allocation is done, and that the results can be fetched from EC. </a:t>
            </a:r>
          </a:p>
          <a:p>
            <a:endParaRPr lang="en-US" dirty="0">
              <a:solidFill>
                <a:srgbClr val="000000"/>
              </a:solidFill>
            </a:endParaRPr>
          </a:p>
        </p:txBody>
      </p:sp>
      <p:pic>
        <p:nvPicPr>
          <p:cNvPr id="7" name="Picture 6">
            <a:extLst>
              <a:ext uri="{FF2B5EF4-FFF2-40B4-BE49-F238E27FC236}">
                <a16:creationId xmlns:a16="http://schemas.microsoft.com/office/drawing/2014/main" id="{3EB33D8C-CE1B-8FB5-CABB-EDD3156038FA}"/>
              </a:ext>
            </a:extLst>
          </p:cNvPr>
          <p:cNvPicPr>
            <a:picLocks noChangeAspect="1"/>
          </p:cNvPicPr>
          <p:nvPr/>
        </p:nvPicPr>
        <p:blipFill>
          <a:blip r:embed="rId4">
            <a:duotone>
              <a:prstClr val="black"/>
              <a:srgbClr val="000000">
                <a:tint val="45000"/>
                <a:satMod val="400000"/>
              </a:srgbClr>
            </a:duotone>
            <a:extLst>
              <a:ext uri="{BEBA8EAE-BF5A-486C-A8C5-ECC9F3942E4B}">
                <a14:imgProps xmlns:a14="http://schemas.microsoft.com/office/drawing/2010/main">
                  <a14:imgLayer r:embed="rId5">
                    <a14:imgEffect>
                      <a14:colorTemperature colorTemp="4700"/>
                    </a14:imgEffect>
                  </a14:imgLayer>
                </a14:imgProps>
              </a:ext>
            </a:extLst>
          </a:blip>
          <a:srcRect/>
          <a:stretch/>
        </p:blipFill>
        <p:spPr>
          <a:xfrm>
            <a:off x="128338" y="40902"/>
            <a:ext cx="802314" cy="257919"/>
          </a:xfrm>
          <a:prstGeom prst="rect">
            <a:avLst/>
          </a:prstGeom>
        </p:spPr>
      </p:pic>
    </p:spTree>
    <p:extLst>
      <p:ext uri="{BB962C8B-B14F-4D97-AF65-F5344CB8AC3E}">
        <p14:creationId xmlns:p14="http://schemas.microsoft.com/office/powerpoint/2010/main" val="183391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C724A7-59F8-41AE-B316-A2A8420473A9}"/>
              </a:ext>
            </a:extLst>
          </p:cNvPr>
          <p:cNvSpPr/>
          <p:nvPr/>
        </p:nvSpPr>
        <p:spPr>
          <a:xfrm>
            <a:off x="0" y="0"/>
            <a:ext cx="3991086" cy="51435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5E48ABA1-7E4A-6B45-8E37-04E3818CDD81}"/>
              </a:ext>
            </a:extLst>
          </p:cNvPr>
          <p:cNvSpPr>
            <a:spLocks noGrp="1"/>
          </p:cNvSpPr>
          <p:nvPr>
            <p:ph type="title"/>
          </p:nvPr>
        </p:nvSpPr>
        <p:spPr>
          <a:xfrm>
            <a:off x="4647304" y="1249327"/>
            <a:ext cx="3920434" cy="644788"/>
          </a:xfrm>
        </p:spPr>
        <p:txBody>
          <a:bodyPr/>
          <a:lstStyle/>
          <a:p>
            <a:r>
              <a:rPr lang="fi-FI" sz="2800"/>
              <a:t>Upgrading/Flyway</a:t>
            </a:r>
          </a:p>
        </p:txBody>
      </p:sp>
      <p:sp>
        <p:nvSpPr>
          <p:cNvPr id="7" name="Content Placeholder 6">
            <a:extLst>
              <a:ext uri="{FF2B5EF4-FFF2-40B4-BE49-F238E27FC236}">
                <a16:creationId xmlns:a16="http://schemas.microsoft.com/office/drawing/2014/main" id="{6F89C732-3FFE-9541-B827-01F850D26AB1}"/>
              </a:ext>
            </a:extLst>
          </p:cNvPr>
          <p:cNvSpPr>
            <a:spLocks noGrp="1"/>
          </p:cNvSpPr>
          <p:nvPr>
            <p:ph idx="20"/>
          </p:nvPr>
        </p:nvSpPr>
        <p:spPr>
          <a:xfrm>
            <a:off x="4658060" y="1913091"/>
            <a:ext cx="3909677" cy="2152049"/>
          </a:xfrm>
        </p:spPr>
        <p:txBody>
          <a:bodyPr/>
          <a:lstStyle/>
          <a:p>
            <a:pPr marL="228600" indent="-228600">
              <a:buSzPct val="120000"/>
              <a:buBlip>
                <a:blip r:embed="rId4"/>
              </a:buBlip>
            </a:pPr>
            <a:r>
              <a:rPr lang="en-US" sz="1200" dirty="0">
                <a:solidFill>
                  <a:srgbClr val="000000"/>
                </a:solidFill>
              </a:rPr>
              <a:t>Introduction of "Flyway", a delta-based upgrade tool. This is used for all development efforts and is also available for use by customers. </a:t>
            </a:r>
          </a:p>
          <a:p>
            <a:pPr marL="228600" indent="-228600">
              <a:buSzPct val="120000"/>
              <a:buBlip>
                <a:blip r:embed="rId4"/>
              </a:buBlip>
            </a:pPr>
            <a:r>
              <a:rPr lang="en-US" sz="1200" dirty="0">
                <a:solidFill>
                  <a:srgbClr val="000000"/>
                </a:solidFill>
              </a:rPr>
              <a:t>Upgrading EC has always been complicated, and many customers choose to upgrade in large increments. We have started with delta-based upgrades, a new way of creating and managing going from one version to another. This lets us have more control over what is being done, reducing the risk and time for doing upgrades.</a:t>
            </a:r>
          </a:p>
        </p:txBody>
      </p:sp>
      <p:pic>
        <p:nvPicPr>
          <p:cNvPr id="6" name="Picture 5">
            <a:extLst>
              <a:ext uri="{FF2B5EF4-FFF2-40B4-BE49-F238E27FC236}">
                <a16:creationId xmlns:a16="http://schemas.microsoft.com/office/drawing/2014/main" id="{E18029AE-7CD9-4B7A-8FEF-4CE590E42EA9}"/>
              </a:ext>
            </a:extLst>
          </p:cNvPr>
          <p:cNvPicPr>
            <a:picLocks noChangeAspect="1"/>
          </p:cNvPicPr>
          <p:nvPr/>
        </p:nvPicPr>
        <p:blipFill>
          <a:blip r:embed="rId5"/>
          <a:srcRect/>
          <a:stretch/>
        </p:blipFill>
        <p:spPr>
          <a:xfrm>
            <a:off x="128338" y="40902"/>
            <a:ext cx="802314" cy="257919"/>
          </a:xfrm>
          <a:prstGeom prst="rect">
            <a:avLst/>
          </a:prstGeom>
        </p:spPr>
      </p:pic>
    </p:spTree>
    <p:extLst>
      <p:ext uri="{BB962C8B-B14F-4D97-AF65-F5344CB8AC3E}">
        <p14:creationId xmlns:p14="http://schemas.microsoft.com/office/powerpoint/2010/main" val="1591357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C724A7-59F8-41AE-B316-A2A8420473A9}"/>
              </a:ext>
            </a:extLst>
          </p:cNvPr>
          <p:cNvSpPr/>
          <p:nvPr/>
        </p:nvSpPr>
        <p:spPr>
          <a:xfrm>
            <a:off x="0" y="0"/>
            <a:ext cx="3991086" cy="51435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5E48ABA1-7E4A-6B45-8E37-04E3818CDD81}"/>
              </a:ext>
            </a:extLst>
          </p:cNvPr>
          <p:cNvSpPr>
            <a:spLocks noGrp="1"/>
          </p:cNvSpPr>
          <p:nvPr>
            <p:ph type="title"/>
          </p:nvPr>
        </p:nvSpPr>
        <p:spPr>
          <a:xfrm>
            <a:off x="4647304" y="371112"/>
            <a:ext cx="3920434" cy="864531"/>
          </a:xfrm>
        </p:spPr>
        <p:txBody>
          <a:bodyPr/>
          <a:lstStyle/>
          <a:p>
            <a:r>
              <a:rPr lang="fi-FI" sz="2800"/>
              <a:t>EC Extensions Concept</a:t>
            </a:r>
          </a:p>
        </p:txBody>
      </p:sp>
      <p:sp>
        <p:nvSpPr>
          <p:cNvPr id="7" name="Content Placeholder 6">
            <a:extLst>
              <a:ext uri="{FF2B5EF4-FFF2-40B4-BE49-F238E27FC236}">
                <a16:creationId xmlns:a16="http://schemas.microsoft.com/office/drawing/2014/main" id="{6F89C732-3FFE-9541-B827-01F850D26AB1}"/>
              </a:ext>
            </a:extLst>
          </p:cNvPr>
          <p:cNvSpPr>
            <a:spLocks noGrp="1"/>
          </p:cNvSpPr>
          <p:nvPr>
            <p:ph idx="20"/>
          </p:nvPr>
        </p:nvSpPr>
        <p:spPr>
          <a:xfrm>
            <a:off x="4658060" y="1304298"/>
            <a:ext cx="4102219" cy="3273257"/>
          </a:xfrm>
        </p:spPr>
        <p:txBody>
          <a:bodyPr/>
          <a:lstStyle/>
          <a:p>
            <a:pPr marL="228600" indent="-228600">
              <a:buSzPct val="120000"/>
              <a:buBlip>
                <a:blip r:embed="rId4"/>
              </a:buBlip>
            </a:pPr>
            <a:r>
              <a:rPr lang="en-US" sz="1200">
                <a:solidFill>
                  <a:srgbClr val="000000"/>
                </a:solidFill>
              </a:rPr>
              <a:t>The extension concept is a new and controlled way of extending functionality in EC. Modifications will not be done as modifying core functionality, but rather to extend it. This will greatly enhance upgradability of EC and also speed up development and deployment time for modifications.  </a:t>
            </a:r>
          </a:p>
          <a:p>
            <a:pPr marL="228600" indent="-228600">
              <a:buSzPct val="120000"/>
              <a:buBlip>
                <a:blip r:embed="rId4"/>
              </a:buBlip>
            </a:pPr>
            <a:r>
              <a:rPr lang="en-US" sz="1200">
                <a:solidFill>
                  <a:srgbClr val="000000"/>
                </a:solidFill>
              </a:rPr>
              <a:t>Introduction of the Extension concept, a standardized way of extending the functionality in EC. Historically, modifications to EC have been done by modifying the source code directly, injecting Java code through assemblies, or to create User Exit packages. This, in turn, makes it even harder to upgrade EC.</a:t>
            </a:r>
          </a:p>
          <a:p>
            <a:pPr marL="228600" indent="-228600">
              <a:buSzPct val="120000"/>
              <a:buBlip>
                <a:blip r:embed="rId4"/>
              </a:buBlip>
            </a:pPr>
            <a:r>
              <a:rPr lang="en-US" sz="1200">
                <a:solidFill>
                  <a:srgbClr val="000000"/>
                </a:solidFill>
              </a:rPr>
              <a:t>With Extensions, we take these features and separate them from the core functionality, enabling stricter rules on how to expand the functionality in EC, and provide a standardized way of doing it.</a:t>
            </a:r>
          </a:p>
        </p:txBody>
      </p:sp>
      <p:pic>
        <p:nvPicPr>
          <p:cNvPr id="2" name="Picture 1">
            <a:extLst>
              <a:ext uri="{FF2B5EF4-FFF2-40B4-BE49-F238E27FC236}">
                <a16:creationId xmlns:a16="http://schemas.microsoft.com/office/drawing/2014/main" id="{25CA0DFA-940E-438A-896F-BAAEC3087356}"/>
              </a:ext>
            </a:extLst>
          </p:cNvPr>
          <p:cNvPicPr>
            <a:picLocks noChangeAspect="1"/>
          </p:cNvPicPr>
          <p:nvPr/>
        </p:nvPicPr>
        <p:blipFill>
          <a:blip r:embed="rId5"/>
          <a:stretch>
            <a:fillRect/>
          </a:stretch>
        </p:blipFill>
        <p:spPr>
          <a:xfrm>
            <a:off x="0" y="2575631"/>
            <a:ext cx="1136470" cy="1496713"/>
          </a:xfrm>
          <a:prstGeom prst="rect">
            <a:avLst/>
          </a:prstGeom>
        </p:spPr>
      </p:pic>
      <p:pic>
        <p:nvPicPr>
          <p:cNvPr id="8" name="Picture 7">
            <a:extLst>
              <a:ext uri="{FF2B5EF4-FFF2-40B4-BE49-F238E27FC236}">
                <a16:creationId xmlns:a16="http://schemas.microsoft.com/office/drawing/2014/main" id="{D7D3A3F7-E850-4B6A-B976-F9699819EC55}"/>
              </a:ext>
            </a:extLst>
          </p:cNvPr>
          <p:cNvPicPr>
            <a:picLocks noChangeAspect="1"/>
          </p:cNvPicPr>
          <p:nvPr/>
        </p:nvPicPr>
        <p:blipFill>
          <a:blip r:embed="rId6">
            <a:duotone>
              <a:prstClr val="black"/>
              <a:schemeClr val="accent1">
                <a:tint val="45000"/>
                <a:satMod val="400000"/>
              </a:schemeClr>
            </a:duotone>
            <a:extLst>
              <a:ext uri="{BEBA8EAE-BF5A-486C-A8C5-ECC9F3942E4B}">
                <a14:imgProps xmlns:a14="http://schemas.microsoft.com/office/drawing/2010/main">
                  <a14:imgLayer r:embed="rId7">
                    <a14:imgEffect>
                      <a14:colorTemperature colorTemp="5300"/>
                    </a14:imgEffect>
                  </a14:imgLayer>
                </a14:imgProps>
              </a:ext>
            </a:extLst>
          </a:blip>
          <a:srcRect/>
          <a:stretch/>
        </p:blipFill>
        <p:spPr>
          <a:xfrm>
            <a:off x="128338" y="40902"/>
            <a:ext cx="802314" cy="257919"/>
          </a:xfrm>
          <a:prstGeom prst="rect">
            <a:avLst/>
          </a:prstGeom>
        </p:spPr>
      </p:pic>
    </p:spTree>
    <p:extLst>
      <p:ext uri="{BB962C8B-B14F-4D97-AF65-F5344CB8AC3E}">
        <p14:creationId xmlns:p14="http://schemas.microsoft.com/office/powerpoint/2010/main" val="1751039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A5DEA8-3326-42E3-9214-CDCF2A932437}"/>
              </a:ext>
            </a:extLst>
          </p:cNvPr>
          <p:cNvSpPr/>
          <p:nvPr/>
        </p:nvSpPr>
        <p:spPr>
          <a:xfrm>
            <a:off x="0" y="0"/>
            <a:ext cx="2657139" cy="51435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4FF24584-F925-3348-B457-21D88F637893}"/>
              </a:ext>
            </a:extLst>
          </p:cNvPr>
          <p:cNvSpPr>
            <a:spLocks noGrp="1"/>
          </p:cNvSpPr>
          <p:nvPr>
            <p:ph idx="19"/>
          </p:nvPr>
        </p:nvSpPr>
        <p:spPr>
          <a:xfrm>
            <a:off x="3262183" y="994018"/>
            <a:ext cx="5522587" cy="4035182"/>
          </a:xfrm>
        </p:spPr>
        <p:txBody>
          <a:bodyPr/>
          <a:lstStyle/>
          <a:p>
            <a:pPr marL="228600" indent="-228600">
              <a:buSzPct val="120000"/>
              <a:buBlip>
                <a:blip r:embed="rId4"/>
              </a:buBlip>
            </a:pPr>
            <a:r>
              <a:rPr lang="en-US" sz="1400" b="1" dirty="0">
                <a:solidFill>
                  <a:srgbClr val="000000"/>
                </a:solidFill>
              </a:rPr>
              <a:t>Calculation Editor</a:t>
            </a:r>
          </a:p>
          <a:p>
            <a:pPr marL="457200" indent="-228600">
              <a:lnSpc>
                <a:spcPct val="100000"/>
              </a:lnSpc>
              <a:buSzPct val="120000"/>
              <a:buFont typeface="Courier New" panose="02070309020205020404" pitchFamily="49" charset="0"/>
              <a:buChar char="o"/>
            </a:pPr>
            <a:r>
              <a:rPr lang="en-US" sz="1200" dirty="0">
                <a:solidFill>
                  <a:srgbClr val="000000"/>
                </a:solidFill>
              </a:rPr>
              <a:t>Possible to edit library calculation from the main calculation. </a:t>
            </a:r>
          </a:p>
          <a:p>
            <a:pPr marL="457200" indent="-228600">
              <a:lnSpc>
                <a:spcPct val="100000"/>
              </a:lnSpc>
              <a:buSzPct val="120000"/>
              <a:buFont typeface="Courier New" panose="02070309020205020404" pitchFamily="49" charset="0"/>
              <a:buChar char="o"/>
            </a:pPr>
            <a:r>
              <a:rPr lang="en-US" sz="1200" dirty="0">
                <a:solidFill>
                  <a:srgbClr val="000000"/>
                </a:solidFill>
              </a:rPr>
              <a:t>Convert a calculation sub process to a library calculation. This makes it easier to split a large calculation into calculation library that are easier to maintain.</a:t>
            </a:r>
          </a:p>
          <a:p>
            <a:pPr marL="228600" indent="-228600">
              <a:buSzPct val="120000"/>
              <a:buBlip>
                <a:blip r:embed="rId4"/>
              </a:buBlip>
            </a:pPr>
            <a:r>
              <a:rPr lang="en-US" sz="1400" b="1" dirty="0">
                <a:solidFill>
                  <a:srgbClr val="000000"/>
                </a:solidFill>
              </a:rPr>
              <a:t>Calculation Engine</a:t>
            </a:r>
          </a:p>
          <a:p>
            <a:pPr marL="457200" indent="-228600">
              <a:lnSpc>
                <a:spcPct val="100000"/>
              </a:lnSpc>
              <a:buSzPct val="120000"/>
              <a:buFont typeface="Courier New" panose="02070309020205020404" pitchFamily="49" charset="0"/>
              <a:buChar char="o"/>
            </a:pPr>
            <a:r>
              <a:rPr lang="en-US" sz="1200" dirty="0">
                <a:solidFill>
                  <a:srgbClr val="000000"/>
                </a:solidFill>
              </a:rPr>
              <a:t>Make the run no available to the calculation engine. This make it possible to write data for one calculation run.</a:t>
            </a:r>
          </a:p>
          <a:p>
            <a:pPr marL="457200" indent="-228600">
              <a:lnSpc>
                <a:spcPct val="100000"/>
              </a:lnSpc>
              <a:buSzPct val="120000"/>
              <a:buFont typeface="Courier New" panose="02070309020205020404" pitchFamily="49" charset="0"/>
              <a:buChar char="o"/>
            </a:pPr>
            <a:r>
              <a:rPr lang="en-US" sz="1200" dirty="0">
                <a:solidFill>
                  <a:srgbClr val="000000"/>
                </a:solidFill>
              </a:rPr>
              <a:t>Improve data write by making it possible to have tables without triggers. Audit trail / journaling must be done by the project. This can be used to write temporary calculation results. </a:t>
            </a:r>
          </a:p>
          <a:p>
            <a:pPr marL="228600" indent="-228600">
              <a:buSzPct val="120000"/>
              <a:buBlip>
                <a:blip r:embed="rId4"/>
              </a:buBlip>
            </a:pPr>
            <a:r>
              <a:rPr lang="en-US" sz="1400" b="1" dirty="0">
                <a:solidFill>
                  <a:srgbClr val="000000"/>
                </a:solidFill>
              </a:rPr>
              <a:t>Stream Node Diagram</a:t>
            </a:r>
          </a:p>
          <a:p>
            <a:pPr marL="457200" indent="-228600">
              <a:lnSpc>
                <a:spcPct val="100000"/>
              </a:lnSpc>
              <a:buSzPct val="120000"/>
              <a:buFont typeface="Courier New" panose="02070309020205020404" pitchFamily="49" charset="0"/>
              <a:buChar char="o"/>
            </a:pPr>
            <a:r>
              <a:rPr lang="en-US" sz="1200" dirty="0">
                <a:solidFill>
                  <a:srgbClr val="000000"/>
                </a:solidFill>
              </a:rPr>
              <a:t>Make it configurable which attribute should be used for stream </a:t>
            </a:r>
            <a:r>
              <a:rPr lang="en-US" sz="1200" dirty="0" err="1">
                <a:solidFill>
                  <a:srgbClr val="000000"/>
                </a:solidFill>
              </a:rPr>
              <a:t>colour</a:t>
            </a:r>
            <a:r>
              <a:rPr lang="en-US" sz="1200" dirty="0">
                <a:solidFill>
                  <a:srgbClr val="000000"/>
                </a:solidFill>
              </a:rPr>
              <a:t>. </a:t>
            </a:r>
          </a:p>
          <a:p>
            <a:pPr marL="457200" indent="-228600">
              <a:lnSpc>
                <a:spcPct val="100000"/>
              </a:lnSpc>
              <a:buSzPct val="120000"/>
              <a:buFont typeface="Courier New" panose="02070309020205020404" pitchFamily="49" charset="0"/>
              <a:buChar char="o"/>
            </a:pPr>
            <a:r>
              <a:rPr lang="en-US" sz="1200" dirty="0">
                <a:solidFill>
                  <a:srgbClr val="000000"/>
                </a:solidFill>
              </a:rPr>
              <a:t>Make it possible to filter stream based on allocation period (e.g. only show daily, monthly or yearly streams).</a:t>
            </a:r>
          </a:p>
        </p:txBody>
      </p:sp>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3262184" y="411587"/>
            <a:ext cx="5305554" cy="453827"/>
          </a:xfrm>
        </p:spPr>
        <p:txBody>
          <a:bodyPr>
            <a:normAutofit/>
          </a:bodyPr>
          <a:lstStyle/>
          <a:p>
            <a:r>
              <a:rPr lang="en-US" sz="2800"/>
              <a:t>Calculation enhancements</a:t>
            </a:r>
          </a:p>
        </p:txBody>
      </p:sp>
      <p:pic>
        <p:nvPicPr>
          <p:cNvPr id="7" name="Picture 6">
            <a:extLst>
              <a:ext uri="{FF2B5EF4-FFF2-40B4-BE49-F238E27FC236}">
                <a16:creationId xmlns:a16="http://schemas.microsoft.com/office/drawing/2014/main" id="{C08E7EF1-14C5-4F47-A98C-5AB51CCA088E}"/>
              </a:ext>
            </a:extLst>
          </p:cNvPr>
          <p:cNvPicPr>
            <a:picLocks noChangeAspect="1"/>
          </p:cNvPicPr>
          <p:nvPr/>
        </p:nvPicPr>
        <p:blipFill>
          <a:blip r:embed="rId5"/>
          <a:srcRect/>
          <a:stretch/>
        </p:blipFill>
        <p:spPr>
          <a:xfrm>
            <a:off x="128338" y="40902"/>
            <a:ext cx="802314" cy="257919"/>
          </a:xfrm>
          <a:prstGeom prst="rect">
            <a:avLst/>
          </a:prstGeom>
        </p:spPr>
      </p:pic>
    </p:spTree>
    <p:extLst>
      <p:ext uri="{BB962C8B-B14F-4D97-AF65-F5344CB8AC3E}">
        <p14:creationId xmlns:p14="http://schemas.microsoft.com/office/powerpoint/2010/main" val="392703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picture containing sky, outdoor, boat, sunset&#10;&#10;Description automatically generated">
            <a:extLst>
              <a:ext uri="{FF2B5EF4-FFF2-40B4-BE49-F238E27FC236}">
                <a16:creationId xmlns:a16="http://schemas.microsoft.com/office/drawing/2014/main" id="{559D7C1C-2A60-4017-9866-DD468D52C43E}"/>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1" y="0"/>
            <a:ext cx="9144001" cy="5143500"/>
          </a:xfrm>
          <a:prstGeom prst="rect">
            <a:avLst/>
          </a:prstGeom>
        </p:spPr>
      </p:pic>
      <p:cxnSp>
        <p:nvCxnSpPr>
          <p:cNvPr id="7" name="Straight Connector 6">
            <a:extLst>
              <a:ext uri="{FF2B5EF4-FFF2-40B4-BE49-F238E27FC236}">
                <a16:creationId xmlns:a16="http://schemas.microsoft.com/office/drawing/2014/main" id="{74686BD6-E3A9-414F-82B5-1AF7C2D4DB0B}"/>
              </a:ext>
            </a:extLst>
          </p:cNvPr>
          <p:cNvCxnSpPr>
            <a:cxnSpLocks/>
          </p:cNvCxnSpPr>
          <p:nvPr/>
        </p:nvCxnSpPr>
        <p:spPr>
          <a:xfrm>
            <a:off x="419362" y="2970236"/>
            <a:ext cx="608184"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itle 4">
            <a:extLst>
              <a:ext uri="{FF2B5EF4-FFF2-40B4-BE49-F238E27FC236}">
                <a16:creationId xmlns:a16="http://schemas.microsoft.com/office/drawing/2014/main" id="{809EE24B-D43F-44C4-BD81-4540DE992700}"/>
              </a:ext>
            </a:extLst>
          </p:cNvPr>
          <p:cNvSpPr txBox="1">
            <a:spLocks/>
          </p:cNvSpPr>
          <p:nvPr/>
        </p:nvSpPr>
        <p:spPr>
          <a:xfrm>
            <a:off x="392785" y="2064877"/>
            <a:ext cx="5305554" cy="721576"/>
          </a:xfrm>
          <a:prstGeom prst="rect">
            <a:avLst/>
          </a:prstGeom>
        </p:spPr>
        <p:txBody>
          <a:bodyPr vert="horz" lIns="0" tIns="0" rIns="0" bIns="0" rtlCol="0" anchor="t" anchorCtr="0">
            <a:noAutofit/>
          </a:bodyPr>
          <a:lstStyle>
            <a:lvl1pPr algn="l" defTabSz="685800" rtl="0" eaLnBrk="1" latinLnBrk="0" hangingPunct="1">
              <a:lnSpc>
                <a:spcPct val="90000"/>
              </a:lnSpc>
              <a:spcBef>
                <a:spcPct val="0"/>
              </a:spcBef>
              <a:buNone/>
              <a:defRPr sz="3600" b="1" kern="1200">
                <a:solidFill>
                  <a:schemeClr val="tx1"/>
                </a:solidFill>
                <a:latin typeface="Arial" panose="020B0604020202020204" pitchFamily="34" charset="0"/>
                <a:ea typeface="+mj-ea"/>
                <a:cs typeface="Arial" panose="020B0604020202020204" pitchFamily="34" charset="0"/>
              </a:defRPr>
            </a:lvl1pPr>
          </a:lstStyle>
          <a:p>
            <a:r>
              <a:rPr lang="fi-FI" spc="-150">
                <a:solidFill>
                  <a:schemeClr val="bg2"/>
                </a:solidFill>
              </a:rPr>
              <a:t>EC Standard Features</a:t>
            </a:r>
          </a:p>
        </p:txBody>
      </p:sp>
      <p:sp>
        <p:nvSpPr>
          <p:cNvPr id="19" name="Subtitle 6">
            <a:extLst>
              <a:ext uri="{FF2B5EF4-FFF2-40B4-BE49-F238E27FC236}">
                <a16:creationId xmlns:a16="http://schemas.microsoft.com/office/drawing/2014/main" id="{790DC549-693A-4A6E-9E29-7380DD052346}"/>
              </a:ext>
            </a:extLst>
          </p:cNvPr>
          <p:cNvSpPr txBox="1">
            <a:spLocks/>
          </p:cNvSpPr>
          <p:nvPr/>
        </p:nvSpPr>
        <p:spPr>
          <a:xfrm>
            <a:off x="425090" y="2571750"/>
            <a:ext cx="5015645" cy="604465"/>
          </a:xfrm>
          <a:prstGeom prst="rect">
            <a:avLst/>
          </a:prstGeom>
        </p:spPr>
        <p:txBody>
          <a:bodyPr vert="horz" lIns="0" tIns="0" rIns="324000" bIns="0" rtlCol="0">
            <a:noAutofit/>
          </a:bodyPr>
          <a:lstStyle>
            <a:lvl1pPr marL="0" indent="0" algn="l" defTabSz="685800" rtl="0" eaLnBrk="1" latinLnBrk="0" hangingPunct="1">
              <a:lnSpc>
                <a:spcPct val="110000"/>
              </a:lnSpc>
              <a:spcBef>
                <a:spcPts val="0"/>
              </a:spcBef>
              <a:buFontTx/>
              <a:buNone/>
              <a:defRPr sz="900" kern="1200">
                <a:solidFill>
                  <a:schemeClr val="tx1"/>
                </a:solidFill>
                <a:latin typeface="Arial" panose="020B0604020202020204" pitchFamily="34" charset="0"/>
                <a:ea typeface="+mn-ea"/>
                <a:cs typeface="Arial" panose="020B0604020202020204" pitchFamily="34" charset="0"/>
              </a:defRPr>
            </a:lvl1pPr>
            <a:lvl2pPr marL="342900" indent="0" algn="ctr" defTabSz="685800" rtl="0" eaLnBrk="1" latinLnBrk="0" hangingPunct="1">
              <a:lnSpc>
                <a:spcPct val="110000"/>
              </a:lnSpc>
              <a:spcBef>
                <a:spcPts val="375"/>
              </a:spcBef>
              <a:buFont typeface="Arial" panose="020B0604020202020204" pitchFamily="34" charset="0"/>
              <a:buNone/>
              <a:defRPr sz="1500" kern="1200">
                <a:solidFill>
                  <a:schemeClr val="tx1"/>
                </a:solidFill>
                <a:latin typeface="Arial" panose="020B0604020202020204" pitchFamily="34" charset="0"/>
                <a:ea typeface="+mn-ea"/>
                <a:cs typeface="Arial" panose="020B0604020202020204" pitchFamily="34" charset="0"/>
              </a:defRPr>
            </a:lvl2pPr>
            <a:lvl3pPr marL="685800" indent="0" algn="ctr" defTabSz="685800" rtl="0" eaLnBrk="1" latinLnBrk="0" hangingPunct="1">
              <a:lnSpc>
                <a:spcPct val="110000"/>
              </a:lnSpc>
              <a:spcBef>
                <a:spcPts val="375"/>
              </a:spcBef>
              <a:buFont typeface="Arial" panose="020B0604020202020204" pitchFamily="34" charset="0"/>
              <a:buNone/>
              <a:defRPr sz="1350" kern="1200">
                <a:solidFill>
                  <a:schemeClr val="tx1"/>
                </a:solidFill>
                <a:latin typeface="Arial" panose="020B0604020202020204" pitchFamily="34" charset="0"/>
                <a:ea typeface="+mn-ea"/>
                <a:cs typeface="Arial" panose="020B0604020202020204" pitchFamily="34" charset="0"/>
              </a:defRPr>
            </a:lvl3pPr>
            <a:lvl4pPr marL="1028700" indent="0" algn="ctr" defTabSz="685800" rtl="0" eaLnBrk="1" latinLnBrk="0" hangingPunct="1">
              <a:lnSpc>
                <a:spcPct val="110000"/>
              </a:lnSpc>
              <a:spcBef>
                <a:spcPts val="375"/>
              </a:spcBef>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4pPr>
            <a:lvl5pPr marL="1371600" indent="0" algn="ctr" defTabSz="685800" rtl="0" eaLnBrk="1" latinLnBrk="0" hangingPunct="1">
              <a:lnSpc>
                <a:spcPct val="110000"/>
              </a:lnSpc>
              <a:spcBef>
                <a:spcPts val="375"/>
              </a:spcBef>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1700" spc="-60">
                <a:solidFill>
                  <a:schemeClr val="bg2"/>
                </a:solidFill>
              </a:rPr>
              <a:t>Screen Structure | Screen  layout | </a:t>
            </a:r>
            <a:r>
              <a:rPr lang="en-US" sz="1700" spc="-60" err="1">
                <a:solidFill>
                  <a:schemeClr val="bg2"/>
                </a:solidFill>
              </a:rPr>
              <a:t>Treeview</a:t>
            </a:r>
            <a:endParaRPr lang="en-US" sz="1700" spc="-60">
              <a:solidFill>
                <a:schemeClr val="bg2"/>
              </a:solidFill>
            </a:endParaRPr>
          </a:p>
        </p:txBody>
      </p:sp>
      <p:pic>
        <p:nvPicPr>
          <p:cNvPr id="20" name="Picture 19">
            <a:extLst>
              <a:ext uri="{FF2B5EF4-FFF2-40B4-BE49-F238E27FC236}">
                <a16:creationId xmlns:a16="http://schemas.microsoft.com/office/drawing/2014/main" id="{D693E152-1F15-47C1-B945-A4F67E888D01}"/>
              </a:ext>
            </a:extLst>
          </p:cNvPr>
          <p:cNvPicPr>
            <a:picLocks noChangeAspect="1"/>
          </p:cNvPicPr>
          <p:nvPr/>
        </p:nvPicPr>
        <p:blipFill>
          <a:blip r:embed="rId3"/>
          <a:srcRect/>
          <a:stretch/>
        </p:blipFill>
        <p:spPr>
          <a:xfrm>
            <a:off x="128338" y="123037"/>
            <a:ext cx="1232630" cy="396252"/>
          </a:xfrm>
          <a:prstGeom prst="rect">
            <a:avLst/>
          </a:prstGeom>
        </p:spPr>
      </p:pic>
    </p:spTree>
    <p:extLst>
      <p:ext uri="{BB962C8B-B14F-4D97-AF65-F5344CB8AC3E}">
        <p14:creationId xmlns:p14="http://schemas.microsoft.com/office/powerpoint/2010/main" val="411901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24014A9-FB2C-4D1F-9B4E-9CF0C5F6B23E}"/>
              </a:ext>
            </a:extLst>
          </p:cNvPr>
          <p:cNvSpPr>
            <a:spLocks noGrp="1"/>
          </p:cNvSpPr>
          <p:nvPr>
            <p:ph type="pic" idx="14"/>
          </p:nvPr>
        </p:nvSpPr>
        <p:spPr/>
        <p:txBody>
          <a:bodyPr/>
          <a:lstStyle/>
          <a:p>
            <a:endParaRPr lang="en-US"/>
          </a:p>
        </p:txBody>
      </p:sp>
      <p:pic>
        <p:nvPicPr>
          <p:cNvPr id="45" name="Picture Placeholder 10">
            <a:extLst>
              <a:ext uri="{FF2B5EF4-FFF2-40B4-BE49-F238E27FC236}">
                <a16:creationId xmlns:a16="http://schemas.microsoft.com/office/drawing/2014/main" id="{B3092D20-7D68-4722-94D1-572B5A5F4FDD}"/>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0" y="0"/>
            <a:ext cx="9144000" cy="339725"/>
          </a:xfrm>
          <a:prstGeom prst="rect">
            <a:avLst/>
          </a:prstGeom>
        </p:spPr>
      </p:pic>
      <p:pic>
        <p:nvPicPr>
          <p:cNvPr id="46" name="Picture 45" descr="A picture containing wheel, drawing&#10;&#10;Description automatically generated">
            <a:extLst>
              <a:ext uri="{FF2B5EF4-FFF2-40B4-BE49-F238E27FC236}">
                <a16:creationId xmlns:a16="http://schemas.microsoft.com/office/drawing/2014/main" id="{0B759F77-DC73-46C8-B0EF-831B03FA040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28337" y="119805"/>
            <a:ext cx="580117" cy="141856"/>
          </a:xfrm>
          <a:prstGeom prst="rect">
            <a:avLst/>
          </a:prstGeom>
        </p:spPr>
      </p:pic>
      <p:sp>
        <p:nvSpPr>
          <p:cNvPr id="47" name="Rectangle 46">
            <a:extLst>
              <a:ext uri="{FF2B5EF4-FFF2-40B4-BE49-F238E27FC236}">
                <a16:creationId xmlns:a16="http://schemas.microsoft.com/office/drawing/2014/main" id="{BEFF67F7-A59C-42A7-9463-94E0E72371D9}"/>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Login Page</a:t>
            </a:r>
          </a:p>
        </p:txBody>
      </p:sp>
      <p:grpSp>
        <p:nvGrpSpPr>
          <p:cNvPr id="52" name="Group 51">
            <a:extLst>
              <a:ext uri="{FF2B5EF4-FFF2-40B4-BE49-F238E27FC236}">
                <a16:creationId xmlns:a16="http://schemas.microsoft.com/office/drawing/2014/main" id="{5AA2BBC3-CB08-4CD9-927A-95B6EC5FCDA0}"/>
              </a:ext>
            </a:extLst>
          </p:cNvPr>
          <p:cNvGrpSpPr/>
          <p:nvPr/>
        </p:nvGrpSpPr>
        <p:grpSpPr>
          <a:xfrm>
            <a:off x="2209449" y="2360559"/>
            <a:ext cx="4390614" cy="2149160"/>
            <a:chOff x="3304845" y="1876425"/>
            <a:chExt cx="6343650" cy="3105150"/>
          </a:xfrm>
          <a:effectLst>
            <a:outerShdw blurRad="50800" dist="38100" dir="2700000" algn="tl" rotWithShape="0">
              <a:prstClr val="black">
                <a:alpha val="40000"/>
              </a:prstClr>
            </a:outerShdw>
          </a:effectLst>
        </p:grpSpPr>
        <p:pic>
          <p:nvPicPr>
            <p:cNvPr id="53" name="Picture 52">
              <a:extLst>
                <a:ext uri="{FF2B5EF4-FFF2-40B4-BE49-F238E27FC236}">
                  <a16:creationId xmlns:a16="http://schemas.microsoft.com/office/drawing/2014/main" id="{740AF0A9-AFC1-41A9-88E7-99953594B59C}"/>
                </a:ext>
              </a:extLst>
            </p:cNvPr>
            <p:cNvPicPr>
              <a:picLocks noChangeAspect="1"/>
            </p:cNvPicPr>
            <p:nvPr/>
          </p:nvPicPr>
          <p:blipFill>
            <a:blip r:embed="rId4"/>
            <a:stretch>
              <a:fillRect/>
            </a:stretch>
          </p:blipFill>
          <p:spPr>
            <a:xfrm>
              <a:off x="3304845" y="1876425"/>
              <a:ext cx="6343650" cy="3105150"/>
            </a:xfrm>
            <a:prstGeom prst="rect">
              <a:avLst/>
            </a:prstGeom>
          </p:spPr>
        </p:pic>
        <p:sp>
          <p:nvSpPr>
            <p:cNvPr id="54" name="Rectangle 53">
              <a:extLst>
                <a:ext uri="{FF2B5EF4-FFF2-40B4-BE49-F238E27FC236}">
                  <a16:creationId xmlns:a16="http://schemas.microsoft.com/office/drawing/2014/main" id="{9BA0D7E5-0276-4365-AE65-5A8807BE9848}"/>
                </a:ext>
              </a:extLst>
            </p:cNvPr>
            <p:cNvSpPr/>
            <p:nvPr/>
          </p:nvSpPr>
          <p:spPr>
            <a:xfrm>
              <a:off x="3877679" y="4055986"/>
              <a:ext cx="1358283" cy="3917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0" name="TextBox 9">
            <a:extLst>
              <a:ext uri="{FF2B5EF4-FFF2-40B4-BE49-F238E27FC236}">
                <a16:creationId xmlns:a16="http://schemas.microsoft.com/office/drawing/2014/main" id="{98AC1A6A-E600-48BA-9B6B-A9352CB5DB49}"/>
              </a:ext>
            </a:extLst>
          </p:cNvPr>
          <p:cNvSpPr txBox="1"/>
          <p:nvPr/>
        </p:nvSpPr>
        <p:spPr>
          <a:xfrm>
            <a:off x="413575" y="1094193"/>
            <a:ext cx="8413137" cy="953989"/>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285750" lvl="0" indent="-285750" defTabSz="533400">
              <a:lnSpc>
                <a:spcPts val="1600"/>
              </a:lnSpc>
              <a:spcBef>
                <a:spcPts val="1200"/>
              </a:spcBef>
              <a:buClr>
                <a:srgbClr val="63ABD9"/>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All users must be registered in EC and given a password before first login.</a:t>
            </a:r>
          </a:p>
          <a:p>
            <a:pPr marL="285750" lvl="0" indent="-285750" defTabSz="533400">
              <a:lnSpc>
                <a:spcPts val="1600"/>
              </a:lnSpc>
              <a:spcBef>
                <a:spcPts val="1200"/>
              </a:spcBef>
              <a:buClr>
                <a:srgbClr val="63ABD9"/>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Depending on the local IT environment, the password can be specific for the user and EC, it may just be the same as the Windows password or it can even be automatically set for the user – if single sign on is implemented.</a:t>
            </a:r>
          </a:p>
          <a:p>
            <a:pPr marL="285750" lvl="0" indent="-285750" defTabSz="533400">
              <a:lnSpc>
                <a:spcPts val="1600"/>
              </a:lnSpc>
              <a:spcBef>
                <a:spcPts val="1200"/>
              </a:spcBef>
              <a:buClr>
                <a:srgbClr val="63ABD9"/>
              </a:buClr>
              <a:buFont typeface="Courier New" panose="02070309020205020404" pitchFamily="49" charset="0"/>
              <a:buChar char="o"/>
            </a:pPr>
            <a:endParaRPr lang="en-US" sz="1400">
              <a:solidFill>
                <a:schemeClr val="accent1">
                  <a:lumMod val="50000"/>
                </a:schemeClr>
              </a:solidFill>
              <a:latin typeface="Arial" panose="020B0604020202020204" pitchFamily="34" charset="0"/>
              <a:cs typeface="Arial" panose="020B0604020202020204" pitchFamily="34" charset="0"/>
            </a:endParaRPr>
          </a:p>
        </p:txBody>
      </p:sp>
      <p:pic>
        <p:nvPicPr>
          <p:cNvPr id="11" name="Picture 10" descr="A sunset over a body of water&#10;&#10;Description automatically generated">
            <a:extLst>
              <a:ext uri="{FF2B5EF4-FFF2-40B4-BE49-F238E27FC236}">
                <a16:creationId xmlns:a16="http://schemas.microsoft.com/office/drawing/2014/main" id="{9C0392C8-C375-41E8-A121-4D79CB41D36F}"/>
              </a:ext>
            </a:extLst>
          </p:cNvPr>
          <p:cNvPicPr>
            <a:picLocks noChangeAspect="1"/>
          </p:cNvPicPr>
          <p:nvPr/>
        </p:nvPicPr>
        <p:blipFill>
          <a:blip r:embed="rId5"/>
          <a:stretch>
            <a:fillRect/>
          </a:stretch>
        </p:blipFill>
        <p:spPr>
          <a:xfrm>
            <a:off x="0" y="-21622"/>
            <a:ext cx="9144000" cy="342900"/>
          </a:xfrm>
          <a:prstGeom prst="rect">
            <a:avLst/>
          </a:prstGeom>
        </p:spPr>
      </p:pic>
      <p:pic>
        <p:nvPicPr>
          <p:cNvPr id="12" name="Picture 11">
            <a:extLst>
              <a:ext uri="{FF2B5EF4-FFF2-40B4-BE49-F238E27FC236}">
                <a16:creationId xmlns:a16="http://schemas.microsoft.com/office/drawing/2014/main" id="{1F9EFBD8-ADFD-4826-90FA-5C30EC763257}"/>
              </a:ext>
            </a:extLst>
          </p:cNvPr>
          <p:cNvPicPr>
            <a:picLocks noChangeAspect="1"/>
          </p:cNvPicPr>
          <p:nvPr/>
        </p:nvPicPr>
        <p:blipFill>
          <a:blip r:embed="rId6"/>
          <a:srcRect/>
          <a:stretch/>
        </p:blipFill>
        <p:spPr>
          <a:xfrm>
            <a:off x="128338" y="40902"/>
            <a:ext cx="802314" cy="257919"/>
          </a:xfrm>
          <a:prstGeom prst="rect">
            <a:avLst/>
          </a:prstGeom>
        </p:spPr>
      </p:pic>
    </p:spTree>
    <p:extLst>
      <p:ext uri="{BB962C8B-B14F-4D97-AF65-F5344CB8AC3E}">
        <p14:creationId xmlns:p14="http://schemas.microsoft.com/office/powerpoint/2010/main" val="3535465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64" descr="A sunset over a body of water&#10;&#10;Description automatically generated">
            <a:extLst>
              <a:ext uri="{FF2B5EF4-FFF2-40B4-BE49-F238E27FC236}">
                <a16:creationId xmlns:a16="http://schemas.microsoft.com/office/drawing/2014/main" id="{96A52F5F-74D8-4817-A9EE-5A7E9303A6D0}"/>
              </a:ext>
            </a:extLst>
          </p:cNvPr>
          <p:cNvPicPr>
            <a:picLocks noChangeAspect="1"/>
          </p:cNvPicPr>
          <p:nvPr/>
        </p:nvPicPr>
        <p:blipFill>
          <a:blip r:embed="rId2"/>
          <a:stretch>
            <a:fillRect/>
          </a:stretch>
        </p:blipFill>
        <p:spPr>
          <a:xfrm>
            <a:off x="0" y="-21622"/>
            <a:ext cx="9144000" cy="342900"/>
          </a:xfrm>
          <a:prstGeom prst="rect">
            <a:avLst/>
          </a:prstGeom>
        </p:spPr>
      </p:pic>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420145" y="580338"/>
            <a:ext cx="5966587" cy="408733"/>
          </a:xfrm>
        </p:spPr>
        <p:txBody>
          <a:bodyPr/>
          <a:lstStyle/>
          <a:p>
            <a:r>
              <a:rPr lang="en-US" altLang="en-US" sz="2800"/>
              <a:t>Screen Areas</a:t>
            </a:r>
            <a:br>
              <a:rPr lang="en-US" altLang="en-US" sz="2800"/>
            </a:br>
            <a:endParaRPr lang="en-US" altLang="en-US" sz="2800"/>
          </a:p>
        </p:txBody>
      </p:sp>
      <p:pic>
        <p:nvPicPr>
          <p:cNvPr id="37" name="Picture 36">
            <a:extLst>
              <a:ext uri="{FF2B5EF4-FFF2-40B4-BE49-F238E27FC236}">
                <a16:creationId xmlns:a16="http://schemas.microsoft.com/office/drawing/2014/main" id="{F68C517A-B1F7-4F76-B7DB-D94FB0476EA1}"/>
              </a:ext>
            </a:extLst>
          </p:cNvPr>
          <p:cNvPicPr>
            <a:picLocks noChangeAspect="1"/>
          </p:cNvPicPr>
          <p:nvPr/>
        </p:nvPicPr>
        <p:blipFill>
          <a:blip r:embed="rId3"/>
          <a:stretch>
            <a:fillRect/>
          </a:stretch>
        </p:blipFill>
        <p:spPr>
          <a:xfrm>
            <a:off x="861273" y="957905"/>
            <a:ext cx="6911329" cy="3885723"/>
          </a:xfrm>
          <a:prstGeom prst="rect">
            <a:avLst/>
          </a:prstGeom>
          <a:solidFill>
            <a:srgbClr val="0065A0"/>
          </a:solidFill>
          <a:ln>
            <a:solidFill>
              <a:schemeClr val="bg1">
                <a:lumMod val="85000"/>
              </a:schemeClr>
            </a:solidFill>
          </a:ln>
        </p:spPr>
      </p:pic>
      <p:sp>
        <p:nvSpPr>
          <p:cNvPr id="38" name="Rectangle 37">
            <a:extLst>
              <a:ext uri="{FF2B5EF4-FFF2-40B4-BE49-F238E27FC236}">
                <a16:creationId xmlns:a16="http://schemas.microsoft.com/office/drawing/2014/main" id="{2ACA7F1A-0C4A-4866-A194-F2075EB59305}"/>
              </a:ext>
            </a:extLst>
          </p:cNvPr>
          <p:cNvSpPr/>
          <p:nvPr/>
        </p:nvSpPr>
        <p:spPr bwMode="auto">
          <a:xfrm>
            <a:off x="2261466" y="2575792"/>
            <a:ext cx="1514308" cy="32620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39" name="Rectangle 38">
            <a:extLst>
              <a:ext uri="{FF2B5EF4-FFF2-40B4-BE49-F238E27FC236}">
                <a16:creationId xmlns:a16="http://schemas.microsoft.com/office/drawing/2014/main" id="{2CFC0D66-5C59-4FDA-9C17-08D3B544DE41}"/>
              </a:ext>
            </a:extLst>
          </p:cNvPr>
          <p:cNvSpPr/>
          <p:nvPr/>
        </p:nvSpPr>
        <p:spPr bwMode="auto">
          <a:xfrm>
            <a:off x="2239611" y="1455989"/>
            <a:ext cx="1097029" cy="295107"/>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grpSp>
        <p:nvGrpSpPr>
          <p:cNvPr id="42" name="Group 6">
            <a:extLst>
              <a:ext uri="{FF2B5EF4-FFF2-40B4-BE49-F238E27FC236}">
                <a16:creationId xmlns:a16="http://schemas.microsoft.com/office/drawing/2014/main" id="{3361C380-D600-49F3-8033-0EA4E13FE85B}"/>
              </a:ext>
            </a:extLst>
          </p:cNvPr>
          <p:cNvGrpSpPr>
            <a:grpSpLocks/>
          </p:cNvGrpSpPr>
          <p:nvPr/>
        </p:nvGrpSpPr>
        <p:grpSpPr bwMode="auto">
          <a:xfrm>
            <a:off x="3947584" y="1678381"/>
            <a:ext cx="749410" cy="330622"/>
            <a:chOff x="1350" y="627"/>
            <a:chExt cx="918" cy="405"/>
          </a:xfrm>
        </p:grpSpPr>
        <p:sp>
          <p:nvSpPr>
            <p:cNvPr id="44" name="Line 7">
              <a:extLst>
                <a:ext uri="{FF2B5EF4-FFF2-40B4-BE49-F238E27FC236}">
                  <a16:creationId xmlns:a16="http://schemas.microsoft.com/office/drawing/2014/main" id="{E8AC93B8-8C53-4684-84D9-014631C426F0}"/>
                </a:ext>
              </a:extLst>
            </p:cNvPr>
            <p:cNvSpPr>
              <a:spLocks noChangeShapeType="1"/>
            </p:cNvSpPr>
            <p:nvPr/>
          </p:nvSpPr>
          <p:spPr bwMode="auto">
            <a:xfrm>
              <a:off x="1887" y="628"/>
              <a:ext cx="361" cy="40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a:tailEnd type="triangle" w="med" len="med"/>
                </a14:hiddenLine>
              </a:ext>
            </a:extLst>
          </p:spPr>
          <p:txBody>
            <a:bodyPr wrap="none"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47" name="Text Box 8">
              <a:extLst>
                <a:ext uri="{FF2B5EF4-FFF2-40B4-BE49-F238E27FC236}">
                  <a16:creationId xmlns:a16="http://schemas.microsoft.com/office/drawing/2014/main" id="{0CD095A1-7D77-49B4-A2CD-E9AA6622AEA7}"/>
                </a:ext>
              </a:extLst>
            </p:cNvPr>
            <p:cNvSpPr txBox="1">
              <a:spLocks noChangeArrowheads="1"/>
            </p:cNvSpPr>
            <p:nvPr/>
          </p:nvSpPr>
          <p:spPr bwMode="auto">
            <a:xfrm>
              <a:off x="1350" y="627"/>
              <a:ext cx="9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grpSp>
      <p:sp>
        <p:nvSpPr>
          <p:cNvPr id="51" name="Line 10">
            <a:extLst>
              <a:ext uri="{FF2B5EF4-FFF2-40B4-BE49-F238E27FC236}">
                <a16:creationId xmlns:a16="http://schemas.microsoft.com/office/drawing/2014/main" id="{1000CCE5-26E8-4699-B741-EC5B7CC0BC7C}"/>
              </a:ext>
            </a:extLst>
          </p:cNvPr>
          <p:cNvSpPr>
            <a:spLocks noChangeShapeType="1"/>
          </p:cNvSpPr>
          <p:nvPr/>
        </p:nvSpPr>
        <p:spPr bwMode="auto">
          <a:xfrm flipH="1">
            <a:off x="7228481" y="1632744"/>
            <a:ext cx="0" cy="222824"/>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57" name="Text Box 11">
            <a:extLst>
              <a:ext uri="{FF2B5EF4-FFF2-40B4-BE49-F238E27FC236}">
                <a16:creationId xmlns:a16="http://schemas.microsoft.com/office/drawing/2014/main" id="{3F65AA34-8C78-498C-94FA-939AB1B1D361}"/>
              </a:ext>
            </a:extLst>
          </p:cNvPr>
          <p:cNvSpPr txBox="1">
            <a:spLocks noChangeArrowheads="1"/>
          </p:cNvSpPr>
          <p:nvPr/>
        </p:nvSpPr>
        <p:spPr bwMode="auto">
          <a:xfrm>
            <a:off x="5902751" y="1617036"/>
            <a:ext cx="79130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59" name="Line 13">
            <a:extLst>
              <a:ext uri="{FF2B5EF4-FFF2-40B4-BE49-F238E27FC236}">
                <a16:creationId xmlns:a16="http://schemas.microsoft.com/office/drawing/2014/main" id="{CE6E8F7D-435F-4906-A398-159DF1A6A11F}"/>
              </a:ext>
            </a:extLst>
          </p:cNvPr>
          <p:cNvSpPr>
            <a:spLocks noChangeShapeType="1"/>
          </p:cNvSpPr>
          <p:nvPr/>
        </p:nvSpPr>
        <p:spPr bwMode="auto">
          <a:xfrm flipH="1" flipV="1">
            <a:off x="2708456" y="2360964"/>
            <a:ext cx="235109" cy="208168"/>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grpSp>
        <p:nvGrpSpPr>
          <p:cNvPr id="62" name="Group 15">
            <a:extLst>
              <a:ext uri="{FF2B5EF4-FFF2-40B4-BE49-F238E27FC236}">
                <a16:creationId xmlns:a16="http://schemas.microsoft.com/office/drawing/2014/main" id="{761BF39C-5B3E-45BC-898E-97B7C951D996}"/>
              </a:ext>
            </a:extLst>
          </p:cNvPr>
          <p:cNvGrpSpPr>
            <a:grpSpLocks/>
          </p:cNvGrpSpPr>
          <p:nvPr/>
        </p:nvGrpSpPr>
        <p:grpSpPr bwMode="auto">
          <a:xfrm>
            <a:off x="3672647" y="1282247"/>
            <a:ext cx="2395532" cy="661446"/>
            <a:chOff x="2886" y="260"/>
            <a:chExt cx="1938" cy="926"/>
          </a:xfrm>
        </p:grpSpPr>
        <p:sp>
          <p:nvSpPr>
            <p:cNvPr id="63" name="Line 16">
              <a:extLst>
                <a:ext uri="{FF2B5EF4-FFF2-40B4-BE49-F238E27FC236}">
                  <a16:creationId xmlns:a16="http://schemas.microsoft.com/office/drawing/2014/main" id="{7DBEC5DF-0AEC-499B-BDC6-B797848DBD51}"/>
                </a:ext>
              </a:extLst>
            </p:cNvPr>
            <p:cNvSpPr>
              <a:spLocks noChangeShapeType="1"/>
            </p:cNvSpPr>
            <p:nvPr/>
          </p:nvSpPr>
          <p:spPr bwMode="auto">
            <a:xfrm>
              <a:off x="2886" y="260"/>
              <a:ext cx="289" cy="9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a:tailEnd type="triangle" w="med" len="med"/>
                </a14:hiddenLine>
              </a:ext>
            </a:extLst>
          </p:spPr>
          <p:txBody>
            <a:bodyPr wrap="none"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64" name="Text Box 17">
              <a:extLst>
                <a:ext uri="{FF2B5EF4-FFF2-40B4-BE49-F238E27FC236}">
                  <a16:creationId xmlns:a16="http://schemas.microsoft.com/office/drawing/2014/main" id="{E44D8ACB-04B3-47F5-83DA-045B7E186021}"/>
                </a:ext>
              </a:extLst>
            </p:cNvPr>
            <p:cNvSpPr txBox="1">
              <a:spLocks noChangeArrowheads="1"/>
            </p:cNvSpPr>
            <p:nvPr/>
          </p:nvSpPr>
          <p:spPr bwMode="auto">
            <a:xfrm>
              <a:off x="3906" y="1185"/>
              <a:ext cx="918" cy="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grpSp>
      <p:sp>
        <p:nvSpPr>
          <p:cNvPr id="66" name="Text Box 19">
            <a:extLst>
              <a:ext uri="{FF2B5EF4-FFF2-40B4-BE49-F238E27FC236}">
                <a16:creationId xmlns:a16="http://schemas.microsoft.com/office/drawing/2014/main" id="{EBC09DD1-5ECF-450B-BAD9-D4BDCBE567FC}"/>
              </a:ext>
            </a:extLst>
          </p:cNvPr>
          <p:cNvSpPr txBox="1">
            <a:spLocks noChangeArrowheads="1"/>
          </p:cNvSpPr>
          <p:nvPr/>
        </p:nvSpPr>
        <p:spPr bwMode="auto">
          <a:xfrm rot="14740390">
            <a:off x="6050054" y="4445357"/>
            <a:ext cx="178930" cy="1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67" name="Line 20">
            <a:extLst>
              <a:ext uri="{FF2B5EF4-FFF2-40B4-BE49-F238E27FC236}">
                <a16:creationId xmlns:a16="http://schemas.microsoft.com/office/drawing/2014/main" id="{EA7BF385-52F7-4B9A-BA2B-3F670B787762}"/>
              </a:ext>
            </a:extLst>
          </p:cNvPr>
          <p:cNvSpPr>
            <a:spLocks noChangeShapeType="1"/>
          </p:cNvSpPr>
          <p:nvPr/>
        </p:nvSpPr>
        <p:spPr bwMode="auto">
          <a:xfrm rot="14740390" flipV="1">
            <a:off x="5559774" y="4375107"/>
            <a:ext cx="244421" cy="287144"/>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68" name="Line 22">
            <a:extLst>
              <a:ext uri="{FF2B5EF4-FFF2-40B4-BE49-F238E27FC236}">
                <a16:creationId xmlns:a16="http://schemas.microsoft.com/office/drawing/2014/main" id="{3A0B78D7-2DFC-4558-B22A-50F69DB225FC}"/>
              </a:ext>
            </a:extLst>
          </p:cNvPr>
          <p:cNvSpPr>
            <a:spLocks noChangeShapeType="1"/>
          </p:cNvSpPr>
          <p:nvPr/>
        </p:nvSpPr>
        <p:spPr bwMode="auto">
          <a:xfrm flipV="1">
            <a:off x="2113558" y="4125027"/>
            <a:ext cx="367205" cy="195924"/>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69" name="Text Box 23">
            <a:extLst>
              <a:ext uri="{FF2B5EF4-FFF2-40B4-BE49-F238E27FC236}">
                <a16:creationId xmlns:a16="http://schemas.microsoft.com/office/drawing/2014/main" id="{FBC0F1F8-12C9-4FFE-882E-A6F0A3A156EB}"/>
              </a:ext>
            </a:extLst>
          </p:cNvPr>
          <p:cNvSpPr txBox="1">
            <a:spLocks noChangeArrowheads="1"/>
          </p:cNvSpPr>
          <p:nvPr/>
        </p:nvSpPr>
        <p:spPr bwMode="auto">
          <a:xfrm>
            <a:off x="1771357" y="4512793"/>
            <a:ext cx="655827"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70" name="Line 25">
            <a:extLst>
              <a:ext uri="{FF2B5EF4-FFF2-40B4-BE49-F238E27FC236}">
                <a16:creationId xmlns:a16="http://schemas.microsoft.com/office/drawing/2014/main" id="{28BAECA1-C6D5-459F-9C30-83CEC8A67842}"/>
              </a:ext>
            </a:extLst>
          </p:cNvPr>
          <p:cNvSpPr>
            <a:spLocks noChangeShapeType="1"/>
          </p:cNvSpPr>
          <p:nvPr/>
        </p:nvSpPr>
        <p:spPr bwMode="auto">
          <a:xfrm flipH="1" flipV="1">
            <a:off x="4360366" y="4437836"/>
            <a:ext cx="0" cy="179596"/>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71" name="Text Box 26">
            <a:extLst>
              <a:ext uri="{FF2B5EF4-FFF2-40B4-BE49-F238E27FC236}">
                <a16:creationId xmlns:a16="http://schemas.microsoft.com/office/drawing/2014/main" id="{0602C3C5-B046-47BA-B1D1-FEE36C6D4A3B}"/>
              </a:ext>
            </a:extLst>
          </p:cNvPr>
          <p:cNvSpPr txBox="1">
            <a:spLocks noChangeArrowheads="1"/>
          </p:cNvSpPr>
          <p:nvPr/>
        </p:nvSpPr>
        <p:spPr bwMode="auto">
          <a:xfrm>
            <a:off x="4024846" y="4830499"/>
            <a:ext cx="749410" cy="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72" name="Line 28">
            <a:extLst>
              <a:ext uri="{FF2B5EF4-FFF2-40B4-BE49-F238E27FC236}">
                <a16:creationId xmlns:a16="http://schemas.microsoft.com/office/drawing/2014/main" id="{47001E96-35E4-4EA5-AF8B-0949EE3DB024}"/>
              </a:ext>
            </a:extLst>
          </p:cNvPr>
          <p:cNvSpPr>
            <a:spLocks noChangeShapeType="1"/>
          </p:cNvSpPr>
          <p:nvPr/>
        </p:nvSpPr>
        <p:spPr bwMode="auto">
          <a:xfrm flipH="1" flipV="1">
            <a:off x="7536370" y="2650622"/>
            <a:ext cx="0" cy="386886"/>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73" name="Text Box 29">
            <a:extLst>
              <a:ext uri="{FF2B5EF4-FFF2-40B4-BE49-F238E27FC236}">
                <a16:creationId xmlns:a16="http://schemas.microsoft.com/office/drawing/2014/main" id="{4A74FFE6-DFE7-4049-817E-563ACDC36626}"/>
              </a:ext>
            </a:extLst>
          </p:cNvPr>
          <p:cNvSpPr txBox="1">
            <a:spLocks noChangeArrowheads="1"/>
          </p:cNvSpPr>
          <p:nvPr/>
        </p:nvSpPr>
        <p:spPr bwMode="auto">
          <a:xfrm>
            <a:off x="7029600" y="3255831"/>
            <a:ext cx="749410" cy="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74" name="Line 31">
            <a:extLst>
              <a:ext uri="{FF2B5EF4-FFF2-40B4-BE49-F238E27FC236}">
                <a16:creationId xmlns:a16="http://schemas.microsoft.com/office/drawing/2014/main" id="{43794C46-97F1-4D46-8CBB-A0F420B93EEC}"/>
              </a:ext>
            </a:extLst>
          </p:cNvPr>
          <p:cNvSpPr>
            <a:spLocks noChangeShapeType="1"/>
          </p:cNvSpPr>
          <p:nvPr/>
        </p:nvSpPr>
        <p:spPr bwMode="auto">
          <a:xfrm>
            <a:off x="2767816" y="1733439"/>
            <a:ext cx="0" cy="378015"/>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75" name="Text Box 32">
            <a:extLst>
              <a:ext uri="{FF2B5EF4-FFF2-40B4-BE49-F238E27FC236}">
                <a16:creationId xmlns:a16="http://schemas.microsoft.com/office/drawing/2014/main" id="{2CE5A90A-D90C-4496-9C31-6580BE77B897}"/>
              </a:ext>
            </a:extLst>
          </p:cNvPr>
          <p:cNvSpPr txBox="1">
            <a:spLocks noChangeArrowheads="1"/>
          </p:cNvSpPr>
          <p:nvPr/>
        </p:nvSpPr>
        <p:spPr bwMode="auto">
          <a:xfrm>
            <a:off x="2350806" y="1733439"/>
            <a:ext cx="832206"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76" name="Line 43">
            <a:extLst>
              <a:ext uri="{FF2B5EF4-FFF2-40B4-BE49-F238E27FC236}">
                <a16:creationId xmlns:a16="http://schemas.microsoft.com/office/drawing/2014/main" id="{47F2B6BC-C573-4048-B79B-7EC5CC4A9854}"/>
              </a:ext>
            </a:extLst>
          </p:cNvPr>
          <p:cNvSpPr>
            <a:spLocks noChangeShapeType="1"/>
          </p:cNvSpPr>
          <p:nvPr/>
        </p:nvSpPr>
        <p:spPr bwMode="auto">
          <a:xfrm rot="6126972" flipH="1" flipV="1">
            <a:off x="4633228" y="2346965"/>
            <a:ext cx="235109" cy="147546"/>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77" name="Text Box 44">
            <a:extLst>
              <a:ext uri="{FF2B5EF4-FFF2-40B4-BE49-F238E27FC236}">
                <a16:creationId xmlns:a16="http://schemas.microsoft.com/office/drawing/2014/main" id="{BA05D984-AB89-4421-AF02-FAA045A88687}"/>
              </a:ext>
            </a:extLst>
          </p:cNvPr>
          <p:cNvSpPr txBox="1">
            <a:spLocks noChangeArrowheads="1"/>
          </p:cNvSpPr>
          <p:nvPr/>
        </p:nvSpPr>
        <p:spPr bwMode="auto">
          <a:xfrm rot="6126972">
            <a:off x="4178472" y="2406416"/>
            <a:ext cx="749410" cy="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78" name="Text Box 5">
            <a:extLst>
              <a:ext uri="{FF2B5EF4-FFF2-40B4-BE49-F238E27FC236}">
                <a16:creationId xmlns:a16="http://schemas.microsoft.com/office/drawing/2014/main" id="{1007D40C-023F-49A8-BCF7-377C3207B23B}"/>
              </a:ext>
            </a:extLst>
          </p:cNvPr>
          <p:cNvSpPr txBox="1">
            <a:spLocks noChangeArrowheads="1"/>
          </p:cNvSpPr>
          <p:nvPr/>
        </p:nvSpPr>
        <p:spPr bwMode="auto">
          <a:xfrm>
            <a:off x="2271459" y="1623893"/>
            <a:ext cx="1033335" cy="71708"/>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nb-NO" sz="675" b="1" kern="1200">
                <a:solidFill>
                  <a:srgbClr val="FFFFFF"/>
                </a:solidFill>
                <a:ea typeface="+mn-ea"/>
                <a:cs typeface="+mn-cs"/>
              </a:rPr>
              <a:t>Access to objects can </a:t>
            </a:r>
            <a:br>
              <a:rPr lang="nb-NO" sz="675" b="1" kern="1200">
                <a:solidFill>
                  <a:srgbClr val="FFFFFF"/>
                </a:solidFill>
                <a:ea typeface="+mn-ea"/>
                <a:cs typeface="+mn-cs"/>
              </a:rPr>
            </a:br>
            <a:r>
              <a:rPr lang="nb-NO" sz="675" b="1" kern="1200">
                <a:solidFill>
                  <a:srgbClr val="FFFFFF"/>
                </a:solidFill>
                <a:ea typeface="+mn-ea"/>
                <a:cs typeface="+mn-cs"/>
              </a:rPr>
              <a:t>be configured</a:t>
            </a:r>
            <a:endParaRPr lang="en-US" sz="675" b="1" kern="1200">
              <a:solidFill>
                <a:srgbClr val="FFFFFF"/>
              </a:solidFill>
              <a:ea typeface="+mn-ea"/>
              <a:cs typeface="+mn-cs"/>
            </a:endParaRPr>
          </a:p>
        </p:txBody>
      </p:sp>
      <p:sp>
        <p:nvSpPr>
          <p:cNvPr id="79" name="Text Box 5">
            <a:extLst>
              <a:ext uri="{FF2B5EF4-FFF2-40B4-BE49-F238E27FC236}">
                <a16:creationId xmlns:a16="http://schemas.microsoft.com/office/drawing/2014/main" id="{F4C561ED-D998-4B43-99D6-487F427713DF}"/>
              </a:ext>
            </a:extLst>
          </p:cNvPr>
          <p:cNvSpPr txBox="1">
            <a:spLocks noChangeArrowheads="1"/>
          </p:cNvSpPr>
          <p:nvPr/>
        </p:nvSpPr>
        <p:spPr bwMode="auto">
          <a:xfrm>
            <a:off x="2332419" y="2635944"/>
            <a:ext cx="1372400" cy="205897"/>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r>
              <a:rPr lang="nb-NO" sz="675" b="1" kern="1200">
                <a:solidFill>
                  <a:srgbClr val="FFFFFF"/>
                </a:solidFill>
                <a:ea typeface="+mn-ea"/>
                <a:cs typeface="+mn-cs"/>
              </a:rPr>
              <a:t>New lines appear automatically </a:t>
            </a:r>
          </a:p>
          <a:p>
            <a:pPr algn="l" rtl="0" fontAlgn="base">
              <a:lnSpc>
                <a:spcPct val="90000"/>
              </a:lnSpc>
              <a:spcBef>
                <a:spcPct val="0"/>
              </a:spcBef>
              <a:spcAft>
                <a:spcPct val="0"/>
              </a:spcAft>
              <a:buFontTx/>
              <a:buNone/>
            </a:pPr>
            <a:r>
              <a:rPr lang="nb-NO" sz="675" b="1" kern="1200">
                <a:solidFill>
                  <a:srgbClr val="FFFFFF"/>
                </a:solidFill>
                <a:ea typeface="+mn-ea"/>
                <a:cs typeface="+mn-cs"/>
              </a:rPr>
              <a:t>when new objects are created</a:t>
            </a:r>
            <a:endParaRPr lang="en-US" sz="675" b="1" kern="1200">
              <a:solidFill>
                <a:srgbClr val="FFFFFF"/>
              </a:solidFill>
              <a:ea typeface="+mn-ea"/>
              <a:cs typeface="+mn-cs"/>
            </a:endParaRPr>
          </a:p>
        </p:txBody>
      </p:sp>
      <p:sp>
        <p:nvSpPr>
          <p:cNvPr id="80" name="Line 43">
            <a:extLst>
              <a:ext uri="{FF2B5EF4-FFF2-40B4-BE49-F238E27FC236}">
                <a16:creationId xmlns:a16="http://schemas.microsoft.com/office/drawing/2014/main" id="{2090698A-2955-4AE3-9D81-F617CDE9C960}"/>
              </a:ext>
            </a:extLst>
          </p:cNvPr>
          <p:cNvSpPr>
            <a:spLocks noChangeShapeType="1"/>
          </p:cNvSpPr>
          <p:nvPr/>
        </p:nvSpPr>
        <p:spPr bwMode="auto">
          <a:xfrm rot="6126972" flipH="1" flipV="1">
            <a:off x="819323" y="1608061"/>
            <a:ext cx="407856" cy="119765"/>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81" name="Text Box 44">
            <a:extLst>
              <a:ext uri="{FF2B5EF4-FFF2-40B4-BE49-F238E27FC236}">
                <a16:creationId xmlns:a16="http://schemas.microsoft.com/office/drawing/2014/main" id="{E6D8E4EF-05AD-40D6-A29D-E39D0098C6FC}"/>
              </a:ext>
            </a:extLst>
          </p:cNvPr>
          <p:cNvSpPr txBox="1">
            <a:spLocks noChangeArrowheads="1"/>
          </p:cNvSpPr>
          <p:nvPr/>
        </p:nvSpPr>
        <p:spPr bwMode="auto">
          <a:xfrm rot="6126972">
            <a:off x="207455" y="1681367"/>
            <a:ext cx="1300039"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82" name="Rectangle 81">
            <a:extLst>
              <a:ext uri="{FF2B5EF4-FFF2-40B4-BE49-F238E27FC236}">
                <a16:creationId xmlns:a16="http://schemas.microsoft.com/office/drawing/2014/main" id="{9459DB31-662B-461D-87DC-DF8ACB268C7A}"/>
              </a:ext>
            </a:extLst>
          </p:cNvPr>
          <p:cNvSpPr/>
          <p:nvPr/>
        </p:nvSpPr>
        <p:spPr bwMode="auto">
          <a:xfrm>
            <a:off x="854865" y="1844395"/>
            <a:ext cx="912441" cy="483386"/>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83" name="Text Box 5">
            <a:extLst>
              <a:ext uri="{FF2B5EF4-FFF2-40B4-BE49-F238E27FC236}">
                <a16:creationId xmlns:a16="http://schemas.microsoft.com/office/drawing/2014/main" id="{564B46F0-849E-4F1C-AC47-C21B614511A8}"/>
              </a:ext>
            </a:extLst>
          </p:cNvPr>
          <p:cNvSpPr txBox="1">
            <a:spLocks noChangeArrowheads="1"/>
          </p:cNvSpPr>
          <p:nvPr/>
        </p:nvSpPr>
        <p:spPr bwMode="auto">
          <a:xfrm>
            <a:off x="927605" y="1915809"/>
            <a:ext cx="749410" cy="333718"/>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r>
              <a:rPr lang="nb-NO" sz="600" b="1" kern="1200">
                <a:solidFill>
                  <a:srgbClr val="FFFFFF"/>
                </a:solidFill>
                <a:ea typeface="+mn-ea"/>
                <a:cs typeface="+mn-cs"/>
              </a:rPr>
              <a:t>Screen </a:t>
            </a:r>
            <a:r>
              <a:rPr lang="nb-NO" sz="600" b="1" kern="1200" err="1">
                <a:solidFill>
                  <a:srgbClr val="FFFFFF"/>
                </a:solidFill>
                <a:ea typeface="+mn-ea"/>
                <a:cs typeface="+mn-cs"/>
              </a:rPr>
              <a:t>navigation</a:t>
            </a:r>
            <a:endParaRPr lang="nb-NO" sz="600" b="1" kern="1200">
              <a:solidFill>
                <a:srgbClr val="FFFFFF"/>
              </a:solidFill>
              <a:ea typeface="+mn-ea"/>
              <a:cs typeface="+mn-cs"/>
            </a:endParaRPr>
          </a:p>
          <a:p>
            <a:pPr marL="171450" indent="-171450" algn="l" rtl="0" fontAlgn="base">
              <a:lnSpc>
                <a:spcPct val="90000"/>
              </a:lnSpc>
              <a:spcBef>
                <a:spcPct val="0"/>
              </a:spcBef>
              <a:spcAft>
                <a:spcPct val="0"/>
              </a:spcAft>
              <a:buFont typeface="Arial" panose="020B0604020202020204" pitchFamily="34" charset="0"/>
              <a:buChar char="•"/>
            </a:pPr>
            <a:r>
              <a:rPr lang="nb-NO" sz="600" kern="1200" err="1">
                <a:solidFill>
                  <a:srgbClr val="FFFFFF"/>
                </a:solidFill>
                <a:ea typeface="+mn-ea"/>
                <a:cs typeface="+mn-cs"/>
              </a:rPr>
              <a:t>Search</a:t>
            </a:r>
            <a:endParaRPr lang="nb-NO" sz="600" kern="1200">
              <a:solidFill>
                <a:srgbClr val="FFFFFF"/>
              </a:solidFill>
              <a:ea typeface="+mn-ea"/>
              <a:cs typeface="+mn-cs"/>
            </a:endParaRPr>
          </a:p>
          <a:p>
            <a:pPr marL="171450" indent="-171450" algn="l" rtl="0" fontAlgn="base">
              <a:lnSpc>
                <a:spcPct val="90000"/>
              </a:lnSpc>
              <a:spcBef>
                <a:spcPct val="0"/>
              </a:spcBef>
              <a:spcAft>
                <a:spcPct val="0"/>
              </a:spcAft>
              <a:buFont typeface="Arial" panose="020B0604020202020204" pitchFamily="34" charset="0"/>
              <a:buChar char="•"/>
            </a:pPr>
            <a:r>
              <a:rPr lang="nb-NO" sz="600" kern="1200" err="1">
                <a:solidFill>
                  <a:srgbClr val="FFFFFF"/>
                </a:solidFill>
                <a:ea typeface="+mn-ea"/>
                <a:cs typeface="+mn-cs"/>
              </a:rPr>
              <a:t>Favorites</a:t>
            </a:r>
            <a:endParaRPr lang="nb-NO" sz="600" kern="1200">
              <a:solidFill>
                <a:srgbClr val="FFFFFF"/>
              </a:solidFill>
              <a:ea typeface="+mn-ea"/>
              <a:cs typeface="+mn-cs"/>
            </a:endParaRPr>
          </a:p>
          <a:p>
            <a:pPr marL="171450" indent="-171450" algn="l" rtl="0" fontAlgn="base">
              <a:lnSpc>
                <a:spcPct val="90000"/>
              </a:lnSpc>
              <a:spcBef>
                <a:spcPct val="0"/>
              </a:spcBef>
              <a:spcAft>
                <a:spcPct val="0"/>
              </a:spcAft>
              <a:buFont typeface="Arial" panose="020B0604020202020204" pitchFamily="34" charset="0"/>
              <a:buChar char="•"/>
            </a:pPr>
            <a:r>
              <a:rPr lang="nb-NO" sz="600" kern="1200">
                <a:solidFill>
                  <a:srgbClr val="FFFFFF"/>
                </a:solidFill>
                <a:ea typeface="+mn-ea"/>
                <a:cs typeface="+mn-cs"/>
              </a:rPr>
              <a:t>Pre </a:t>
            </a:r>
            <a:r>
              <a:rPr lang="nb-NO" sz="600" kern="1200" err="1">
                <a:solidFill>
                  <a:srgbClr val="FFFFFF"/>
                </a:solidFill>
                <a:ea typeface="+mn-ea"/>
                <a:cs typeface="+mn-cs"/>
              </a:rPr>
              <a:t>configured</a:t>
            </a:r>
            <a:endParaRPr lang="en-US" sz="600" kern="1200">
              <a:solidFill>
                <a:srgbClr val="FFFFFF"/>
              </a:solidFill>
              <a:ea typeface="+mn-ea"/>
              <a:cs typeface="+mn-cs"/>
            </a:endParaRPr>
          </a:p>
        </p:txBody>
      </p:sp>
      <p:sp>
        <p:nvSpPr>
          <p:cNvPr id="84" name="Rectangle 83">
            <a:extLst>
              <a:ext uri="{FF2B5EF4-FFF2-40B4-BE49-F238E27FC236}">
                <a16:creationId xmlns:a16="http://schemas.microsoft.com/office/drawing/2014/main" id="{2203E234-19F7-4465-BA0A-4437ECAFA200}"/>
              </a:ext>
            </a:extLst>
          </p:cNvPr>
          <p:cNvSpPr/>
          <p:nvPr/>
        </p:nvSpPr>
        <p:spPr bwMode="auto">
          <a:xfrm>
            <a:off x="1658641" y="4279995"/>
            <a:ext cx="896895" cy="300709"/>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85" name="Text Box 5">
            <a:extLst>
              <a:ext uri="{FF2B5EF4-FFF2-40B4-BE49-F238E27FC236}">
                <a16:creationId xmlns:a16="http://schemas.microsoft.com/office/drawing/2014/main" id="{4CDC927D-8B53-4A5C-8651-B05994E39252}"/>
              </a:ext>
            </a:extLst>
          </p:cNvPr>
          <p:cNvSpPr txBox="1">
            <a:spLocks noChangeArrowheads="1"/>
          </p:cNvSpPr>
          <p:nvPr/>
        </p:nvSpPr>
        <p:spPr bwMode="auto">
          <a:xfrm>
            <a:off x="1704411" y="4343707"/>
            <a:ext cx="805354" cy="173287"/>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nb-NO" sz="600" b="1" kern="1200">
                <a:solidFill>
                  <a:srgbClr val="FFFFFF"/>
                </a:solidFill>
                <a:ea typeface="+mn-ea"/>
                <a:cs typeface="+mn-cs"/>
              </a:rPr>
              <a:t>Audit tracking rules </a:t>
            </a:r>
          </a:p>
          <a:p>
            <a:pPr algn="ctr" rtl="0" fontAlgn="base">
              <a:lnSpc>
                <a:spcPct val="90000"/>
              </a:lnSpc>
              <a:spcBef>
                <a:spcPct val="0"/>
              </a:spcBef>
              <a:spcAft>
                <a:spcPct val="0"/>
              </a:spcAft>
              <a:buFontTx/>
              <a:buNone/>
            </a:pPr>
            <a:r>
              <a:rPr lang="nb-NO" sz="600" b="1" kern="1200">
                <a:solidFill>
                  <a:srgbClr val="FFFFFF"/>
                </a:solidFill>
                <a:ea typeface="+mn-ea"/>
                <a:cs typeface="+mn-cs"/>
              </a:rPr>
              <a:t>can be configured</a:t>
            </a:r>
            <a:endParaRPr lang="en-US" sz="600" b="1" kern="1200">
              <a:solidFill>
                <a:srgbClr val="FFFFFF"/>
              </a:solidFill>
              <a:ea typeface="+mn-ea"/>
              <a:cs typeface="+mn-cs"/>
            </a:endParaRPr>
          </a:p>
        </p:txBody>
      </p:sp>
      <p:sp>
        <p:nvSpPr>
          <p:cNvPr id="86" name="Rectangle 85">
            <a:extLst>
              <a:ext uri="{FF2B5EF4-FFF2-40B4-BE49-F238E27FC236}">
                <a16:creationId xmlns:a16="http://schemas.microsoft.com/office/drawing/2014/main" id="{F73C86CF-1DE3-45FD-8A9F-6B4A364E9485}"/>
              </a:ext>
            </a:extLst>
          </p:cNvPr>
          <p:cNvSpPr/>
          <p:nvPr/>
        </p:nvSpPr>
        <p:spPr bwMode="auto">
          <a:xfrm>
            <a:off x="4024845" y="2479553"/>
            <a:ext cx="1307356" cy="15639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87" name="Text Box 5">
            <a:extLst>
              <a:ext uri="{FF2B5EF4-FFF2-40B4-BE49-F238E27FC236}">
                <a16:creationId xmlns:a16="http://schemas.microsoft.com/office/drawing/2014/main" id="{7996BE14-89CA-49CF-89B3-1083BBD89AED}"/>
              </a:ext>
            </a:extLst>
          </p:cNvPr>
          <p:cNvSpPr txBox="1">
            <a:spLocks noChangeArrowheads="1"/>
          </p:cNvSpPr>
          <p:nvPr/>
        </p:nvSpPr>
        <p:spPr bwMode="auto">
          <a:xfrm>
            <a:off x="4082861" y="2511518"/>
            <a:ext cx="1191325" cy="92463"/>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r>
              <a:rPr lang="nb-NO" sz="675" b="1" kern="1200">
                <a:solidFill>
                  <a:srgbClr val="FFFFFF"/>
                </a:solidFill>
                <a:ea typeface="+mn-ea"/>
                <a:cs typeface="+mn-cs"/>
              </a:rPr>
              <a:t>Input data can be validated</a:t>
            </a:r>
            <a:endParaRPr lang="en-US" sz="675" b="1" kern="1200">
              <a:solidFill>
                <a:srgbClr val="FFFFFF"/>
              </a:solidFill>
              <a:ea typeface="+mn-ea"/>
              <a:cs typeface="+mn-cs"/>
            </a:endParaRPr>
          </a:p>
        </p:txBody>
      </p:sp>
      <p:sp>
        <p:nvSpPr>
          <p:cNvPr id="88" name="Rectangle 87">
            <a:extLst>
              <a:ext uri="{FF2B5EF4-FFF2-40B4-BE49-F238E27FC236}">
                <a16:creationId xmlns:a16="http://schemas.microsoft.com/office/drawing/2014/main" id="{8ED2CA13-2370-42A9-99F0-A650B416533B}"/>
              </a:ext>
            </a:extLst>
          </p:cNvPr>
          <p:cNvSpPr/>
          <p:nvPr/>
        </p:nvSpPr>
        <p:spPr bwMode="auto">
          <a:xfrm>
            <a:off x="3993280" y="4580864"/>
            <a:ext cx="755817" cy="264133"/>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89" name="Text Box 5">
            <a:extLst>
              <a:ext uri="{FF2B5EF4-FFF2-40B4-BE49-F238E27FC236}">
                <a16:creationId xmlns:a16="http://schemas.microsoft.com/office/drawing/2014/main" id="{115CAEFB-186E-45E6-8434-2204E0DB4031}"/>
              </a:ext>
            </a:extLst>
          </p:cNvPr>
          <p:cNvSpPr txBox="1">
            <a:spLocks noChangeArrowheads="1"/>
          </p:cNvSpPr>
          <p:nvPr/>
        </p:nvSpPr>
        <p:spPr bwMode="auto">
          <a:xfrm>
            <a:off x="4033722" y="4626288"/>
            <a:ext cx="674935" cy="173287"/>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nb-NO" sz="600" b="1" kern="1200">
                <a:solidFill>
                  <a:srgbClr val="FFFFFF"/>
                </a:solidFill>
                <a:ea typeface="+mn-ea"/>
                <a:cs typeface="+mn-cs"/>
              </a:rPr>
              <a:t>Check rules can </a:t>
            </a:r>
          </a:p>
          <a:p>
            <a:pPr algn="ctr" rtl="0" fontAlgn="base">
              <a:lnSpc>
                <a:spcPct val="90000"/>
              </a:lnSpc>
              <a:spcBef>
                <a:spcPct val="0"/>
              </a:spcBef>
              <a:spcAft>
                <a:spcPct val="0"/>
              </a:spcAft>
              <a:buFontTx/>
              <a:buNone/>
            </a:pPr>
            <a:r>
              <a:rPr lang="nb-NO" sz="600" b="1" kern="1200">
                <a:solidFill>
                  <a:srgbClr val="FFFFFF"/>
                </a:solidFill>
                <a:ea typeface="+mn-ea"/>
                <a:cs typeface="+mn-cs"/>
              </a:rPr>
              <a:t>be configured</a:t>
            </a:r>
            <a:endParaRPr lang="en-US" sz="600" b="1" kern="1200">
              <a:solidFill>
                <a:srgbClr val="FFFFFF"/>
              </a:solidFill>
              <a:ea typeface="+mn-ea"/>
              <a:cs typeface="+mn-cs"/>
            </a:endParaRPr>
          </a:p>
        </p:txBody>
      </p:sp>
      <p:sp>
        <p:nvSpPr>
          <p:cNvPr id="90" name="Rectangle 89">
            <a:extLst>
              <a:ext uri="{FF2B5EF4-FFF2-40B4-BE49-F238E27FC236}">
                <a16:creationId xmlns:a16="http://schemas.microsoft.com/office/drawing/2014/main" id="{D5F09ED3-D86F-4D6C-B759-C633CE6F39B6}"/>
              </a:ext>
            </a:extLst>
          </p:cNvPr>
          <p:cNvSpPr/>
          <p:nvPr/>
        </p:nvSpPr>
        <p:spPr bwMode="auto">
          <a:xfrm>
            <a:off x="4632110" y="2001108"/>
            <a:ext cx="1175480" cy="15639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91" name="Text Box 5">
            <a:extLst>
              <a:ext uri="{FF2B5EF4-FFF2-40B4-BE49-F238E27FC236}">
                <a16:creationId xmlns:a16="http://schemas.microsoft.com/office/drawing/2014/main" id="{41FA1DC6-B875-4F9F-96BB-DB5E73F6F2AA}"/>
              </a:ext>
            </a:extLst>
          </p:cNvPr>
          <p:cNvSpPr txBox="1">
            <a:spLocks noChangeArrowheads="1"/>
          </p:cNvSpPr>
          <p:nvPr/>
        </p:nvSpPr>
        <p:spPr bwMode="auto">
          <a:xfrm>
            <a:off x="4688954" y="2033073"/>
            <a:ext cx="1061791" cy="92463"/>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r>
              <a:rPr lang="nb-NO" sz="675" b="1" kern="1200">
                <a:solidFill>
                  <a:srgbClr val="FFFFFF"/>
                </a:solidFill>
                <a:ea typeface="+mn-ea"/>
                <a:cs typeface="+mn-cs"/>
              </a:rPr>
              <a:t>Units can be configured</a:t>
            </a:r>
            <a:endParaRPr lang="en-US" sz="675" b="1" kern="1200">
              <a:solidFill>
                <a:srgbClr val="FFFFFF"/>
              </a:solidFill>
              <a:ea typeface="+mn-ea"/>
              <a:cs typeface="+mn-cs"/>
            </a:endParaRPr>
          </a:p>
        </p:txBody>
      </p:sp>
      <p:sp>
        <p:nvSpPr>
          <p:cNvPr id="92" name="Rectangle 91">
            <a:extLst>
              <a:ext uri="{FF2B5EF4-FFF2-40B4-BE49-F238E27FC236}">
                <a16:creationId xmlns:a16="http://schemas.microsoft.com/office/drawing/2014/main" id="{24383A53-B51F-4148-9792-F8A78837A1E8}"/>
              </a:ext>
            </a:extLst>
          </p:cNvPr>
          <p:cNvSpPr/>
          <p:nvPr/>
        </p:nvSpPr>
        <p:spPr bwMode="auto">
          <a:xfrm>
            <a:off x="3704820" y="1603405"/>
            <a:ext cx="1351069" cy="15639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93" name="Text Box 5">
            <a:extLst>
              <a:ext uri="{FF2B5EF4-FFF2-40B4-BE49-F238E27FC236}">
                <a16:creationId xmlns:a16="http://schemas.microsoft.com/office/drawing/2014/main" id="{A4959324-5FCF-424E-8821-57DD115142C4}"/>
              </a:ext>
            </a:extLst>
          </p:cNvPr>
          <p:cNvSpPr txBox="1">
            <a:spLocks noChangeArrowheads="1"/>
          </p:cNvSpPr>
          <p:nvPr/>
        </p:nvSpPr>
        <p:spPr bwMode="auto">
          <a:xfrm>
            <a:off x="3750739" y="1640977"/>
            <a:ext cx="1259231" cy="92463"/>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nb-NO" sz="675" b="1" kern="1200">
                <a:solidFill>
                  <a:srgbClr val="FFFFFF"/>
                </a:solidFill>
                <a:ea typeface="+mn-ea"/>
                <a:cs typeface="+mn-cs"/>
              </a:rPr>
              <a:t>Navigator can be configured</a:t>
            </a:r>
            <a:endParaRPr lang="en-US" sz="675" b="1" kern="1200">
              <a:solidFill>
                <a:srgbClr val="FFFFFF"/>
              </a:solidFill>
              <a:ea typeface="+mn-ea"/>
              <a:cs typeface="+mn-cs"/>
            </a:endParaRPr>
          </a:p>
        </p:txBody>
      </p:sp>
      <p:sp>
        <p:nvSpPr>
          <p:cNvPr id="94" name="Rectangle 93">
            <a:extLst>
              <a:ext uri="{FF2B5EF4-FFF2-40B4-BE49-F238E27FC236}">
                <a16:creationId xmlns:a16="http://schemas.microsoft.com/office/drawing/2014/main" id="{7F62A373-8143-4FF5-A23F-9AD858682B1F}"/>
              </a:ext>
            </a:extLst>
          </p:cNvPr>
          <p:cNvSpPr/>
          <p:nvPr/>
        </p:nvSpPr>
        <p:spPr bwMode="auto">
          <a:xfrm>
            <a:off x="6031544" y="1504055"/>
            <a:ext cx="1746883" cy="16975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95" name="Text Box 5">
            <a:extLst>
              <a:ext uri="{FF2B5EF4-FFF2-40B4-BE49-F238E27FC236}">
                <a16:creationId xmlns:a16="http://schemas.microsoft.com/office/drawing/2014/main" id="{89451E5E-C47C-4C7C-B8F2-2B72F7C47C7A}"/>
              </a:ext>
            </a:extLst>
          </p:cNvPr>
          <p:cNvSpPr txBox="1">
            <a:spLocks noChangeArrowheads="1"/>
          </p:cNvSpPr>
          <p:nvPr/>
        </p:nvSpPr>
        <p:spPr bwMode="auto">
          <a:xfrm>
            <a:off x="6084416" y="1518158"/>
            <a:ext cx="1594611" cy="118691"/>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r>
              <a:rPr lang="nb-NO" sz="675" b="1" kern="1200">
                <a:solidFill>
                  <a:srgbClr val="FFFFFF"/>
                </a:solidFill>
                <a:ea typeface="+mn-ea"/>
                <a:cs typeface="+mn-cs"/>
              </a:rPr>
              <a:t>Columns can be hidden or new included</a:t>
            </a:r>
            <a:endParaRPr lang="en-US" sz="675" b="1" kern="1200">
              <a:solidFill>
                <a:srgbClr val="FFFFFF"/>
              </a:solidFill>
              <a:ea typeface="+mn-ea"/>
              <a:cs typeface="+mn-cs"/>
            </a:endParaRPr>
          </a:p>
        </p:txBody>
      </p:sp>
      <p:sp>
        <p:nvSpPr>
          <p:cNvPr id="96" name="Rectangle 95">
            <a:extLst>
              <a:ext uri="{FF2B5EF4-FFF2-40B4-BE49-F238E27FC236}">
                <a16:creationId xmlns:a16="http://schemas.microsoft.com/office/drawing/2014/main" id="{5B4B79AF-01BB-495C-9237-B42F0525D774}"/>
              </a:ext>
            </a:extLst>
          </p:cNvPr>
          <p:cNvSpPr/>
          <p:nvPr/>
        </p:nvSpPr>
        <p:spPr bwMode="auto">
          <a:xfrm>
            <a:off x="5500816" y="3552993"/>
            <a:ext cx="1073228" cy="380124"/>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97" name="Text Box 5">
            <a:extLst>
              <a:ext uri="{FF2B5EF4-FFF2-40B4-BE49-F238E27FC236}">
                <a16:creationId xmlns:a16="http://schemas.microsoft.com/office/drawing/2014/main" id="{A754AAEF-2292-4183-B52F-F566A36E8B4A}"/>
              </a:ext>
            </a:extLst>
          </p:cNvPr>
          <p:cNvSpPr txBox="1">
            <a:spLocks noChangeArrowheads="1"/>
          </p:cNvSpPr>
          <p:nvPr/>
        </p:nvSpPr>
        <p:spPr bwMode="auto">
          <a:xfrm>
            <a:off x="5567347" y="3596934"/>
            <a:ext cx="940169" cy="292244"/>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en-US" sz="680" b="1" kern="1200">
                <a:solidFill>
                  <a:srgbClr val="FFFFFF"/>
                </a:solidFill>
                <a:ea typeface="+mn-ea"/>
                <a:cs typeface="+mn-cs"/>
              </a:rPr>
              <a:t>Access is configured </a:t>
            </a:r>
            <a:br>
              <a:rPr lang="en-US" sz="680" b="1" kern="1200">
                <a:solidFill>
                  <a:srgbClr val="FFFFFF"/>
                </a:solidFill>
                <a:ea typeface="+mn-ea"/>
                <a:cs typeface="+mn-cs"/>
              </a:rPr>
            </a:br>
            <a:r>
              <a:rPr lang="en-US" sz="680" b="1" kern="1200">
                <a:solidFill>
                  <a:srgbClr val="FFFFFF"/>
                </a:solidFill>
                <a:ea typeface="+mn-ea"/>
                <a:cs typeface="+mn-cs"/>
              </a:rPr>
              <a:t>By role/user and </a:t>
            </a:r>
            <a:br>
              <a:rPr lang="en-US" sz="680" b="1" kern="1200">
                <a:solidFill>
                  <a:srgbClr val="FFFFFF"/>
                </a:solidFill>
                <a:ea typeface="+mn-ea"/>
                <a:cs typeface="+mn-cs"/>
              </a:rPr>
            </a:br>
            <a:r>
              <a:rPr lang="en-US" sz="680" b="1" kern="1200">
                <a:solidFill>
                  <a:srgbClr val="FFFFFF"/>
                </a:solidFill>
                <a:ea typeface="+mn-ea"/>
                <a:cs typeface="+mn-cs"/>
              </a:rPr>
              <a:t>record status</a:t>
            </a:r>
          </a:p>
        </p:txBody>
      </p:sp>
      <p:sp>
        <p:nvSpPr>
          <p:cNvPr id="98" name="Text Box 38">
            <a:extLst>
              <a:ext uri="{FF2B5EF4-FFF2-40B4-BE49-F238E27FC236}">
                <a16:creationId xmlns:a16="http://schemas.microsoft.com/office/drawing/2014/main" id="{0721B3B3-A6C3-4256-BC07-95E71AF3B2A6}"/>
              </a:ext>
            </a:extLst>
          </p:cNvPr>
          <p:cNvSpPr txBox="1">
            <a:spLocks noChangeArrowheads="1"/>
          </p:cNvSpPr>
          <p:nvPr/>
        </p:nvSpPr>
        <p:spPr bwMode="auto">
          <a:xfrm>
            <a:off x="6337027" y="4272085"/>
            <a:ext cx="891454" cy="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l" rtl="0" fontAlgn="base">
              <a:lnSpc>
                <a:spcPct val="90000"/>
              </a:lnSpc>
              <a:spcBef>
                <a:spcPct val="0"/>
              </a:spcBef>
              <a:spcAft>
                <a:spcPct val="0"/>
              </a:spcAft>
              <a:buFontTx/>
              <a:buNone/>
            </a:pPr>
            <a:endParaRPr lang="en-US" sz="675" b="1" kern="1200">
              <a:solidFill>
                <a:srgbClr val="000000"/>
              </a:solidFill>
              <a:ea typeface="+mn-ea"/>
              <a:cs typeface="+mn-cs"/>
            </a:endParaRPr>
          </a:p>
        </p:txBody>
      </p:sp>
      <p:sp>
        <p:nvSpPr>
          <p:cNvPr id="99" name="Line 39">
            <a:extLst>
              <a:ext uri="{FF2B5EF4-FFF2-40B4-BE49-F238E27FC236}">
                <a16:creationId xmlns:a16="http://schemas.microsoft.com/office/drawing/2014/main" id="{C8622460-B500-44DD-9E19-063E2358265E}"/>
              </a:ext>
            </a:extLst>
          </p:cNvPr>
          <p:cNvSpPr>
            <a:spLocks noChangeShapeType="1"/>
          </p:cNvSpPr>
          <p:nvPr/>
        </p:nvSpPr>
        <p:spPr bwMode="auto">
          <a:xfrm flipH="1" flipV="1">
            <a:off x="6869339" y="3699779"/>
            <a:ext cx="0" cy="327909"/>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100" name="Rectangle 99">
            <a:extLst>
              <a:ext uri="{FF2B5EF4-FFF2-40B4-BE49-F238E27FC236}">
                <a16:creationId xmlns:a16="http://schemas.microsoft.com/office/drawing/2014/main" id="{6F281E10-E58A-4082-B3D5-870569B7D54E}"/>
              </a:ext>
            </a:extLst>
          </p:cNvPr>
          <p:cNvSpPr/>
          <p:nvPr/>
        </p:nvSpPr>
        <p:spPr bwMode="auto">
          <a:xfrm>
            <a:off x="6376287" y="4015006"/>
            <a:ext cx="1209286" cy="364019"/>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101" name="Text Box 5">
            <a:extLst>
              <a:ext uri="{FF2B5EF4-FFF2-40B4-BE49-F238E27FC236}">
                <a16:creationId xmlns:a16="http://schemas.microsoft.com/office/drawing/2014/main" id="{3BABAC48-524B-4F8D-BACC-6E5948494D8A}"/>
              </a:ext>
            </a:extLst>
          </p:cNvPr>
          <p:cNvSpPr txBox="1">
            <a:spLocks noChangeArrowheads="1"/>
          </p:cNvSpPr>
          <p:nvPr/>
        </p:nvSpPr>
        <p:spPr bwMode="auto">
          <a:xfrm>
            <a:off x="6435508" y="4072168"/>
            <a:ext cx="1090844" cy="271129"/>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en-US" sz="680" b="1" kern="1200">
                <a:solidFill>
                  <a:srgbClr val="FFFFFF"/>
                </a:solidFill>
                <a:ea typeface="+mn-ea"/>
                <a:cs typeface="+mn-cs"/>
              </a:rPr>
              <a:t>The application can be</a:t>
            </a:r>
          </a:p>
          <a:p>
            <a:pPr algn="ctr" rtl="0" fontAlgn="base">
              <a:lnSpc>
                <a:spcPct val="90000"/>
              </a:lnSpc>
              <a:spcBef>
                <a:spcPct val="0"/>
              </a:spcBef>
              <a:spcAft>
                <a:spcPct val="0"/>
              </a:spcAft>
              <a:buFontTx/>
              <a:buNone/>
            </a:pPr>
            <a:r>
              <a:rPr lang="en-US" sz="680" b="1" kern="1200">
                <a:solidFill>
                  <a:srgbClr val="FFFFFF"/>
                </a:solidFill>
                <a:ea typeface="+mn-ea"/>
                <a:cs typeface="+mn-cs"/>
              </a:rPr>
              <a:t>Configured in multiple</a:t>
            </a:r>
          </a:p>
          <a:p>
            <a:pPr algn="ctr" rtl="0" fontAlgn="base">
              <a:lnSpc>
                <a:spcPct val="90000"/>
              </a:lnSpc>
              <a:spcBef>
                <a:spcPct val="0"/>
              </a:spcBef>
              <a:spcAft>
                <a:spcPct val="0"/>
              </a:spcAft>
              <a:buFontTx/>
              <a:buNone/>
            </a:pPr>
            <a:r>
              <a:rPr lang="en-US" sz="680" b="1" kern="1200">
                <a:solidFill>
                  <a:srgbClr val="FFFFFF"/>
                </a:solidFill>
                <a:ea typeface="+mn-ea"/>
                <a:cs typeface="+mn-cs"/>
              </a:rPr>
              <a:t>languages</a:t>
            </a:r>
          </a:p>
        </p:txBody>
      </p:sp>
      <p:sp>
        <p:nvSpPr>
          <p:cNvPr id="102" name="Rectangle 101">
            <a:extLst>
              <a:ext uri="{FF2B5EF4-FFF2-40B4-BE49-F238E27FC236}">
                <a16:creationId xmlns:a16="http://schemas.microsoft.com/office/drawing/2014/main" id="{2B6750C2-D80B-4FA4-A1A7-5B3695FB5B14}"/>
              </a:ext>
            </a:extLst>
          </p:cNvPr>
          <p:cNvSpPr/>
          <p:nvPr/>
        </p:nvSpPr>
        <p:spPr bwMode="auto">
          <a:xfrm>
            <a:off x="5853825" y="4478544"/>
            <a:ext cx="1209286" cy="364019"/>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103" name="Text Box 5">
            <a:extLst>
              <a:ext uri="{FF2B5EF4-FFF2-40B4-BE49-F238E27FC236}">
                <a16:creationId xmlns:a16="http://schemas.microsoft.com/office/drawing/2014/main" id="{FD0CBB5F-010E-42F6-A23C-F3ECD94B9371}"/>
              </a:ext>
            </a:extLst>
          </p:cNvPr>
          <p:cNvSpPr txBox="1">
            <a:spLocks noChangeArrowheads="1"/>
          </p:cNvSpPr>
          <p:nvPr/>
        </p:nvSpPr>
        <p:spPr bwMode="auto">
          <a:xfrm>
            <a:off x="5973269" y="4573876"/>
            <a:ext cx="961239" cy="189803"/>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en-US" sz="680" b="1" kern="1200">
                <a:solidFill>
                  <a:srgbClr val="FFFFFF"/>
                </a:solidFill>
                <a:ea typeface="+mn-ea"/>
                <a:cs typeface="+mn-cs"/>
              </a:rPr>
              <a:t>Record status processes</a:t>
            </a:r>
          </a:p>
          <a:p>
            <a:pPr algn="ctr" rtl="0" fontAlgn="base">
              <a:lnSpc>
                <a:spcPct val="90000"/>
              </a:lnSpc>
              <a:spcBef>
                <a:spcPct val="0"/>
              </a:spcBef>
              <a:spcAft>
                <a:spcPct val="0"/>
              </a:spcAft>
              <a:buFontTx/>
              <a:buNone/>
            </a:pPr>
            <a:r>
              <a:rPr lang="en-US" sz="680" b="1" kern="1200">
                <a:solidFill>
                  <a:srgbClr val="FFFFFF"/>
                </a:solidFill>
                <a:ea typeface="+mn-ea"/>
                <a:cs typeface="+mn-cs"/>
              </a:rPr>
              <a:t>Can be configured</a:t>
            </a:r>
          </a:p>
        </p:txBody>
      </p:sp>
      <p:sp>
        <p:nvSpPr>
          <p:cNvPr id="104" name="Rectangle 103">
            <a:extLst>
              <a:ext uri="{FF2B5EF4-FFF2-40B4-BE49-F238E27FC236}">
                <a16:creationId xmlns:a16="http://schemas.microsoft.com/office/drawing/2014/main" id="{8FE2F22A-DA10-4CC2-A699-E951353AF32B}"/>
              </a:ext>
            </a:extLst>
          </p:cNvPr>
          <p:cNvSpPr/>
          <p:nvPr/>
        </p:nvSpPr>
        <p:spPr bwMode="auto">
          <a:xfrm>
            <a:off x="6446152" y="3018892"/>
            <a:ext cx="1332858" cy="486435"/>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rgbClr val="FFFFFF"/>
              </a:solidFill>
              <a:effectLst/>
              <a:latin typeface="Arial" charset="0"/>
            </a:endParaRPr>
          </a:p>
        </p:txBody>
      </p:sp>
      <p:sp>
        <p:nvSpPr>
          <p:cNvPr id="105" name="Text Box 5">
            <a:extLst>
              <a:ext uri="{FF2B5EF4-FFF2-40B4-BE49-F238E27FC236}">
                <a16:creationId xmlns:a16="http://schemas.microsoft.com/office/drawing/2014/main" id="{72702585-D522-4C93-AF8F-FE0546CAB274}"/>
              </a:ext>
            </a:extLst>
          </p:cNvPr>
          <p:cNvSpPr txBox="1">
            <a:spLocks noChangeArrowheads="1"/>
          </p:cNvSpPr>
          <p:nvPr/>
        </p:nvSpPr>
        <p:spPr bwMode="auto">
          <a:xfrm>
            <a:off x="6504288" y="3066893"/>
            <a:ext cx="1216588" cy="390431"/>
          </a:xfrm>
          <a:prstGeom prst="rect">
            <a:avLst/>
          </a:prstGeom>
          <a:noFill/>
          <a:ln w="25400" algn="ctr">
            <a:noFill/>
            <a:miter lim="800000"/>
            <a:headEnd/>
            <a:tailEnd/>
          </a:ln>
        </p:spPr>
        <p:txBody>
          <a:bodyPr wrap="none" lIns="0" tIns="0" rIns="0" bIns="0" anchor="b"/>
          <a:lstStyle>
            <a:defPPr>
              <a:defRPr lang="nb-NO"/>
            </a:defPPr>
            <a:lvl1pPr fontAlgn="base">
              <a:lnSpc>
                <a:spcPct val="90000"/>
              </a:lnSpc>
              <a:spcBef>
                <a:spcPct val="0"/>
              </a:spcBef>
              <a:spcAft>
                <a:spcPct val="0"/>
              </a:spcAft>
              <a:buFontTx/>
              <a:buNone/>
              <a:defRPr sz="680" b="1">
                <a:solidFill>
                  <a:schemeClr val="bg2"/>
                </a:solidFill>
                <a:latin typeface="Arial" panose="020B0604020202020204" pitchFamily="34" charset="0"/>
              </a:defRPr>
            </a:lvl1pPr>
            <a:lvl2pPr marL="742950" indent="-285750">
              <a:spcBef>
                <a:spcPts val="500"/>
              </a:spcBef>
              <a:buChar char="•"/>
              <a:defRPr sz="2000">
                <a:latin typeface="Arial" panose="020B0604020202020204" pitchFamily="34" charset="0"/>
              </a:defRPr>
            </a:lvl2pPr>
            <a:lvl3pPr marL="1143000" indent="-228600">
              <a:spcBef>
                <a:spcPts val="500"/>
              </a:spcBef>
              <a:buChar char="•"/>
              <a:defRPr>
                <a:latin typeface="Arial" panose="020B0604020202020204" pitchFamily="34" charset="0"/>
              </a:defRPr>
            </a:lvl3pPr>
            <a:lvl4pPr marL="1600200" indent="-228600">
              <a:spcBef>
                <a:spcPts val="500"/>
              </a:spcBef>
              <a:buChar char="•"/>
              <a:defRPr>
                <a:latin typeface="Arial" panose="020B0604020202020204" pitchFamily="34" charset="0"/>
              </a:defRPr>
            </a:lvl4pPr>
            <a:lvl5pPr marL="2057400" indent="-228600">
              <a:spcBef>
                <a:spcPts val="500"/>
              </a:spcBef>
              <a:buChar char="•"/>
              <a:defRPr>
                <a:latin typeface="Arial" panose="020B0604020202020204" pitchFamily="34" charset="0"/>
              </a:defRPr>
            </a:lvl5pPr>
            <a:lvl6pPr marL="2514600" indent="-228600" eaLnBrk="0" fontAlgn="base" hangingPunct="0">
              <a:spcBef>
                <a:spcPts val="500"/>
              </a:spcBef>
              <a:spcAft>
                <a:spcPct val="0"/>
              </a:spcAft>
              <a:buChar char="•"/>
              <a:defRPr>
                <a:latin typeface="Arial" panose="020B0604020202020204" pitchFamily="34" charset="0"/>
              </a:defRPr>
            </a:lvl6pPr>
            <a:lvl7pPr marL="2971800" indent="-228600" eaLnBrk="0" fontAlgn="base" hangingPunct="0">
              <a:spcBef>
                <a:spcPts val="500"/>
              </a:spcBef>
              <a:spcAft>
                <a:spcPct val="0"/>
              </a:spcAft>
              <a:buChar char="•"/>
              <a:defRPr>
                <a:latin typeface="Arial" panose="020B0604020202020204" pitchFamily="34" charset="0"/>
              </a:defRPr>
            </a:lvl7pPr>
            <a:lvl8pPr marL="3429000" indent="-228600" eaLnBrk="0" fontAlgn="base" hangingPunct="0">
              <a:spcBef>
                <a:spcPts val="500"/>
              </a:spcBef>
              <a:spcAft>
                <a:spcPct val="0"/>
              </a:spcAft>
              <a:buChar char="•"/>
              <a:defRPr>
                <a:latin typeface="Arial" panose="020B0604020202020204" pitchFamily="34" charset="0"/>
              </a:defRPr>
            </a:lvl8pPr>
            <a:lvl9pPr marL="3886200" indent="-228600" eaLnBrk="0" fontAlgn="base" hangingPunct="0">
              <a:spcBef>
                <a:spcPts val="500"/>
              </a:spcBef>
              <a:spcAft>
                <a:spcPct val="0"/>
              </a:spcAft>
              <a:buChar char="•"/>
              <a:defRPr>
                <a:latin typeface="Arial" panose="020B0604020202020204" pitchFamily="34" charset="0"/>
              </a:defRPr>
            </a:lvl9pPr>
          </a:lstStyle>
          <a:p>
            <a:pPr algn="ctr" rtl="0"/>
            <a:r>
              <a:rPr lang="en-US" kern="1200">
                <a:solidFill>
                  <a:srgbClr val="FFFFFF"/>
                </a:solidFill>
                <a:ea typeface="+mn-ea"/>
                <a:cs typeface="+mn-cs"/>
              </a:rPr>
              <a:t>Calculated numbers can be </a:t>
            </a:r>
          </a:p>
          <a:p>
            <a:pPr algn="ctr" rtl="0"/>
            <a:r>
              <a:rPr lang="en-US" kern="1200">
                <a:solidFill>
                  <a:srgbClr val="FFFFFF"/>
                </a:solidFill>
                <a:ea typeface="+mn-ea"/>
                <a:cs typeface="+mn-cs"/>
              </a:rPr>
              <a:t>Included in reporting layer</a:t>
            </a:r>
          </a:p>
          <a:p>
            <a:pPr algn="ctr" rtl="0"/>
            <a:r>
              <a:rPr lang="en-US" kern="1200">
                <a:solidFill>
                  <a:srgbClr val="FFFFFF"/>
                </a:solidFill>
                <a:ea typeface="+mn-ea"/>
                <a:cs typeface="+mn-cs"/>
              </a:rPr>
              <a:t>And hidden or displayed in</a:t>
            </a:r>
          </a:p>
          <a:p>
            <a:pPr algn="ctr" rtl="0"/>
            <a:r>
              <a:rPr lang="en-US" kern="1200">
                <a:solidFill>
                  <a:srgbClr val="FFFFFF"/>
                </a:solidFill>
                <a:ea typeface="+mn-ea"/>
                <a:cs typeface="+mn-cs"/>
              </a:rPr>
              <a:t>client</a:t>
            </a:r>
          </a:p>
        </p:txBody>
      </p:sp>
      <p:sp>
        <p:nvSpPr>
          <p:cNvPr id="106" name="Line 43">
            <a:extLst>
              <a:ext uri="{FF2B5EF4-FFF2-40B4-BE49-F238E27FC236}">
                <a16:creationId xmlns:a16="http://schemas.microsoft.com/office/drawing/2014/main" id="{4253F50A-4EF5-4739-B430-04EDE31979BC}"/>
              </a:ext>
            </a:extLst>
          </p:cNvPr>
          <p:cNvSpPr>
            <a:spLocks noChangeShapeType="1"/>
          </p:cNvSpPr>
          <p:nvPr/>
        </p:nvSpPr>
        <p:spPr bwMode="auto">
          <a:xfrm rot="6126972">
            <a:off x="3925635" y="1153822"/>
            <a:ext cx="119780" cy="173393"/>
          </a:xfrm>
          <a:prstGeom prst="line">
            <a:avLst/>
          </a:prstGeom>
          <a:noFill/>
          <a:ln w="9525">
            <a:solidFill>
              <a:srgbClr val="0065A0"/>
            </a:solidFill>
            <a:round/>
            <a:headEnd/>
            <a:tailEnd type="triangle" w="med" len="med"/>
          </a:ln>
          <a:extLst>
            <a:ext uri="{909E8E84-426E-40DD-AFC4-6F175D3DCCD1}">
              <a14:hiddenFill xmlns:a14="http://schemas.microsoft.com/office/drawing/2010/main">
                <a:noFill/>
              </a14:hiddenFill>
            </a:ext>
          </a:extLst>
        </p:spPr>
        <p:txBody>
          <a:bodyPr lIns="0" tIns="0" rIns="0" bIns="0" anchor="b"/>
          <a:lstStyle/>
          <a:p>
            <a:pPr algn="l" rtl="0" eaLnBrk="0" fontAlgn="base" hangingPunct="0">
              <a:spcBef>
                <a:spcPct val="0"/>
              </a:spcBef>
              <a:spcAft>
                <a:spcPct val="0"/>
              </a:spcAft>
            </a:pPr>
            <a:endParaRPr lang="en-US" sz="900" kern="1200">
              <a:solidFill>
                <a:srgbClr val="000000"/>
              </a:solidFill>
              <a:latin typeface="Arial"/>
              <a:ea typeface="+mn-ea"/>
              <a:cs typeface="+mn-cs"/>
            </a:endParaRPr>
          </a:p>
        </p:txBody>
      </p:sp>
      <p:sp>
        <p:nvSpPr>
          <p:cNvPr id="107" name="Rectangle 106">
            <a:extLst>
              <a:ext uri="{FF2B5EF4-FFF2-40B4-BE49-F238E27FC236}">
                <a16:creationId xmlns:a16="http://schemas.microsoft.com/office/drawing/2014/main" id="{219D0FCA-9050-4744-A29F-C4567C644744}"/>
              </a:ext>
            </a:extLst>
          </p:cNvPr>
          <p:cNvSpPr/>
          <p:nvPr/>
        </p:nvSpPr>
        <p:spPr bwMode="auto">
          <a:xfrm>
            <a:off x="4043316" y="1034912"/>
            <a:ext cx="1307356" cy="15639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800">
                <a:solidFill>
                  <a:srgbClr val="FFFFFF"/>
                </a:solidFill>
                <a:latin typeface="Arial" charset="0"/>
              </a:rPr>
              <a:t> </a:t>
            </a:r>
            <a:endParaRPr kumimoji="0" lang="en-US" sz="800" b="0" i="0" u="none" strike="noStrike" cap="none" normalizeH="0" baseline="0">
              <a:ln>
                <a:noFill/>
              </a:ln>
              <a:solidFill>
                <a:srgbClr val="FFFFFF"/>
              </a:solidFill>
              <a:effectLst/>
              <a:latin typeface="Arial" charset="0"/>
            </a:endParaRPr>
          </a:p>
        </p:txBody>
      </p:sp>
      <p:sp>
        <p:nvSpPr>
          <p:cNvPr id="108" name="Text Box 5">
            <a:extLst>
              <a:ext uri="{FF2B5EF4-FFF2-40B4-BE49-F238E27FC236}">
                <a16:creationId xmlns:a16="http://schemas.microsoft.com/office/drawing/2014/main" id="{3F465850-E057-449D-98D3-8DF07E48C14B}"/>
              </a:ext>
            </a:extLst>
          </p:cNvPr>
          <p:cNvSpPr txBox="1">
            <a:spLocks noChangeArrowheads="1"/>
          </p:cNvSpPr>
          <p:nvPr/>
        </p:nvSpPr>
        <p:spPr bwMode="auto">
          <a:xfrm>
            <a:off x="4091441" y="1069049"/>
            <a:ext cx="1259231" cy="92463"/>
          </a:xfrm>
          <a:prstGeom prst="rect">
            <a:avLst/>
          </a:prstGeom>
          <a:noFill/>
          <a:ln w="25400" algn="ctr">
            <a:noFill/>
            <a:miter lim="800000"/>
            <a:headEnd/>
            <a:tailEnd/>
          </a:ln>
        </p:spPr>
        <p:txBody>
          <a:bodyPr wrap="none" lIns="0" tIns="0" rIns="0" bIns="0" anchor="b"/>
          <a:lstStyle>
            <a:lvl1pPr>
              <a:spcBef>
                <a:spcPts val="500"/>
              </a:spcBef>
              <a:buChar char="•"/>
              <a:defRPr sz="2400">
                <a:solidFill>
                  <a:schemeClr val="tx1"/>
                </a:solidFill>
                <a:latin typeface="Arial" panose="020B0604020202020204" pitchFamily="34" charset="0"/>
              </a:defRPr>
            </a:lvl1pPr>
            <a:lvl2pPr marL="742950" indent="-285750">
              <a:spcBef>
                <a:spcPts val="500"/>
              </a:spcBef>
              <a:buChar char="•"/>
              <a:defRPr sz="2000">
                <a:solidFill>
                  <a:schemeClr val="tx1"/>
                </a:solidFill>
                <a:latin typeface="Arial" panose="020B0604020202020204" pitchFamily="34" charset="0"/>
              </a:defRPr>
            </a:lvl2pPr>
            <a:lvl3pPr marL="1143000" indent="-228600">
              <a:spcBef>
                <a:spcPts val="500"/>
              </a:spcBef>
              <a:buChar char="•"/>
              <a:defRPr>
                <a:solidFill>
                  <a:schemeClr val="tx1"/>
                </a:solidFill>
                <a:latin typeface="Arial" panose="020B0604020202020204" pitchFamily="34" charset="0"/>
              </a:defRPr>
            </a:lvl3pPr>
            <a:lvl4pPr marL="1600200" indent="-228600">
              <a:spcBef>
                <a:spcPts val="500"/>
              </a:spcBef>
              <a:buChar char="•"/>
              <a:defRPr>
                <a:solidFill>
                  <a:schemeClr val="tx1"/>
                </a:solidFill>
                <a:latin typeface="Arial" panose="020B0604020202020204" pitchFamily="34" charset="0"/>
              </a:defRPr>
            </a:lvl4pPr>
            <a:lvl5pPr marL="2057400" indent="-228600">
              <a:spcBef>
                <a:spcPts val="500"/>
              </a:spcBef>
              <a:buChar char="•"/>
              <a:defRPr>
                <a:solidFill>
                  <a:schemeClr val="tx1"/>
                </a:solidFill>
                <a:latin typeface="Arial" panose="020B0604020202020204" pitchFamily="34" charset="0"/>
              </a:defRPr>
            </a:lvl5pPr>
            <a:lvl6pPr marL="2514600" indent="-228600" eaLnBrk="0" fontAlgn="base" hangingPunct="0">
              <a:spcBef>
                <a:spcPts val="500"/>
              </a:spcBef>
              <a:spcAft>
                <a:spcPct val="0"/>
              </a:spcAft>
              <a:buChar char="•"/>
              <a:defRPr>
                <a:solidFill>
                  <a:schemeClr val="tx1"/>
                </a:solidFill>
                <a:latin typeface="Arial" panose="020B0604020202020204" pitchFamily="34" charset="0"/>
              </a:defRPr>
            </a:lvl6pPr>
            <a:lvl7pPr marL="2971800" indent="-228600" eaLnBrk="0" fontAlgn="base" hangingPunct="0">
              <a:spcBef>
                <a:spcPts val="500"/>
              </a:spcBef>
              <a:spcAft>
                <a:spcPct val="0"/>
              </a:spcAft>
              <a:buChar char="•"/>
              <a:defRPr>
                <a:solidFill>
                  <a:schemeClr val="tx1"/>
                </a:solidFill>
                <a:latin typeface="Arial" panose="020B0604020202020204" pitchFamily="34" charset="0"/>
              </a:defRPr>
            </a:lvl7pPr>
            <a:lvl8pPr marL="3429000" indent="-228600" eaLnBrk="0" fontAlgn="base" hangingPunct="0">
              <a:spcBef>
                <a:spcPts val="500"/>
              </a:spcBef>
              <a:spcAft>
                <a:spcPct val="0"/>
              </a:spcAft>
              <a:buChar char="•"/>
              <a:defRPr>
                <a:solidFill>
                  <a:schemeClr val="tx1"/>
                </a:solidFill>
                <a:latin typeface="Arial" panose="020B0604020202020204" pitchFamily="34" charset="0"/>
              </a:defRPr>
            </a:lvl8pPr>
            <a:lvl9pPr marL="3886200" indent="-228600" eaLnBrk="0" fontAlgn="base" hangingPunct="0">
              <a:spcBef>
                <a:spcPts val="500"/>
              </a:spcBef>
              <a:spcAft>
                <a:spcPct val="0"/>
              </a:spcAft>
              <a:buChar char="•"/>
              <a:defRPr>
                <a:solidFill>
                  <a:schemeClr val="tx1"/>
                </a:solidFill>
                <a:latin typeface="Arial" panose="020B0604020202020204" pitchFamily="34" charset="0"/>
              </a:defRPr>
            </a:lvl9pPr>
          </a:lstStyle>
          <a:p>
            <a:pPr algn="ctr" rtl="0" fontAlgn="base">
              <a:lnSpc>
                <a:spcPct val="90000"/>
              </a:lnSpc>
              <a:spcBef>
                <a:spcPct val="0"/>
              </a:spcBef>
              <a:spcAft>
                <a:spcPct val="0"/>
              </a:spcAft>
              <a:buFontTx/>
              <a:buNone/>
            </a:pPr>
            <a:r>
              <a:rPr lang="en-US" sz="675" b="1" kern="1200">
                <a:solidFill>
                  <a:srgbClr val="FFFFFF"/>
                </a:solidFill>
                <a:ea typeface="+mn-ea"/>
                <a:cs typeface="+mn-cs"/>
              </a:rPr>
              <a:t>Add to </a:t>
            </a:r>
            <a:r>
              <a:rPr lang="en-US" sz="675" b="1" kern="1200" err="1">
                <a:solidFill>
                  <a:srgbClr val="FFFFFF"/>
                </a:solidFill>
                <a:ea typeface="+mn-ea"/>
                <a:cs typeface="+mn-cs"/>
              </a:rPr>
              <a:t>Favourite</a:t>
            </a:r>
            <a:r>
              <a:rPr lang="en-US" sz="675" b="1" kern="1200">
                <a:solidFill>
                  <a:srgbClr val="FFFFFF"/>
                </a:solidFill>
                <a:ea typeface="+mn-ea"/>
                <a:cs typeface="+mn-cs"/>
              </a:rPr>
              <a:t> Menu</a:t>
            </a:r>
          </a:p>
        </p:txBody>
      </p:sp>
      <p:pic>
        <p:nvPicPr>
          <p:cNvPr id="60" name="Picture 59">
            <a:extLst>
              <a:ext uri="{FF2B5EF4-FFF2-40B4-BE49-F238E27FC236}">
                <a16:creationId xmlns:a16="http://schemas.microsoft.com/office/drawing/2014/main" id="{885DF435-ACEC-4DB2-843C-8393DA719430}"/>
              </a:ext>
            </a:extLst>
          </p:cNvPr>
          <p:cNvPicPr>
            <a:picLocks noChangeAspect="1"/>
          </p:cNvPicPr>
          <p:nvPr/>
        </p:nvPicPr>
        <p:blipFill>
          <a:blip r:embed="rId4"/>
          <a:srcRect/>
          <a:stretch/>
        </p:blipFill>
        <p:spPr>
          <a:xfrm>
            <a:off x="128338" y="40902"/>
            <a:ext cx="802314" cy="257919"/>
          </a:xfrm>
          <a:prstGeom prst="rect">
            <a:avLst/>
          </a:prstGeom>
        </p:spPr>
      </p:pic>
    </p:spTree>
    <p:extLst>
      <p:ext uri="{BB962C8B-B14F-4D97-AF65-F5344CB8AC3E}">
        <p14:creationId xmlns:p14="http://schemas.microsoft.com/office/powerpoint/2010/main" val="902446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large ship in a body of water&#10;&#10;Description automatically generated">
            <a:extLst>
              <a:ext uri="{FF2B5EF4-FFF2-40B4-BE49-F238E27FC236}">
                <a16:creationId xmlns:a16="http://schemas.microsoft.com/office/drawing/2014/main" id="{ECE20406-EE85-4138-B1AA-EB1537AE0937}"/>
              </a:ext>
            </a:extLst>
          </p:cNvPr>
          <p:cNvPicPr>
            <a:picLocks noGrp="1" noChangeAspect="1"/>
          </p:cNvPicPr>
          <p:nvPr>
            <p:ph type="pic" idx="14"/>
          </p:nvPr>
        </p:nvPicPr>
        <p:blipFill>
          <a:blip r:embed="rId2" cstate="hqprint">
            <a:extLs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3270325" y="1107446"/>
            <a:ext cx="2939975" cy="499921"/>
          </a:xfrm>
        </p:spPr>
        <p:txBody>
          <a:bodyPr>
            <a:normAutofit/>
          </a:bodyPr>
          <a:lstStyle/>
          <a:p>
            <a:r>
              <a:rPr lang="nb-NO" sz="2800"/>
              <a:t>Screen Bar</a:t>
            </a:r>
            <a:endParaRPr lang="fi-FI" sz="2800"/>
          </a:p>
        </p:txBody>
      </p:sp>
      <p:sp>
        <p:nvSpPr>
          <p:cNvPr id="20" name="Rectangle 6">
            <a:extLst>
              <a:ext uri="{FF2B5EF4-FFF2-40B4-BE49-F238E27FC236}">
                <a16:creationId xmlns:a16="http://schemas.microsoft.com/office/drawing/2014/main" id="{BBD52809-A960-45CA-B9DB-01F1959EE81F}"/>
              </a:ext>
            </a:extLst>
          </p:cNvPr>
          <p:cNvSpPr/>
          <p:nvPr/>
        </p:nvSpPr>
        <p:spPr bwMode="auto">
          <a:xfrm>
            <a:off x="3270325" y="1607367"/>
            <a:ext cx="2520875" cy="716733"/>
          </a:xfrm>
          <a:prstGeom prst="rect">
            <a:avLst/>
          </a:prstGeom>
          <a:solidFill>
            <a:srgbClr val="F2F2F2"/>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prstTxWarp prst="textNoShape">
              <a:avLst/>
            </a:prstTxWarp>
          </a:bodyPr>
          <a:lstStyle/>
          <a:p>
            <a:pPr algn="ctr" defTabSz="514350" fontAlgn="base">
              <a:spcBef>
                <a:spcPct val="0"/>
              </a:spcBef>
              <a:spcAft>
                <a:spcPct val="0"/>
              </a:spcAft>
              <a:defRPr/>
            </a:pPr>
            <a:endParaRPr lang="en-US" sz="900" b="1">
              <a:solidFill>
                <a:srgbClr val="FFFFFF"/>
              </a:solidFill>
              <a:latin typeface="Arial" panose="020B0604020202020204" pitchFamily="34" charset="0"/>
              <a:ea typeface="Meiryo UI"/>
              <a:cs typeface="Arial" panose="020B0604020202020204" pitchFamily="34" charset="0"/>
            </a:endParaRPr>
          </a:p>
        </p:txBody>
      </p:sp>
      <p:pic>
        <p:nvPicPr>
          <p:cNvPr id="21" name="Picture 20">
            <a:extLst>
              <a:ext uri="{FF2B5EF4-FFF2-40B4-BE49-F238E27FC236}">
                <a16:creationId xmlns:a16="http://schemas.microsoft.com/office/drawing/2014/main" id="{EFB41509-C0EF-4AB9-82F3-C6367F2F3AB3}"/>
              </a:ext>
            </a:extLst>
          </p:cNvPr>
          <p:cNvPicPr>
            <a:picLocks noChangeAspect="1"/>
          </p:cNvPicPr>
          <p:nvPr/>
        </p:nvPicPr>
        <p:blipFill>
          <a:blip r:embed="rId3"/>
          <a:stretch>
            <a:fillRect/>
          </a:stretch>
        </p:blipFill>
        <p:spPr>
          <a:xfrm>
            <a:off x="3356012" y="1718083"/>
            <a:ext cx="2349500" cy="495300"/>
          </a:xfrm>
          <a:prstGeom prst="rect">
            <a:avLst/>
          </a:prstGeom>
          <a:ln>
            <a:solidFill>
              <a:schemeClr val="bg2">
                <a:lumMod val="85000"/>
              </a:schemeClr>
            </a:solidFill>
          </a:ln>
          <a:effectLst/>
        </p:spPr>
      </p:pic>
      <p:sp>
        <p:nvSpPr>
          <p:cNvPr id="22" name="TextBox 21">
            <a:extLst>
              <a:ext uri="{FF2B5EF4-FFF2-40B4-BE49-F238E27FC236}">
                <a16:creationId xmlns:a16="http://schemas.microsoft.com/office/drawing/2014/main" id="{529F5A25-A107-46B8-8D8B-103BAC3505A8}"/>
              </a:ext>
            </a:extLst>
          </p:cNvPr>
          <p:cNvSpPr txBox="1"/>
          <p:nvPr/>
        </p:nvSpPr>
        <p:spPr>
          <a:xfrm>
            <a:off x="3270325" y="2571750"/>
            <a:ext cx="4014395" cy="136779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82880" lvl="0" indent="-182880" defTabSz="533400">
              <a:lnSpc>
                <a:spcPts val="16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The screen bar shows who is logged on</a:t>
            </a:r>
          </a:p>
          <a:p>
            <a:pPr marL="182880" lvl="0" indent="-182880" defTabSz="533400">
              <a:lnSpc>
                <a:spcPts val="16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It has the log off button</a:t>
            </a:r>
          </a:p>
          <a:p>
            <a:pPr marL="182880" lvl="0" indent="-182880" defTabSz="533400">
              <a:lnSpc>
                <a:spcPts val="16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Most screens also have a three lines icon. Click this to get some appropriate help regarding the screen you are in</a:t>
            </a:r>
          </a:p>
          <a:p>
            <a:pPr lvl="0" defTabSz="533400">
              <a:lnSpc>
                <a:spcPts val="1600"/>
              </a:lnSpc>
              <a:spcBef>
                <a:spcPts val="1200"/>
              </a:spcBef>
              <a:buClr>
                <a:schemeClr val="tx1"/>
              </a:buClr>
            </a:pPr>
            <a:endParaRPr lang="en-US" sz="1400">
              <a:solidFill>
                <a:schemeClr val="accent1">
                  <a:lumMod val="50000"/>
                </a:schemeClr>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5D73F89E-7D80-4BC1-AA7D-F0B04AC81923}"/>
              </a:ext>
            </a:extLst>
          </p:cNvPr>
          <p:cNvPicPr>
            <a:picLocks noChangeAspect="1"/>
          </p:cNvPicPr>
          <p:nvPr/>
        </p:nvPicPr>
        <p:blipFill>
          <a:blip r:embed="rId4">
            <a:duotone>
              <a:prstClr val="black"/>
              <a:schemeClr val="accent1">
                <a:tint val="45000"/>
                <a:satMod val="400000"/>
              </a:schemeClr>
            </a:duotone>
          </a:blip>
          <a:srcRect/>
          <a:stretch/>
        </p:blipFill>
        <p:spPr>
          <a:xfrm>
            <a:off x="128338" y="40902"/>
            <a:ext cx="802314" cy="257919"/>
          </a:xfrm>
          <a:prstGeom prst="rect">
            <a:avLst/>
          </a:prstGeom>
        </p:spPr>
      </p:pic>
    </p:spTree>
    <p:extLst>
      <p:ext uri="{BB962C8B-B14F-4D97-AF65-F5344CB8AC3E}">
        <p14:creationId xmlns:p14="http://schemas.microsoft.com/office/powerpoint/2010/main" val="2200168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picture containing sky, outdoor, transport, grass&#10;&#10;Description automatically generated">
            <a:extLst>
              <a:ext uri="{FF2B5EF4-FFF2-40B4-BE49-F238E27FC236}">
                <a16:creationId xmlns:a16="http://schemas.microsoft.com/office/drawing/2014/main" id="{94398F79-D5F4-4A38-BE37-5004C518B463}"/>
              </a:ext>
            </a:extLst>
          </p:cNvPr>
          <p:cNvPicPr>
            <a:picLocks noGrp="1" noChangeAspect="1"/>
          </p:cNvPicPr>
          <p:nvPr>
            <p:ph type="pic" idx="14"/>
          </p:nvPr>
        </p:nvPicPr>
        <p:blipFill>
          <a:blip r:embed="rId2" cstate="hqprint">
            <a:extLs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3270325" y="457133"/>
            <a:ext cx="2939975" cy="499921"/>
          </a:xfrm>
        </p:spPr>
        <p:txBody>
          <a:bodyPr>
            <a:normAutofit/>
          </a:bodyPr>
          <a:lstStyle/>
          <a:p>
            <a:r>
              <a:rPr lang="nb-NO" sz="2800"/>
              <a:t>Treeview</a:t>
            </a:r>
            <a:endParaRPr lang="fi-FI" sz="2800"/>
          </a:p>
        </p:txBody>
      </p:sp>
      <p:sp>
        <p:nvSpPr>
          <p:cNvPr id="22" name="TextBox 21">
            <a:extLst>
              <a:ext uri="{FF2B5EF4-FFF2-40B4-BE49-F238E27FC236}">
                <a16:creationId xmlns:a16="http://schemas.microsoft.com/office/drawing/2014/main" id="{529F5A25-A107-46B8-8D8B-103BAC3505A8}"/>
              </a:ext>
            </a:extLst>
          </p:cNvPr>
          <p:cNvSpPr txBox="1"/>
          <p:nvPr/>
        </p:nvSpPr>
        <p:spPr>
          <a:xfrm>
            <a:off x="5262609" y="997448"/>
            <a:ext cx="3524507" cy="3878966"/>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82880" lvl="0" indent="-182880" defTabSz="533400">
              <a:lnSpc>
                <a:spcPts val="15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The treeview is the menu tool you use to select your next screen to visit.</a:t>
            </a:r>
          </a:p>
          <a:p>
            <a:pPr marL="182880" lvl="0" indent="-182880" defTabSz="533400">
              <a:lnSpc>
                <a:spcPts val="15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It has a hierarchical structure with folders and subfolders where the functional area folders are all on the highest level.</a:t>
            </a:r>
          </a:p>
          <a:p>
            <a:pPr marL="182880" lvl="0" indent="-182880" defTabSz="533400">
              <a:lnSpc>
                <a:spcPts val="15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It offers a search feature for locating menu items, and a Favorites zone for each user to populate.</a:t>
            </a:r>
          </a:p>
          <a:p>
            <a:pPr marL="182880" lvl="0" indent="-182880" defTabSz="533400">
              <a:lnSpc>
                <a:spcPts val="15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The functional area folders are all on the highest level</a:t>
            </a:r>
          </a:p>
          <a:p>
            <a:pPr marL="182880" lvl="0" indent="-182880" defTabSz="533400">
              <a:lnSpc>
                <a:spcPts val="1500"/>
              </a:lnSpc>
              <a:spcBef>
                <a:spcPts val="1200"/>
              </a:spcBef>
              <a:buClr>
                <a:schemeClr val="tx1"/>
              </a:buClr>
              <a:buFont typeface="Courier New" panose="02070309020205020404" pitchFamily="49" charset="0"/>
              <a:buChar char="o"/>
            </a:pPr>
            <a:r>
              <a:rPr lang="en-US" sz="1400">
                <a:solidFill>
                  <a:schemeClr val="accent1">
                    <a:lumMod val="50000"/>
                  </a:schemeClr>
                </a:solidFill>
                <a:latin typeface="Arial" panose="020B0604020202020204" pitchFamily="34" charset="0"/>
                <a:cs typeface="Arial" panose="020B0604020202020204" pitchFamily="34" charset="0"/>
              </a:rPr>
              <a:t>The treeview will appear according to the specific system setup and also the logged in user’s access privileges. If a user hasn’t access to any screens under a given folder, then even the folder will be hidden in the treeview.</a:t>
            </a:r>
          </a:p>
          <a:p>
            <a:pPr marL="182880" lvl="0" indent="-182880" defTabSz="533400">
              <a:lnSpc>
                <a:spcPts val="1500"/>
              </a:lnSpc>
              <a:spcBef>
                <a:spcPts val="1200"/>
              </a:spcBef>
              <a:buClr>
                <a:schemeClr val="tx1"/>
              </a:buClr>
              <a:buFont typeface="Courier New" panose="02070309020205020404" pitchFamily="49" charset="0"/>
              <a:buChar char="o"/>
            </a:pPr>
            <a:endParaRPr lang="en-US" sz="1400">
              <a:solidFill>
                <a:schemeClr val="accent1">
                  <a:lumMod val="50000"/>
                </a:schemeClr>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27C0447C-CDB6-4DAC-B78E-7389B17A5162}"/>
              </a:ext>
            </a:extLst>
          </p:cNvPr>
          <p:cNvGrpSpPr/>
          <p:nvPr/>
        </p:nvGrpSpPr>
        <p:grpSpPr>
          <a:xfrm>
            <a:off x="3268981" y="994768"/>
            <a:ext cx="1876072" cy="3729313"/>
            <a:chOff x="3270325" y="1607367"/>
            <a:chExt cx="1652195" cy="3188153"/>
          </a:xfrm>
        </p:grpSpPr>
        <p:sp>
          <p:nvSpPr>
            <p:cNvPr id="20" name="Rectangle 6">
              <a:extLst>
                <a:ext uri="{FF2B5EF4-FFF2-40B4-BE49-F238E27FC236}">
                  <a16:creationId xmlns:a16="http://schemas.microsoft.com/office/drawing/2014/main" id="{BBD52809-A960-45CA-B9DB-01F1959EE81F}"/>
                </a:ext>
              </a:extLst>
            </p:cNvPr>
            <p:cNvSpPr/>
            <p:nvPr/>
          </p:nvSpPr>
          <p:spPr bwMode="auto">
            <a:xfrm>
              <a:off x="3270325" y="1607367"/>
              <a:ext cx="1652195" cy="3188153"/>
            </a:xfrm>
            <a:prstGeom prst="rect">
              <a:avLst/>
            </a:prstGeom>
            <a:solidFill>
              <a:srgbClr val="F2F2F2"/>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prstTxWarp prst="textNoShape">
                <a:avLst/>
              </a:prstTxWarp>
            </a:bodyPr>
            <a:lstStyle/>
            <a:p>
              <a:pPr algn="ctr" defTabSz="514350" fontAlgn="base">
                <a:spcBef>
                  <a:spcPct val="0"/>
                </a:spcBef>
                <a:spcAft>
                  <a:spcPct val="0"/>
                </a:spcAft>
                <a:defRPr/>
              </a:pPr>
              <a:endParaRPr lang="en-US" sz="900" b="1">
                <a:solidFill>
                  <a:srgbClr val="FFFFFF"/>
                </a:solidFill>
                <a:latin typeface="Arial" panose="020B0604020202020204" pitchFamily="34" charset="0"/>
                <a:ea typeface="Meiryo UI"/>
                <a:cs typeface="Arial" panose="020B0604020202020204" pitchFamily="34" charset="0"/>
              </a:endParaRPr>
            </a:p>
          </p:txBody>
        </p:sp>
        <p:pic>
          <p:nvPicPr>
            <p:cNvPr id="8" name="Picture 7">
              <a:extLst>
                <a:ext uri="{FF2B5EF4-FFF2-40B4-BE49-F238E27FC236}">
                  <a16:creationId xmlns:a16="http://schemas.microsoft.com/office/drawing/2014/main" id="{31D6FA66-DBBE-4914-9F9D-E5A2ACCC064F}"/>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3357698" y="1684996"/>
              <a:ext cx="1453062" cy="3001371"/>
            </a:xfrm>
            <a:prstGeom prst="rect">
              <a:avLst/>
            </a:prstGeom>
            <a:solidFill>
              <a:srgbClr val="FFFFFF">
                <a:shade val="85000"/>
              </a:srgbClr>
            </a:solidFill>
            <a:ln w="9525" cap="sq">
              <a:solidFill>
                <a:schemeClr val="bg2">
                  <a:lumMod val="85000"/>
                </a:schemeClr>
              </a:solidFill>
              <a:miter lim="800000"/>
            </a:ln>
            <a:effectLst/>
            <a:scene3d>
              <a:camera prst="orthographicFront"/>
              <a:lightRig rig="twoPt" dir="t">
                <a:rot lat="0" lon="0" rev="7200000"/>
              </a:lightRig>
            </a:scene3d>
            <a:sp3d>
              <a:contourClr>
                <a:srgbClr val="FFFFFF"/>
              </a:contourClr>
            </a:sp3d>
          </p:spPr>
        </p:pic>
      </p:grpSp>
      <p:pic>
        <p:nvPicPr>
          <p:cNvPr id="19" name="Picture 18">
            <a:extLst>
              <a:ext uri="{FF2B5EF4-FFF2-40B4-BE49-F238E27FC236}">
                <a16:creationId xmlns:a16="http://schemas.microsoft.com/office/drawing/2014/main" id="{DEE94F55-2B4F-49D9-8F76-C7C0819E57A7}"/>
              </a:ext>
            </a:extLst>
          </p:cNvPr>
          <p:cNvPicPr>
            <a:picLocks noChangeAspect="1"/>
          </p:cNvPicPr>
          <p:nvPr/>
        </p:nvPicPr>
        <p:blipFill>
          <a:blip r:embed="rId4"/>
          <a:srcRect/>
          <a:stretch/>
        </p:blipFill>
        <p:spPr>
          <a:xfrm>
            <a:off x="128338" y="40902"/>
            <a:ext cx="802314" cy="257919"/>
          </a:xfrm>
          <a:prstGeom prst="rect">
            <a:avLst/>
          </a:prstGeom>
        </p:spPr>
      </p:pic>
    </p:spTree>
    <p:extLst>
      <p:ext uri="{BB962C8B-B14F-4D97-AF65-F5344CB8AC3E}">
        <p14:creationId xmlns:p14="http://schemas.microsoft.com/office/powerpoint/2010/main" val="55394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icture containing outdoor, sky, water, transport&#10;&#10;Description automatically generated">
            <a:extLst>
              <a:ext uri="{FF2B5EF4-FFF2-40B4-BE49-F238E27FC236}">
                <a16:creationId xmlns:a16="http://schemas.microsoft.com/office/drawing/2014/main" id="{D50B480C-94A4-4169-8A90-21E33CE7068A}"/>
              </a:ext>
            </a:extLst>
          </p:cNvPr>
          <p:cNvPicPr>
            <a:picLocks noGrp="1" noChangeAspect="1"/>
          </p:cNvPicPr>
          <p:nvPr>
            <p:ph type="pic" idx="14"/>
          </p:nvPr>
        </p:nvPicPr>
        <p:blipFill>
          <a:blip r:embed="rId2" cstate="hqprint">
            <a:extLs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3270325" y="899470"/>
            <a:ext cx="2939975" cy="499921"/>
          </a:xfrm>
        </p:spPr>
        <p:txBody>
          <a:bodyPr>
            <a:normAutofit/>
          </a:bodyPr>
          <a:lstStyle/>
          <a:p>
            <a:r>
              <a:rPr lang="nb-NO" sz="2800"/>
              <a:t>Tool Bar</a:t>
            </a:r>
            <a:endParaRPr lang="fi-FI" sz="2800"/>
          </a:p>
        </p:txBody>
      </p:sp>
      <p:sp>
        <p:nvSpPr>
          <p:cNvPr id="20" name="Rectangle 6">
            <a:extLst>
              <a:ext uri="{FF2B5EF4-FFF2-40B4-BE49-F238E27FC236}">
                <a16:creationId xmlns:a16="http://schemas.microsoft.com/office/drawing/2014/main" id="{BBD52809-A960-45CA-B9DB-01F1959EE81F}"/>
              </a:ext>
            </a:extLst>
          </p:cNvPr>
          <p:cNvSpPr/>
          <p:nvPr/>
        </p:nvSpPr>
        <p:spPr bwMode="auto">
          <a:xfrm>
            <a:off x="3270325" y="1529412"/>
            <a:ext cx="3379395" cy="538480"/>
          </a:xfrm>
          <a:prstGeom prst="rect">
            <a:avLst/>
          </a:prstGeom>
          <a:solidFill>
            <a:srgbClr val="F2F2F2"/>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prstTxWarp prst="textNoShape">
              <a:avLst/>
            </a:prstTxWarp>
          </a:bodyPr>
          <a:lstStyle/>
          <a:p>
            <a:pPr algn="ctr" defTabSz="514350" fontAlgn="base">
              <a:spcBef>
                <a:spcPct val="0"/>
              </a:spcBef>
              <a:spcAft>
                <a:spcPct val="0"/>
              </a:spcAft>
              <a:defRPr/>
            </a:pPr>
            <a:endParaRPr lang="en-US" sz="900" b="1">
              <a:solidFill>
                <a:srgbClr val="FFFFFF"/>
              </a:solidFill>
              <a:latin typeface="Arial" panose="020B0604020202020204" pitchFamily="34" charset="0"/>
              <a:ea typeface="Meiryo UI"/>
              <a:cs typeface="Arial" panose="020B0604020202020204" pitchFamily="34" charset="0"/>
            </a:endParaRPr>
          </a:p>
        </p:txBody>
      </p:sp>
      <p:sp>
        <p:nvSpPr>
          <p:cNvPr id="22" name="TextBox 21">
            <a:extLst>
              <a:ext uri="{FF2B5EF4-FFF2-40B4-BE49-F238E27FC236}">
                <a16:creationId xmlns:a16="http://schemas.microsoft.com/office/drawing/2014/main" id="{529F5A25-A107-46B8-8D8B-103BAC3505A8}"/>
              </a:ext>
            </a:extLst>
          </p:cNvPr>
          <p:cNvSpPr txBox="1"/>
          <p:nvPr/>
        </p:nvSpPr>
        <p:spPr>
          <a:xfrm>
            <a:off x="3270325" y="2200202"/>
            <a:ext cx="4601135" cy="81915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600"/>
              </a:lnSpc>
              <a:spcBef>
                <a:spcPts val="1200"/>
              </a:spcBef>
              <a:buClr>
                <a:schemeClr val="tx1"/>
              </a:buClr>
            </a:pPr>
            <a:r>
              <a:rPr lang="en-US" sz="1400" b="1">
                <a:solidFill>
                  <a:srgbClr val="62B3E5"/>
                </a:solidFill>
                <a:latin typeface="Arial" panose="020B0604020202020204" pitchFamily="34" charset="0"/>
                <a:cs typeface="Arial" panose="020B0604020202020204" pitchFamily="34" charset="0"/>
              </a:rPr>
              <a:t>From left to right:</a:t>
            </a:r>
          </a:p>
          <a:p>
            <a:pPr lvl="0" defTabSz="533400">
              <a:lnSpc>
                <a:spcPts val="1600"/>
              </a:lnSpc>
              <a:spcBef>
                <a:spcPts val="1200"/>
              </a:spcBef>
              <a:buClr>
                <a:schemeClr val="tx1"/>
              </a:buClr>
            </a:pPr>
            <a:r>
              <a:rPr lang="en-US" sz="1400">
                <a:solidFill>
                  <a:schemeClr val="accent1">
                    <a:lumMod val="50000"/>
                  </a:schemeClr>
                </a:solidFill>
                <a:latin typeface="Arial" panose="020B0604020202020204" pitchFamily="34" charset="0"/>
                <a:cs typeface="Arial" panose="020B0604020202020204" pitchFamily="34" charset="0"/>
              </a:rPr>
              <a:t>Save, Refresh, New, Mark for deletion, Fullscreen on/off and Add to Favorites</a:t>
            </a:r>
          </a:p>
          <a:p>
            <a:pPr lvl="0" defTabSz="533400">
              <a:lnSpc>
                <a:spcPts val="1600"/>
              </a:lnSpc>
              <a:spcBef>
                <a:spcPts val="1200"/>
              </a:spcBef>
              <a:buClr>
                <a:schemeClr val="tx1"/>
              </a:buClr>
            </a:pPr>
            <a:endParaRPr lang="en-US" sz="1400">
              <a:solidFill>
                <a:schemeClr val="accent1">
                  <a:lumMod val="50000"/>
                </a:schemeClr>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13109BC6-AF16-4747-B425-CDFB27185E7C}"/>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3401598" y="1638632"/>
            <a:ext cx="3116848" cy="320040"/>
          </a:xfrm>
          <a:prstGeom prst="rect">
            <a:avLst/>
          </a:prstGeom>
          <a:ln>
            <a:solidFill>
              <a:schemeClr val="bg2">
                <a:lumMod val="85000"/>
              </a:schemeClr>
            </a:solidFill>
          </a:ln>
          <a:effectLst/>
        </p:spPr>
      </p:pic>
      <p:pic>
        <p:nvPicPr>
          <p:cNvPr id="19" name="Picture 18">
            <a:extLst>
              <a:ext uri="{FF2B5EF4-FFF2-40B4-BE49-F238E27FC236}">
                <a16:creationId xmlns:a16="http://schemas.microsoft.com/office/drawing/2014/main" id="{13425EF5-BA34-4E5F-A7AE-99122D1131CD}"/>
              </a:ext>
            </a:extLst>
          </p:cNvPr>
          <p:cNvPicPr>
            <a:picLocks noChangeAspect="1"/>
          </p:cNvPicPr>
          <p:nvPr/>
        </p:nvPicPr>
        <p:blipFill>
          <a:blip r:embed="rId4"/>
          <a:srcRect/>
          <a:stretch/>
        </p:blipFill>
        <p:spPr>
          <a:xfrm>
            <a:off x="128338" y="40902"/>
            <a:ext cx="802314" cy="257919"/>
          </a:xfrm>
          <a:prstGeom prst="rect">
            <a:avLst/>
          </a:prstGeom>
        </p:spPr>
      </p:pic>
    </p:spTree>
    <p:extLst>
      <p:ext uri="{BB962C8B-B14F-4D97-AF65-F5344CB8AC3E}">
        <p14:creationId xmlns:p14="http://schemas.microsoft.com/office/powerpoint/2010/main" val="293150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sunset over a body of water&#10;&#10;Description automatically generated">
            <a:extLst>
              <a:ext uri="{FF2B5EF4-FFF2-40B4-BE49-F238E27FC236}">
                <a16:creationId xmlns:a16="http://schemas.microsoft.com/office/drawing/2014/main" id="{E6F38006-CD2C-4BE0-87F2-8B9AC62409C7}"/>
              </a:ext>
            </a:extLst>
          </p:cNvPr>
          <p:cNvPicPr>
            <a:picLocks noGrp="1" noChangeAspect="1"/>
          </p:cNvPicPr>
          <p:nvPr>
            <p:ph type="pic" idx="14"/>
          </p:nvPr>
        </p:nvPicPr>
        <p:blipFill rotWithShape="1">
          <a:blip r:embed="rId3" cstate="hqprint">
            <a:extLst>
              <a:ext uri="{28A0092B-C50C-407E-A947-70E740481C1C}">
                <a14:useLocalDpi xmlns:a14="http://schemas.microsoft.com/office/drawing/2010/main"/>
              </a:ext>
            </a:extLst>
          </a:blip>
          <a:srcRect/>
          <a:stretch/>
        </p:blipFill>
        <p:spPr>
          <a:xfrm>
            <a:off x="0" y="0"/>
            <a:ext cx="2657139" cy="5143500"/>
          </a:xfrm>
        </p:spPr>
      </p:pic>
      <p:sp>
        <p:nvSpPr>
          <p:cNvPr id="22" name="TextBox 21">
            <a:extLst>
              <a:ext uri="{FF2B5EF4-FFF2-40B4-BE49-F238E27FC236}">
                <a16:creationId xmlns:a16="http://schemas.microsoft.com/office/drawing/2014/main" id="{529F5A25-A107-46B8-8D8B-103BAC3505A8}"/>
              </a:ext>
            </a:extLst>
          </p:cNvPr>
          <p:cNvSpPr txBox="1"/>
          <p:nvPr/>
        </p:nvSpPr>
        <p:spPr>
          <a:xfrm>
            <a:off x="3334749" y="1149848"/>
            <a:ext cx="3797571" cy="3079252"/>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82880" lvl="0" indent="-182880" defTabSz="533400">
              <a:lnSpc>
                <a:spcPts val="1500"/>
              </a:lnSpc>
              <a:spcBef>
                <a:spcPts val="1200"/>
              </a:spcBef>
              <a:buClr>
                <a:schemeClr val="tx1"/>
              </a:buClr>
              <a:buFont typeface="Courier New" panose="02070309020205020404" pitchFamily="49" charset="0"/>
              <a:buChar char="o"/>
            </a:pPr>
            <a:r>
              <a:rPr lang="en-US" sz="1400" dirty="0">
                <a:solidFill>
                  <a:schemeClr val="accent1">
                    <a:lumMod val="50000"/>
                  </a:schemeClr>
                </a:solidFill>
                <a:latin typeface="Arial" panose="020B0604020202020204" pitchFamily="34" charset="0"/>
                <a:cs typeface="Arial" panose="020B0604020202020204" pitchFamily="34" charset="0"/>
              </a:rPr>
              <a:t>‘New’ button will insert a blank line in screens where this is allowed</a:t>
            </a:r>
          </a:p>
          <a:p>
            <a:pPr marL="182880" lvl="0" indent="-182880" defTabSz="533400">
              <a:lnSpc>
                <a:spcPts val="1500"/>
              </a:lnSpc>
              <a:spcBef>
                <a:spcPts val="1200"/>
              </a:spcBef>
              <a:buClr>
                <a:schemeClr val="tx1"/>
              </a:buClr>
              <a:buFont typeface="Courier New" panose="02070309020205020404" pitchFamily="49" charset="0"/>
              <a:buChar char="o"/>
            </a:pPr>
            <a:r>
              <a:rPr lang="en-US" sz="1400" dirty="0">
                <a:solidFill>
                  <a:schemeClr val="accent1">
                    <a:lumMod val="50000"/>
                  </a:schemeClr>
                </a:solidFill>
                <a:latin typeface="Arial" panose="020B0604020202020204" pitchFamily="34" charset="0"/>
                <a:cs typeface="Arial" panose="020B0604020202020204" pitchFamily="34" charset="0"/>
              </a:rPr>
              <a:t>Refresh will read again from database</a:t>
            </a:r>
          </a:p>
          <a:p>
            <a:pPr marL="182880" lvl="0" indent="-182880" defTabSz="533400">
              <a:lnSpc>
                <a:spcPts val="1500"/>
              </a:lnSpc>
              <a:spcBef>
                <a:spcPts val="1200"/>
              </a:spcBef>
              <a:buClr>
                <a:schemeClr val="tx1"/>
              </a:buClr>
              <a:buFont typeface="Courier New" panose="02070309020205020404" pitchFamily="49" charset="0"/>
              <a:buChar char="o"/>
            </a:pPr>
            <a:r>
              <a:rPr lang="en-US" sz="1400" dirty="0">
                <a:solidFill>
                  <a:schemeClr val="accent1">
                    <a:lumMod val="50000"/>
                  </a:schemeClr>
                </a:solidFill>
                <a:latin typeface="Arial" panose="020B0604020202020204" pitchFamily="34" charset="0"/>
                <a:cs typeface="Arial" panose="020B0604020202020204" pitchFamily="34" charset="0"/>
              </a:rPr>
              <a:t>Mark for deletion will do just that, you will need to press ‘Save’</a:t>
            </a:r>
          </a:p>
          <a:p>
            <a:pPr marL="182880" lvl="0" indent="-182880" defTabSz="533400">
              <a:lnSpc>
                <a:spcPts val="1500"/>
              </a:lnSpc>
              <a:spcBef>
                <a:spcPts val="1200"/>
              </a:spcBef>
              <a:buClr>
                <a:schemeClr val="tx1"/>
              </a:buClr>
              <a:buFont typeface="Courier New" panose="02070309020205020404" pitchFamily="49" charset="0"/>
              <a:buChar char="o"/>
            </a:pPr>
            <a:r>
              <a:rPr lang="en-US" sz="1400" dirty="0">
                <a:solidFill>
                  <a:schemeClr val="accent1">
                    <a:lumMod val="50000"/>
                  </a:schemeClr>
                </a:solidFill>
                <a:latin typeface="Arial" panose="020B0604020202020204" pitchFamily="34" charset="0"/>
                <a:cs typeface="Arial" panose="020B0604020202020204" pitchFamily="34" charset="0"/>
              </a:rPr>
              <a:t>Save to store changes </a:t>
            </a:r>
          </a:p>
          <a:p>
            <a:pPr marL="182880" lvl="0" indent="-182880" defTabSz="533400">
              <a:lnSpc>
                <a:spcPts val="1500"/>
              </a:lnSpc>
              <a:spcBef>
                <a:spcPts val="1200"/>
              </a:spcBef>
              <a:buClr>
                <a:schemeClr val="tx1"/>
              </a:buClr>
              <a:buFont typeface="Courier New" panose="02070309020205020404" pitchFamily="49" charset="0"/>
              <a:buChar char="o"/>
            </a:pPr>
            <a:r>
              <a:rPr lang="en-US" sz="1400" dirty="0">
                <a:solidFill>
                  <a:schemeClr val="accent1">
                    <a:lumMod val="50000"/>
                  </a:schemeClr>
                </a:solidFill>
                <a:latin typeface="Arial" panose="020B0604020202020204" pitchFamily="34" charset="0"/>
                <a:cs typeface="Arial" panose="020B0604020202020204" pitchFamily="34" charset="0"/>
              </a:rPr>
              <a:t>Fullscreen – get more data window space by hiding </a:t>
            </a:r>
            <a:r>
              <a:rPr lang="en-US" sz="1400" dirty="0" err="1">
                <a:solidFill>
                  <a:schemeClr val="accent1">
                    <a:lumMod val="50000"/>
                  </a:schemeClr>
                </a:solidFill>
                <a:latin typeface="Arial" panose="020B0604020202020204" pitchFamily="34" charset="0"/>
                <a:cs typeface="Arial" panose="020B0604020202020204" pitchFamily="34" charset="0"/>
              </a:rPr>
              <a:t>treeview</a:t>
            </a:r>
            <a:r>
              <a:rPr lang="en-US" sz="1400" dirty="0">
                <a:solidFill>
                  <a:schemeClr val="accent1">
                    <a:lumMod val="50000"/>
                  </a:schemeClr>
                </a:solidFill>
                <a:latin typeface="Arial" panose="020B0604020202020204" pitchFamily="34" charset="0"/>
                <a:cs typeface="Arial" panose="020B0604020202020204" pitchFamily="34" charset="0"/>
              </a:rPr>
              <a:t> and status area</a:t>
            </a:r>
          </a:p>
          <a:p>
            <a:pPr marL="182880" lvl="0" indent="-182880" defTabSz="533400">
              <a:lnSpc>
                <a:spcPts val="1500"/>
              </a:lnSpc>
              <a:spcBef>
                <a:spcPts val="1200"/>
              </a:spcBef>
              <a:buClr>
                <a:schemeClr val="tx1"/>
              </a:buClr>
              <a:buFont typeface="Courier New" panose="02070309020205020404" pitchFamily="49" charset="0"/>
              <a:buChar char="o"/>
            </a:pPr>
            <a:r>
              <a:rPr lang="en-US" sz="1400" dirty="0">
                <a:solidFill>
                  <a:schemeClr val="accent1">
                    <a:lumMod val="50000"/>
                  </a:schemeClr>
                </a:solidFill>
                <a:latin typeface="Arial"/>
                <a:cs typeface="Arial"/>
              </a:rPr>
              <a:t>Add to Favorites will copy the active menu item to Favorites</a:t>
            </a:r>
          </a:p>
          <a:p>
            <a:pPr lvl="0" defTabSz="533400">
              <a:lnSpc>
                <a:spcPts val="1500"/>
              </a:lnSpc>
              <a:spcBef>
                <a:spcPts val="1200"/>
              </a:spcBef>
              <a:buClr>
                <a:schemeClr val="tx1"/>
              </a:buClr>
            </a:pPr>
            <a:endParaRPr lang="en-US" sz="1400" dirty="0">
              <a:solidFill>
                <a:schemeClr val="accent1">
                  <a:lumMod val="50000"/>
                </a:schemeClr>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0029A322-F455-4786-9047-080F61F8713A}"/>
              </a:ext>
            </a:extLst>
          </p:cNvPr>
          <p:cNvPicPr>
            <a:picLocks noChangeAspect="1"/>
          </p:cNvPicPr>
          <p:nvPr/>
        </p:nvPicPr>
        <p:blipFill>
          <a:blip r:embed="rId4"/>
          <a:stretch>
            <a:fillRect/>
          </a:stretch>
        </p:blipFill>
        <p:spPr>
          <a:xfrm>
            <a:off x="3829751" y="451597"/>
            <a:ext cx="3139712" cy="341406"/>
          </a:xfrm>
          <a:prstGeom prst="rect">
            <a:avLst/>
          </a:prstGeom>
        </p:spPr>
      </p:pic>
      <p:pic>
        <p:nvPicPr>
          <p:cNvPr id="7" name="Picture 6">
            <a:extLst>
              <a:ext uri="{FF2B5EF4-FFF2-40B4-BE49-F238E27FC236}">
                <a16:creationId xmlns:a16="http://schemas.microsoft.com/office/drawing/2014/main" id="{0A9132E3-7316-474C-ACA8-FB9F54FCCEC5}"/>
              </a:ext>
            </a:extLst>
          </p:cNvPr>
          <p:cNvPicPr>
            <a:picLocks noChangeAspect="1"/>
          </p:cNvPicPr>
          <p:nvPr/>
        </p:nvPicPr>
        <p:blipFill>
          <a:blip r:embed="rId5"/>
          <a:srcRect/>
          <a:stretch/>
        </p:blipFill>
        <p:spPr>
          <a:xfrm>
            <a:off x="128338" y="40902"/>
            <a:ext cx="802314" cy="257919"/>
          </a:xfrm>
          <a:prstGeom prst="rect">
            <a:avLst/>
          </a:prstGeom>
        </p:spPr>
      </p:pic>
    </p:spTree>
    <p:extLst>
      <p:ext uri="{BB962C8B-B14F-4D97-AF65-F5344CB8AC3E}">
        <p14:creationId xmlns:p14="http://schemas.microsoft.com/office/powerpoint/2010/main" val="156755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descr="A sunset over a body of water&#10;&#10;Description automatically generated">
            <a:extLst>
              <a:ext uri="{FF2B5EF4-FFF2-40B4-BE49-F238E27FC236}">
                <a16:creationId xmlns:a16="http://schemas.microsoft.com/office/drawing/2014/main" id="{E232F261-EDE9-475E-9DE9-0C84EF624FB0}"/>
              </a:ext>
            </a:extLst>
          </p:cNvPr>
          <p:cNvPicPr>
            <a:picLocks noChangeAspect="1"/>
          </p:cNvPicPr>
          <p:nvPr/>
        </p:nvPicPr>
        <p:blipFill>
          <a:blip r:embed="rId2"/>
          <a:stretch>
            <a:fillRect/>
          </a:stretch>
        </p:blipFill>
        <p:spPr>
          <a:xfrm>
            <a:off x="0" y="-21622"/>
            <a:ext cx="9144000" cy="342900"/>
          </a:xfrm>
          <a:prstGeom prst="rect">
            <a:avLst/>
          </a:prstGeom>
        </p:spPr>
      </p:pic>
      <p:sp>
        <p:nvSpPr>
          <p:cNvPr id="15" name="Rectangle 6">
            <a:extLst>
              <a:ext uri="{FF2B5EF4-FFF2-40B4-BE49-F238E27FC236}">
                <a16:creationId xmlns:a16="http://schemas.microsoft.com/office/drawing/2014/main" id="{19D5CC11-1DAC-4183-8D9E-0E011727B4DC}"/>
              </a:ext>
            </a:extLst>
          </p:cNvPr>
          <p:cNvSpPr/>
          <p:nvPr/>
        </p:nvSpPr>
        <p:spPr bwMode="auto">
          <a:xfrm>
            <a:off x="420145" y="2214604"/>
            <a:ext cx="8019450" cy="2716121"/>
          </a:xfrm>
          <a:prstGeom prst="rect">
            <a:avLst/>
          </a:prstGeom>
          <a:solidFill>
            <a:srgbClr val="F2F2F2"/>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prstTxWarp prst="textNoShape">
              <a:avLst/>
            </a:prstTxWarp>
          </a:bodyPr>
          <a:lstStyle/>
          <a:p>
            <a:pPr algn="ctr" defTabSz="514350" fontAlgn="base">
              <a:spcBef>
                <a:spcPct val="0"/>
              </a:spcBef>
              <a:spcAft>
                <a:spcPct val="0"/>
              </a:spcAft>
              <a:defRPr/>
            </a:pPr>
            <a:endParaRPr lang="en-US" sz="900" b="1">
              <a:solidFill>
                <a:srgbClr val="FFFFFF"/>
              </a:solidFill>
              <a:latin typeface="Arial" panose="020B0604020202020204" pitchFamily="34" charset="0"/>
              <a:ea typeface="Meiryo UI"/>
              <a:cs typeface="Arial" panose="020B0604020202020204" pitchFamily="34" charset="0"/>
            </a:endParaRPr>
          </a:p>
        </p:txBody>
      </p:sp>
      <p:grpSp>
        <p:nvGrpSpPr>
          <p:cNvPr id="2" name="Group 1">
            <a:extLst>
              <a:ext uri="{FF2B5EF4-FFF2-40B4-BE49-F238E27FC236}">
                <a16:creationId xmlns:a16="http://schemas.microsoft.com/office/drawing/2014/main" id="{86635750-6D21-4E7A-BDCE-049E47CF889D}"/>
              </a:ext>
            </a:extLst>
          </p:cNvPr>
          <p:cNvGrpSpPr/>
          <p:nvPr/>
        </p:nvGrpSpPr>
        <p:grpSpPr>
          <a:xfrm>
            <a:off x="420145" y="1081303"/>
            <a:ext cx="8019450" cy="1027688"/>
            <a:chOff x="1804784" y="2039383"/>
            <a:chExt cx="5527171" cy="2660815"/>
          </a:xfrm>
        </p:grpSpPr>
        <p:sp>
          <p:nvSpPr>
            <p:cNvPr id="53" name="Rectangle 6">
              <a:extLst>
                <a:ext uri="{FF2B5EF4-FFF2-40B4-BE49-F238E27FC236}">
                  <a16:creationId xmlns:a16="http://schemas.microsoft.com/office/drawing/2014/main" id="{87F16361-6B3C-40DA-AC95-9D92A3F5D793}"/>
                </a:ext>
              </a:extLst>
            </p:cNvPr>
            <p:cNvSpPr/>
            <p:nvPr/>
          </p:nvSpPr>
          <p:spPr bwMode="auto">
            <a:xfrm>
              <a:off x="1804784" y="2039383"/>
              <a:ext cx="5527171" cy="2660815"/>
            </a:xfrm>
            <a:prstGeom prst="rect">
              <a:avLst/>
            </a:prstGeom>
            <a:solidFill>
              <a:srgbClr val="F2F2F2"/>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prstTxWarp prst="textNoShape">
                <a:avLst/>
              </a:prstTxWarp>
            </a:bodyPr>
            <a:lstStyle/>
            <a:p>
              <a:pPr algn="ctr" defTabSz="514350" fontAlgn="base">
                <a:spcBef>
                  <a:spcPct val="0"/>
                </a:spcBef>
                <a:spcAft>
                  <a:spcPct val="0"/>
                </a:spcAft>
                <a:defRPr/>
              </a:pPr>
              <a:endParaRPr lang="en-US" sz="900" b="1">
                <a:solidFill>
                  <a:srgbClr val="FFFFFF"/>
                </a:solidFill>
                <a:latin typeface="Arial" panose="020B0604020202020204" pitchFamily="34" charset="0"/>
                <a:ea typeface="Meiryo UI"/>
                <a:cs typeface="Arial" panose="020B0604020202020204" pitchFamily="34" charset="0"/>
              </a:endParaRPr>
            </a:p>
          </p:txBody>
        </p:sp>
        <p:sp>
          <p:nvSpPr>
            <p:cNvPr id="3" name="Rectangle 2">
              <a:extLst>
                <a:ext uri="{FF2B5EF4-FFF2-40B4-BE49-F238E27FC236}">
                  <a16:creationId xmlns:a16="http://schemas.microsoft.com/office/drawing/2014/main" id="{8B6170DC-409F-4BAA-B6DB-2950C2A86312}"/>
                </a:ext>
              </a:extLst>
            </p:cNvPr>
            <p:cNvSpPr/>
            <p:nvPr/>
          </p:nvSpPr>
          <p:spPr>
            <a:xfrm>
              <a:off x="1879599" y="2256041"/>
              <a:ext cx="5384800" cy="2211070"/>
            </a:xfrm>
            <a:prstGeom prst="rect">
              <a:avLst/>
            </a:prstGeom>
            <a:solidFill>
              <a:schemeClr val="bg2"/>
            </a:solid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420145" y="580338"/>
            <a:ext cx="5966587" cy="408733"/>
          </a:xfrm>
        </p:spPr>
        <p:txBody>
          <a:bodyPr/>
          <a:lstStyle/>
          <a:p>
            <a:r>
              <a:rPr lang="en-US" altLang="en-US" sz="2800" dirty="0"/>
              <a:t>Navigator</a:t>
            </a:r>
            <a:br>
              <a:rPr lang="en-US" altLang="en-US" sz="2800" dirty="0"/>
            </a:br>
            <a:endParaRPr lang="en-US" altLang="en-US" sz="2800" dirty="0"/>
          </a:p>
        </p:txBody>
      </p:sp>
      <p:sp>
        <p:nvSpPr>
          <p:cNvPr id="17" name="TextBox 16">
            <a:extLst>
              <a:ext uri="{FF2B5EF4-FFF2-40B4-BE49-F238E27FC236}">
                <a16:creationId xmlns:a16="http://schemas.microsoft.com/office/drawing/2014/main" id="{0A0A2C61-F3A2-4DB8-856B-EB71D00B9157}"/>
              </a:ext>
            </a:extLst>
          </p:cNvPr>
          <p:cNvSpPr txBox="1"/>
          <p:nvPr/>
        </p:nvSpPr>
        <p:spPr>
          <a:xfrm>
            <a:off x="651556" y="2386848"/>
            <a:ext cx="699995" cy="262946"/>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600"/>
              </a:lnSpc>
              <a:spcBef>
                <a:spcPts val="1200"/>
              </a:spcBef>
              <a:buClr>
                <a:srgbClr val="63ABD9"/>
              </a:buClr>
            </a:pPr>
            <a:r>
              <a:rPr lang="en-US" sz="1400" b="1" dirty="0">
                <a:solidFill>
                  <a:schemeClr val="accent1">
                    <a:lumMod val="50000"/>
                  </a:schemeClr>
                </a:solidFill>
                <a:latin typeface="Arial" panose="020B0604020202020204" pitchFamily="34" charset="0"/>
                <a:cs typeface="Arial" panose="020B0604020202020204" pitchFamily="34" charset="0"/>
              </a:rPr>
              <a:t>Filter </a:t>
            </a:r>
          </a:p>
        </p:txBody>
      </p:sp>
      <p:sp>
        <p:nvSpPr>
          <p:cNvPr id="14" name="TextBox 13">
            <a:extLst>
              <a:ext uri="{FF2B5EF4-FFF2-40B4-BE49-F238E27FC236}">
                <a16:creationId xmlns:a16="http://schemas.microsoft.com/office/drawing/2014/main" id="{EBD666FD-DBD8-4FB4-8EB0-1D4FB467F80D}"/>
              </a:ext>
            </a:extLst>
          </p:cNvPr>
          <p:cNvSpPr txBox="1"/>
          <p:nvPr/>
        </p:nvSpPr>
        <p:spPr>
          <a:xfrm>
            <a:off x="2207922" y="2378521"/>
            <a:ext cx="5991078" cy="418862"/>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dirty="0">
                <a:solidFill>
                  <a:schemeClr val="accent1">
                    <a:lumMod val="50000"/>
                  </a:schemeClr>
                </a:solidFill>
                <a:latin typeface="Arial" panose="020B0604020202020204" pitchFamily="34" charset="0"/>
                <a:cs typeface="Arial" panose="020B0604020202020204" pitchFamily="34" charset="0"/>
              </a:rPr>
              <a:t>In the navigator we filter what data we will read from the database</a:t>
            </a:r>
          </a:p>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dirty="0">
                <a:solidFill>
                  <a:schemeClr val="accent1">
                    <a:lumMod val="50000"/>
                  </a:schemeClr>
                </a:solidFill>
                <a:latin typeface="Arial" panose="020B0604020202020204" pitchFamily="34" charset="0"/>
                <a:cs typeface="Arial" panose="020B0604020202020204" pitchFamily="34" charset="0"/>
              </a:rPr>
              <a:t>Navigator dropdowns will only list items that are configured for the screen in question</a:t>
            </a:r>
          </a:p>
        </p:txBody>
      </p:sp>
      <p:cxnSp>
        <p:nvCxnSpPr>
          <p:cNvPr id="6" name="Straight Connector 5">
            <a:extLst>
              <a:ext uri="{FF2B5EF4-FFF2-40B4-BE49-F238E27FC236}">
                <a16:creationId xmlns:a16="http://schemas.microsoft.com/office/drawing/2014/main" id="{CC79EEFD-9C83-4EA5-BA47-F2E42FCCB7C5}"/>
              </a:ext>
            </a:extLst>
          </p:cNvPr>
          <p:cNvCxnSpPr/>
          <p:nvPr/>
        </p:nvCxnSpPr>
        <p:spPr>
          <a:xfrm>
            <a:off x="528695" y="2831122"/>
            <a:ext cx="7672770"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F1F75C6-4F15-4F74-A6BC-ED9CCDD19B6B}"/>
              </a:ext>
            </a:extLst>
          </p:cNvPr>
          <p:cNvSpPr txBox="1"/>
          <p:nvPr/>
        </p:nvSpPr>
        <p:spPr>
          <a:xfrm>
            <a:off x="651556" y="2923509"/>
            <a:ext cx="1381226" cy="262946"/>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600"/>
              </a:lnSpc>
              <a:spcBef>
                <a:spcPts val="1200"/>
              </a:spcBef>
              <a:buClr>
                <a:srgbClr val="63ABD9"/>
              </a:buClr>
            </a:pPr>
            <a:r>
              <a:rPr lang="en-US" sz="1400" b="1" dirty="0">
                <a:solidFill>
                  <a:schemeClr val="accent1">
                    <a:lumMod val="50000"/>
                  </a:schemeClr>
                </a:solidFill>
                <a:latin typeface="Arial" panose="020B0604020202020204" pitchFamily="34" charset="0"/>
                <a:cs typeface="Arial" panose="020B0604020202020204" pitchFamily="34" charset="0"/>
              </a:rPr>
              <a:t>Default Settings</a:t>
            </a:r>
          </a:p>
        </p:txBody>
      </p:sp>
      <p:sp>
        <p:nvSpPr>
          <p:cNvPr id="18" name="TextBox 17">
            <a:extLst>
              <a:ext uri="{FF2B5EF4-FFF2-40B4-BE49-F238E27FC236}">
                <a16:creationId xmlns:a16="http://schemas.microsoft.com/office/drawing/2014/main" id="{82F8F643-91AA-4A65-845B-41E330B294A5}"/>
              </a:ext>
            </a:extLst>
          </p:cNvPr>
          <p:cNvSpPr txBox="1"/>
          <p:nvPr/>
        </p:nvSpPr>
        <p:spPr>
          <a:xfrm>
            <a:off x="2207922" y="2923509"/>
            <a:ext cx="5991078" cy="26294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dirty="0">
                <a:solidFill>
                  <a:schemeClr val="accent1">
                    <a:lumMod val="50000"/>
                  </a:schemeClr>
                </a:solidFill>
                <a:latin typeface="Arial" panose="020B0604020202020204" pitchFamily="34" charset="0"/>
                <a:cs typeface="Arial" panose="020B0604020202020204" pitchFamily="34" charset="0"/>
              </a:rPr>
              <a:t>Navigator has default settings for users or user groups</a:t>
            </a:r>
          </a:p>
        </p:txBody>
      </p:sp>
      <p:cxnSp>
        <p:nvCxnSpPr>
          <p:cNvPr id="19" name="Straight Connector 18">
            <a:extLst>
              <a:ext uri="{FF2B5EF4-FFF2-40B4-BE49-F238E27FC236}">
                <a16:creationId xmlns:a16="http://schemas.microsoft.com/office/drawing/2014/main" id="{1B1F3404-FF7A-4521-A9EE-11CAE0C59AF5}"/>
              </a:ext>
            </a:extLst>
          </p:cNvPr>
          <p:cNvCxnSpPr/>
          <p:nvPr/>
        </p:nvCxnSpPr>
        <p:spPr>
          <a:xfrm>
            <a:off x="528695" y="3271953"/>
            <a:ext cx="7672770"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9B8999A-A4A5-48B0-8F00-4DC107299C0B}"/>
              </a:ext>
            </a:extLst>
          </p:cNvPr>
          <p:cNvSpPr txBox="1"/>
          <p:nvPr/>
        </p:nvSpPr>
        <p:spPr>
          <a:xfrm>
            <a:off x="651556" y="3383276"/>
            <a:ext cx="699995" cy="262946"/>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600"/>
              </a:lnSpc>
              <a:spcBef>
                <a:spcPts val="1200"/>
              </a:spcBef>
              <a:buClr>
                <a:srgbClr val="63ABD9"/>
              </a:buClr>
            </a:pPr>
            <a:r>
              <a:rPr lang="en-US" sz="1400" b="1" dirty="0">
                <a:solidFill>
                  <a:schemeClr val="accent1">
                    <a:lumMod val="50000"/>
                  </a:schemeClr>
                </a:solidFill>
                <a:latin typeface="Arial" panose="020B0604020202020204" pitchFamily="34" charset="0"/>
                <a:cs typeface="Arial" panose="020B0604020202020204" pitchFamily="34" charset="0"/>
              </a:rPr>
              <a:t>Memory</a:t>
            </a:r>
          </a:p>
        </p:txBody>
      </p:sp>
      <p:sp>
        <p:nvSpPr>
          <p:cNvPr id="21" name="TextBox 20">
            <a:extLst>
              <a:ext uri="{FF2B5EF4-FFF2-40B4-BE49-F238E27FC236}">
                <a16:creationId xmlns:a16="http://schemas.microsoft.com/office/drawing/2014/main" id="{86E4A23F-A2CB-45B8-B7EE-EE6AC67D8402}"/>
              </a:ext>
            </a:extLst>
          </p:cNvPr>
          <p:cNvSpPr txBox="1"/>
          <p:nvPr/>
        </p:nvSpPr>
        <p:spPr>
          <a:xfrm>
            <a:off x="2207922" y="3383276"/>
            <a:ext cx="5991078" cy="26294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dirty="0">
                <a:solidFill>
                  <a:schemeClr val="accent1">
                    <a:lumMod val="50000"/>
                  </a:schemeClr>
                </a:solidFill>
                <a:latin typeface="Arial" panose="020B0604020202020204" pitchFamily="34" charset="0"/>
                <a:cs typeface="Arial" panose="020B0604020202020204" pitchFamily="34" charset="0"/>
              </a:rPr>
              <a:t>It ‘remembers’ the choices made earlier in the same session</a:t>
            </a:r>
          </a:p>
        </p:txBody>
      </p:sp>
      <p:cxnSp>
        <p:nvCxnSpPr>
          <p:cNvPr id="22" name="Straight Connector 21">
            <a:extLst>
              <a:ext uri="{FF2B5EF4-FFF2-40B4-BE49-F238E27FC236}">
                <a16:creationId xmlns:a16="http://schemas.microsoft.com/office/drawing/2014/main" id="{71B2E878-5F7A-405A-B60E-15E560E75994}"/>
              </a:ext>
            </a:extLst>
          </p:cNvPr>
          <p:cNvCxnSpPr/>
          <p:nvPr/>
        </p:nvCxnSpPr>
        <p:spPr>
          <a:xfrm>
            <a:off x="528695" y="3729153"/>
            <a:ext cx="7672770"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DAEBA2A-1CB9-41DF-8711-5D3809E6B133}"/>
              </a:ext>
            </a:extLst>
          </p:cNvPr>
          <p:cNvSpPr txBox="1"/>
          <p:nvPr/>
        </p:nvSpPr>
        <p:spPr>
          <a:xfrm>
            <a:off x="651556" y="3835483"/>
            <a:ext cx="1324955" cy="262946"/>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600"/>
              </a:lnSpc>
              <a:spcBef>
                <a:spcPts val="1200"/>
              </a:spcBef>
              <a:buClr>
                <a:srgbClr val="63ABD9"/>
              </a:buClr>
            </a:pPr>
            <a:r>
              <a:rPr lang="en-US" sz="1400" b="1" dirty="0">
                <a:solidFill>
                  <a:schemeClr val="accent1">
                    <a:lumMod val="50000"/>
                  </a:schemeClr>
                </a:solidFill>
                <a:latin typeface="Arial" panose="020B0604020202020204" pitchFamily="34" charset="0"/>
                <a:cs typeface="Arial" panose="020B0604020202020204" pitchFamily="34" charset="0"/>
              </a:rPr>
              <a:t>Dependencies</a:t>
            </a:r>
          </a:p>
        </p:txBody>
      </p:sp>
      <p:sp>
        <p:nvSpPr>
          <p:cNvPr id="24" name="TextBox 23">
            <a:extLst>
              <a:ext uri="{FF2B5EF4-FFF2-40B4-BE49-F238E27FC236}">
                <a16:creationId xmlns:a16="http://schemas.microsoft.com/office/drawing/2014/main" id="{72896A33-6FEC-453F-AF8C-5B9F881356FD}"/>
              </a:ext>
            </a:extLst>
          </p:cNvPr>
          <p:cNvSpPr txBox="1"/>
          <p:nvPr/>
        </p:nvSpPr>
        <p:spPr>
          <a:xfrm>
            <a:off x="2207922" y="3835483"/>
            <a:ext cx="5991078" cy="26294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dirty="0">
                <a:solidFill>
                  <a:schemeClr val="accent1">
                    <a:lumMod val="50000"/>
                  </a:schemeClr>
                </a:solidFill>
                <a:latin typeface="Arial" panose="020B0604020202020204" pitchFamily="34" charset="0"/>
                <a:cs typeface="Arial" panose="020B0604020202020204" pitchFamily="34" charset="0"/>
              </a:rPr>
              <a:t>It ‘remembers’ the choices made earlier in the same session</a:t>
            </a:r>
          </a:p>
        </p:txBody>
      </p:sp>
      <p:cxnSp>
        <p:nvCxnSpPr>
          <p:cNvPr id="25" name="Straight Connector 24">
            <a:extLst>
              <a:ext uri="{FF2B5EF4-FFF2-40B4-BE49-F238E27FC236}">
                <a16:creationId xmlns:a16="http://schemas.microsoft.com/office/drawing/2014/main" id="{4DE3E16A-4B6D-4B7C-B49D-0D954F3301BE}"/>
              </a:ext>
            </a:extLst>
          </p:cNvPr>
          <p:cNvCxnSpPr/>
          <p:nvPr/>
        </p:nvCxnSpPr>
        <p:spPr>
          <a:xfrm>
            <a:off x="528695" y="4179319"/>
            <a:ext cx="7672770"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FB1314-1465-4BF6-83A5-527B07C6CBE5}"/>
              </a:ext>
            </a:extLst>
          </p:cNvPr>
          <p:cNvSpPr txBox="1"/>
          <p:nvPr/>
        </p:nvSpPr>
        <p:spPr>
          <a:xfrm>
            <a:off x="871298" y="4261531"/>
            <a:ext cx="1324955" cy="262946"/>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600"/>
              </a:lnSpc>
              <a:spcBef>
                <a:spcPts val="1200"/>
              </a:spcBef>
              <a:buClr>
                <a:srgbClr val="63ABD9"/>
              </a:buClr>
            </a:pPr>
            <a:r>
              <a:rPr lang="en-US" sz="1400" b="1" dirty="0">
                <a:solidFill>
                  <a:schemeClr val="accent1">
                    <a:lumMod val="50000"/>
                  </a:schemeClr>
                </a:solidFill>
                <a:latin typeface="Arial" panose="020B0604020202020204" pitchFamily="34" charset="0"/>
                <a:cs typeface="Arial" panose="020B0604020202020204" pitchFamily="34" charset="0"/>
              </a:rPr>
              <a:t>Go button</a:t>
            </a:r>
          </a:p>
        </p:txBody>
      </p:sp>
      <p:sp>
        <p:nvSpPr>
          <p:cNvPr id="27" name="TextBox 26">
            <a:extLst>
              <a:ext uri="{FF2B5EF4-FFF2-40B4-BE49-F238E27FC236}">
                <a16:creationId xmlns:a16="http://schemas.microsoft.com/office/drawing/2014/main" id="{1A00D5A8-84E9-4C46-B66F-6EAFBB88D0B4}"/>
              </a:ext>
            </a:extLst>
          </p:cNvPr>
          <p:cNvSpPr txBox="1"/>
          <p:nvPr/>
        </p:nvSpPr>
        <p:spPr>
          <a:xfrm>
            <a:off x="2207922" y="4261531"/>
            <a:ext cx="5991078" cy="26294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dirty="0">
                <a:solidFill>
                  <a:schemeClr val="accent1">
                    <a:lumMod val="50000"/>
                  </a:schemeClr>
                </a:solidFill>
                <a:latin typeface="Arial" panose="020B0604020202020204" pitchFamily="34" charset="0"/>
                <a:cs typeface="Arial" panose="020B0604020202020204" pitchFamily="34" charset="0"/>
              </a:rPr>
              <a:t>Hit the ‘&gt;’ button to start the data retrieval. If you change anything in the navigator, this button must be pressed again. Trying to save changes in data that was not refreshed will give an error message and nothing gets saved.</a:t>
            </a:r>
          </a:p>
        </p:txBody>
      </p:sp>
      <p:grpSp>
        <p:nvGrpSpPr>
          <p:cNvPr id="9" name="Group 8">
            <a:extLst>
              <a:ext uri="{FF2B5EF4-FFF2-40B4-BE49-F238E27FC236}">
                <a16:creationId xmlns:a16="http://schemas.microsoft.com/office/drawing/2014/main" id="{AA39DBCB-70FF-4BD8-98EA-5FF44A1EA6BC}"/>
              </a:ext>
            </a:extLst>
          </p:cNvPr>
          <p:cNvGrpSpPr/>
          <p:nvPr/>
        </p:nvGrpSpPr>
        <p:grpSpPr>
          <a:xfrm>
            <a:off x="651556" y="4279377"/>
            <a:ext cx="166705" cy="166705"/>
            <a:chOff x="911860" y="4462780"/>
            <a:chExt cx="166705" cy="166705"/>
          </a:xfrm>
        </p:grpSpPr>
        <p:sp>
          <p:nvSpPr>
            <p:cNvPr id="7" name="Oval 6">
              <a:extLst>
                <a:ext uri="{FF2B5EF4-FFF2-40B4-BE49-F238E27FC236}">
                  <a16:creationId xmlns:a16="http://schemas.microsoft.com/office/drawing/2014/main" id="{6B1A3670-7CC0-4E46-A04F-2DC240A79A3D}"/>
                </a:ext>
              </a:extLst>
            </p:cNvPr>
            <p:cNvSpPr/>
            <p:nvPr/>
          </p:nvSpPr>
          <p:spPr>
            <a:xfrm>
              <a:off x="911860" y="4462780"/>
              <a:ext cx="166705" cy="166705"/>
            </a:xfrm>
            <a:prstGeom prst="ellipse">
              <a:avLst/>
            </a:prstGeom>
            <a:solidFill>
              <a:srgbClr val="8EB2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Chevron 7">
              <a:extLst>
                <a:ext uri="{FF2B5EF4-FFF2-40B4-BE49-F238E27FC236}">
                  <a16:creationId xmlns:a16="http://schemas.microsoft.com/office/drawing/2014/main" id="{12B0D412-2F86-4B1E-B4D0-A559EC1C58E7}"/>
                </a:ext>
              </a:extLst>
            </p:cNvPr>
            <p:cNvSpPr/>
            <p:nvPr/>
          </p:nvSpPr>
          <p:spPr>
            <a:xfrm>
              <a:off x="964897" y="4499769"/>
              <a:ext cx="72061" cy="85311"/>
            </a:xfrm>
            <a:prstGeom prst="chevron">
              <a:avLst>
                <a:gd name="adj" fmla="val 6088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28" name="Picture 27">
            <a:extLst>
              <a:ext uri="{FF2B5EF4-FFF2-40B4-BE49-F238E27FC236}">
                <a16:creationId xmlns:a16="http://schemas.microsoft.com/office/drawing/2014/main" id="{89619AF7-3662-453C-AF7F-23877516B8AC}"/>
              </a:ext>
            </a:extLst>
          </p:cNvPr>
          <p:cNvPicPr>
            <a:picLocks noChangeAspect="1"/>
          </p:cNvPicPr>
          <p:nvPr/>
        </p:nvPicPr>
        <p:blipFill>
          <a:blip r:embed="rId3"/>
          <a:srcRect/>
          <a:stretch/>
        </p:blipFill>
        <p:spPr>
          <a:xfrm>
            <a:off x="128338" y="40902"/>
            <a:ext cx="802314" cy="257919"/>
          </a:xfrm>
          <a:prstGeom prst="rect">
            <a:avLst/>
          </a:prstGeom>
        </p:spPr>
      </p:pic>
      <p:pic>
        <p:nvPicPr>
          <p:cNvPr id="10" name="Picture 9">
            <a:extLst>
              <a:ext uri="{FF2B5EF4-FFF2-40B4-BE49-F238E27FC236}">
                <a16:creationId xmlns:a16="http://schemas.microsoft.com/office/drawing/2014/main" id="{DE1578A3-C4D5-C704-EB85-B385541B6226}"/>
              </a:ext>
            </a:extLst>
          </p:cNvPr>
          <p:cNvPicPr>
            <a:picLocks noChangeAspect="1"/>
          </p:cNvPicPr>
          <p:nvPr/>
        </p:nvPicPr>
        <p:blipFill>
          <a:blip r:embed="rId4"/>
          <a:stretch>
            <a:fillRect/>
          </a:stretch>
        </p:blipFill>
        <p:spPr>
          <a:xfrm>
            <a:off x="704405" y="1371554"/>
            <a:ext cx="7498080" cy="530895"/>
          </a:xfrm>
          <a:prstGeom prst="rect">
            <a:avLst/>
          </a:prstGeom>
        </p:spPr>
      </p:pic>
    </p:spTree>
    <p:extLst>
      <p:ext uri="{BB962C8B-B14F-4D97-AF65-F5344CB8AC3E}">
        <p14:creationId xmlns:p14="http://schemas.microsoft.com/office/powerpoint/2010/main" val="3448732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descr="A sunset over a body of water&#10;&#10;Description automatically generated">
            <a:extLst>
              <a:ext uri="{FF2B5EF4-FFF2-40B4-BE49-F238E27FC236}">
                <a16:creationId xmlns:a16="http://schemas.microsoft.com/office/drawing/2014/main" id="{1C0B1306-7FBF-48A1-9314-4538F6ECCE84}"/>
              </a:ext>
            </a:extLst>
          </p:cNvPr>
          <p:cNvPicPr>
            <a:picLocks noChangeAspect="1"/>
          </p:cNvPicPr>
          <p:nvPr/>
        </p:nvPicPr>
        <p:blipFill>
          <a:blip r:embed="rId3"/>
          <a:stretch>
            <a:fillRect/>
          </a:stretch>
        </p:blipFill>
        <p:spPr>
          <a:xfrm>
            <a:off x="0" y="-21622"/>
            <a:ext cx="9144000" cy="342900"/>
          </a:xfrm>
          <a:prstGeom prst="rect">
            <a:avLst/>
          </a:prstGeom>
        </p:spPr>
      </p:pic>
      <p:grpSp>
        <p:nvGrpSpPr>
          <p:cNvPr id="2" name="Group 1">
            <a:extLst>
              <a:ext uri="{FF2B5EF4-FFF2-40B4-BE49-F238E27FC236}">
                <a16:creationId xmlns:a16="http://schemas.microsoft.com/office/drawing/2014/main" id="{86635750-6D21-4E7A-BDCE-049E47CF889D}"/>
              </a:ext>
            </a:extLst>
          </p:cNvPr>
          <p:cNvGrpSpPr/>
          <p:nvPr/>
        </p:nvGrpSpPr>
        <p:grpSpPr>
          <a:xfrm>
            <a:off x="420145" y="1081303"/>
            <a:ext cx="8019450" cy="1027688"/>
            <a:chOff x="1804784" y="2039383"/>
            <a:chExt cx="5527171" cy="2660815"/>
          </a:xfrm>
        </p:grpSpPr>
        <p:sp>
          <p:nvSpPr>
            <p:cNvPr id="53" name="Rectangle 6">
              <a:extLst>
                <a:ext uri="{FF2B5EF4-FFF2-40B4-BE49-F238E27FC236}">
                  <a16:creationId xmlns:a16="http://schemas.microsoft.com/office/drawing/2014/main" id="{87F16361-6B3C-40DA-AC95-9D92A3F5D793}"/>
                </a:ext>
              </a:extLst>
            </p:cNvPr>
            <p:cNvSpPr/>
            <p:nvPr/>
          </p:nvSpPr>
          <p:spPr bwMode="auto">
            <a:xfrm>
              <a:off x="1804784" y="2039383"/>
              <a:ext cx="5527171" cy="2660815"/>
            </a:xfrm>
            <a:prstGeom prst="rect">
              <a:avLst/>
            </a:prstGeom>
            <a:solidFill>
              <a:srgbClr val="F2F2F2"/>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prstTxWarp prst="textNoShape">
                <a:avLst/>
              </a:prstTxWarp>
            </a:bodyPr>
            <a:lstStyle/>
            <a:p>
              <a:pPr algn="ctr" defTabSz="514350" fontAlgn="base">
                <a:spcBef>
                  <a:spcPct val="0"/>
                </a:spcBef>
                <a:spcAft>
                  <a:spcPct val="0"/>
                </a:spcAft>
                <a:defRPr/>
              </a:pPr>
              <a:endParaRPr lang="en-US" sz="900" b="1">
                <a:solidFill>
                  <a:srgbClr val="FFFFFF"/>
                </a:solidFill>
                <a:latin typeface="Arial" panose="020B0604020202020204" pitchFamily="34" charset="0"/>
                <a:ea typeface="Meiryo UI"/>
                <a:cs typeface="Arial" panose="020B0604020202020204" pitchFamily="34" charset="0"/>
              </a:endParaRPr>
            </a:p>
          </p:txBody>
        </p:sp>
        <p:sp>
          <p:nvSpPr>
            <p:cNvPr id="3" name="Rectangle 2">
              <a:extLst>
                <a:ext uri="{FF2B5EF4-FFF2-40B4-BE49-F238E27FC236}">
                  <a16:creationId xmlns:a16="http://schemas.microsoft.com/office/drawing/2014/main" id="{8B6170DC-409F-4BAA-B6DB-2950C2A86312}"/>
                </a:ext>
              </a:extLst>
            </p:cNvPr>
            <p:cNvSpPr/>
            <p:nvPr/>
          </p:nvSpPr>
          <p:spPr>
            <a:xfrm>
              <a:off x="1879599" y="2256041"/>
              <a:ext cx="5384800" cy="2211070"/>
            </a:xfrm>
            <a:prstGeom prst="rect">
              <a:avLst/>
            </a:prstGeom>
            <a:solidFill>
              <a:schemeClr val="bg2"/>
            </a:solid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420145" y="580338"/>
            <a:ext cx="5966587" cy="408733"/>
          </a:xfrm>
        </p:spPr>
        <p:txBody>
          <a:bodyPr/>
          <a:lstStyle/>
          <a:p>
            <a:r>
              <a:rPr lang="en-US" altLang="en-US" sz="2800"/>
              <a:t>Status Area</a:t>
            </a:r>
          </a:p>
        </p:txBody>
      </p:sp>
      <p:sp>
        <p:nvSpPr>
          <p:cNvPr id="14" name="TextBox 13">
            <a:extLst>
              <a:ext uri="{FF2B5EF4-FFF2-40B4-BE49-F238E27FC236}">
                <a16:creationId xmlns:a16="http://schemas.microsoft.com/office/drawing/2014/main" id="{EBD666FD-DBD8-4FB4-8EB0-1D4FB467F80D}"/>
              </a:ext>
            </a:extLst>
          </p:cNvPr>
          <p:cNvSpPr txBox="1"/>
          <p:nvPr/>
        </p:nvSpPr>
        <p:spPr>
          <a:xfrm>
            <a:off x="528695" y="2251911"/>
            <a:ext cx="7910900" cy="2622544"/>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300"/>
              </a:lnSpc>
              <a:spcBef>
                <a:spcPts val="400"/>
              </a:spcBef>
              <a:buClr>
                <a:schemeClr val="accent1">
                  <a:lumMod val="50000"/>
                </a:schemeClr>
              </a:buClr>
            </a:pPr>
            <a:r>
              <a:rPr lang="en-US" sz="1200" b="1">
                <a:solidFill>
                  <a:schemeClr val="accent1">
                    <a:lumMod val="50000"/>
                  </a:schemeClr>
                </a:solidFill>
                <a:latin typeface="Arial" panose="020B0604020202020204" pitchFamily="34" charset="0"/>
                <a:cs typeface="Arial" panose="020B0604020202020204" pitchFamily="34" charset="0"/>
              </a:rPr>
              <a:t>Record Status</a:t>
            </a:r>
          </a:p>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a:solidFill>
                  <a:schemeClr val="accent1">
                    <a:lumMod val="50000"/>
                  </a:schemeClr>
                </a:solidFill>
                <a:latin typeface="Arial" panose="020B0604020202020204" pitchFamily="34" charset="0"/>
                <a:cs typeface="Arial" panose="020B0604020202020204" pitchFamily="34" charset="0"/>
              </a:rPr>
              <a:t>tells who created this record, when it was created and info about updates and revisions.</a:t>
            </a:r>
          </a:p>
          <a:p>
            <a:pPr lvl="0" defTabSz="533400">
              <a:lnSpc>
                <a:spcPts val="1300"/>
              </a:lnSpc>
              <a:spcBef>
                <a:spcPts val="600"/>
              </a:spcBef>
              <a:buClr>
                <a:schemeClr val="accent1">
                  <a:lumMod val="50000"/>
                </a:schemeClr>
              </a:buClr>
            </a:pPr>
            <a:r>
              <a:rPr lang="en-US" sz="1200" b="1">
                <a:solidFill>
                  <a:schemeClr val="accent1">
                    <a:lumMod val="50000"/>
                  </a:schemeClr>
                </a:solidFill>
                <a:latin typeface="Arial" panose="020B0604020202020204" pitchFamily="34" charset="0"/>
                <a:cs typeface="Arial" panose="020B0604020202020204" pitchFamily="34" charset="0"/>
              </a:rPr>
              <a:t>Revision Info</a:t>
            </a:r>
          </a:p>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a:solidFill>
                  <a:schemeClr val="accent1">
                    <a:lumMod val="50000"/>
                  </a:schemeClr>
                </a:solidFill>
                <a:latin typeface="Arial" panose="020B0604020202020204" pitchFamily="34" charset="0"/>
                <a:cs typeface="Arial" panose="020B0604020202020204" pitchFamily="34" charset="0"/>
              </a:rPr>
              <a:t>shows all previous revisions from the journal files.</a:t>
            </a:r>
          </a:p>
          <a:p>
            <a:pPr lvl="0" defTabSz="533400">
              <a:lnSpc>
                <a:spcPts val="1300"/>
              </a:lnSpc>
              <a:spcBef>
                <a:spcPts val="600"/>
              </a:spcBef>
              <a:buClr>
                <a:schemeClr val="accent1">
                  <a:lumMod val="50000"/>
                </a:schemeClr>
              </a:buClr>
            </a:pPr>
            <a:r>
              <a:rPr lang="en-US" sz="1200" b="1">
                <a:solidFill>
                  <a:schemeClr val="accent1">
                    <a:lumMod val="50000"/>
                  </a:schemeClr>
                </a:solidFill>
                <a:latin typeface="Arial" panose="020B0604020202020204" pitchFamily="34" charset="0"/>
                <a:cs typeface="Arial" panose="020B0604020202020204" pitchFamily="34" charset="0"/>
              </a:rPr>
              <a:t>Approval Status</a:t>
            </a:r>
          </a:p>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a:solidFill>
                  <a:schemeClr val="accent1">
                    <a:lumMod val="50000"/>
                  </a:schemeClr>
                </a:solidFill>
                <a:latin typeface="Arial" panose="020B0604020202020204" pitchFamily="34" charset="0"/>
                <a:cs typeface="Arial" panose="020B0604020202020204" pitchFamily="34" charset="0"/>
              </a:rPr>
              <a:t>Is used for approval of specific data records according to configuration.</a:t>
            </a:r>
          </a:p>
          <a:p>
            <a:pPr lvl="0" defTabSz="533400">
              <a:lnSpc>
                <a:spcPts val="1300"/>
              </a:lnSpc>
              <a:spcBef>
                <a:spcPts val="600"/>
              </a:spcBef>
              <a:buClr>
                <a:schemeClr val="accent1">
                  <a:lumMod val="50000"/>
                </a:schemeClr>
              </a:buClr>
            </a:pPr>
            <a:r>
              <a:rPr lang="en-US" sz="1200" b="1">
                <a:solidFill>
                  <a:schemeClr val="accent1">
                    <a:lumMod val="50000"/>
                  </a:schemeClr>
                </a:solidFill>
                <a:latin typeface="Arial" panose="020B0604020202020204" pitchFamily="34" charset="0"/>
                <a:cs typeface="Arial" panose="020B0604020202020204" pitchFamily="34" charset="0"/>
              </a:rPr>
              <a:t>Hints &amp;Tips</a:t>
            </a:r>
          </a:p>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a:solidFill>
                  <a:schemeClr val="accent1">
                    <a:lumMod val="50000"/>
                  </a:schemeClr>
                </a:solidFill>
                <a:latin typeface="Arial" panose="020B0604020202020204" pitchFamily="34" charset="0"/>
                <a:cs typeface="Arial" panose="020B0604020202020204" pitchFamily="34" charset="0"/>
              </a:rPr>
              <a:t>is a blank field for users to write what they may find appropriate.</a:t>
            </a:r>
          </a:p>
          <a:p>
            <a:pPr lvl="0" defTabSz="533400">
              <a:lnSpc>
                <a:spcPts val="1300"/>
              </a:lnSpc>
              <a:spcBef>
                <a:spcPts val="600"/>
              </a:spcBef>
              <a:buClr>
                <a:schemeClr val="accent1">
                  <a:lumMod val="50000"/>
                </a:schemeClr>
              </a:buClr>
            </a:pPr>
            <a:r>
              <a:rPr lang="en-US" sz="1200" b="1">
                <a:solidFill>
                  <a:schemeClr val="accent1">
                    <a:lumMod val="50000"/>
                  </a:schemeClr>
                </a:solidFill>
                <a:latin typeface="Arial" panose="020B0604020202020204" pitchFamily="34" charset="0"/>
                <a:cs typeface="Arial" panose="020B0604020202020204" pitchFamily="34" charset="0"/>
              </a:rPr>
              <a:t>Validation</a:t>
            </a:r>
          </a:p>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a:solidFill>
                  <a:schemeClr val="accent1">
                    <a:lumMod val="50000"/>
                  </a:schemeClr>
                </a:solidFill>
                <a:latin typeface="Arial" panose="020B0604020202020204" pitchFamily="34" charset="0"/>
                <a:cs typeface="Arial" panose="020B0604020202020204" pitchFamily="34" charset="0"/>
              </a:rPr>
              <a:t>is for the execution of defined validation rules.</a:t>
            </a:r>
          </a:p>
          <a:p>
            <a:pPr lvl="0" defTabSz="533400">
              <a:lnSpc>
                <a:spcPts val="1300"/>
              </a:lnSpc>
              <a:spcBef>
                <a:spcPts val="600"/>
              </a:spcBef>
              <a:buClr>
                <a:schemeClr val="accent1">
                  <a:lumMod val="50000"/>
                </a:schemeClr>
              </a:buClr>
            </a:pPr>
            <a:r>
              <a:rPr lang="en-US" sz="1200" b="1">
                <a:solidFill>
                  <a:schemeClr val="accent1">
                    <a:lumMod val="50000"/>
                  </a:schemeClr>
                </a:solidFill>
                <a:latin typeface="Arial" panose="020B0604020202020204" pitchFamily="34" charset="0"/>
                <a:cs typeface="Arial" panose="020B0604020202020204" pitchFamily="34" charset="0"/>
              </a:rPr>
              <a:t>Trending</a:t>
            </a:r>
          </a:p>
          <a:p>
            <a:pPr marL="171450" lvl="0" indent="-171450" defTabSz="533400">
              <a:lnSpc>
                <a:spcPts val="1300"/>
              </a:lnSpc>
              <a:spcBef>
                <a:spcPts val="400"/>
              </a:spcBef>
              <a:buClr>
                <a:schemeClr val="accent1">
                  <a:lumMod val="50000"/>
                </a:schemeClr>
              </a:buClr>
              <a:buFont typeface="Courier New" panose="02070309020205020404" pitchFamily="49" charset="0"/>
              <a:buChar char="o"/>
            </a:pPr>
            <a:r>
              <a:rPr lang="en-US" sz="1200">
                <a:solidFill>
                  <a:schemeClr val="accent1">
                    <a:lumMod val="50000"/>
                  </a:schemeClr>
                </a:solidFill>
                <a:latin typeface="Arial" panose="020B0604020202020204" pitchFamily="34" charset="0"/>
                <a:cs typeface="Arial" panose="020B0604020202020204" pitchFamily="34" charset="0"/>
              </a:rPr>
              <a:t>can be used to draw a graph or get a pdf report with selected data trended.</a:t>
            </a:r>
          </a:p>
          <a:p>
            <a:pPr lvl="0" defTabSz="533400">
              <a:lnSpc>
                <a:spcPts val="1300"/>
              </a:lnSpc>
              <a:spcBef>
                <a:spcPts val="400"/>
              </a:spcBef>
              <a:buClr>
                <a:schemeClr val="accent1">
                  <a:lumMod val="50000"/>
                </a:schemeClr>
              </a:buClr>
            </a:pPr>
            <a:endParaRPr lang="en-US" sz="1200" b="1">
              <a:solidFill>
                <a:schemeClr val="accent1">
                  <a:lumMod val="50000"/>
                </a:schemeClr>
              </a:solidFill>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05940DEF-669A-4F7F-B78F-8EA10AE560DA}"/>
              </a:ext>
            </a:extLst>
          </p:cNvPr>
          <p:cNvPicPr>
            <a:picLocks noChangeAspect="1"/>
          </p:cNvPicPr>
          <p:nvPr/>
        </p:nvPicPr>
        <p:blipFill>
          <a:blip r:embed="rId4"/>
          <a:stretch>
            <a:fillRect/>
          </a:stretch>
        </p:blipFill>
        <p:spPr>
          <a:xfrm>
            <a:off x="559175" y="1229685"/>
            <a:ext cx="5588539" cy="766546"/>
          </a:xfrm>
          <a:prstGeom prst="rect">
            <a:avLst/>
          </a:prstGeom>
          <a:ln>
            <a:noFill/>
          </a:ln>
          <a:effectLst/>
        </p:spPr>
      </p:pic>
      <p:pic>
        <p:nvPicPr>
          <p:cNvPr id="11" name="Picture 10">
            <a:extLst>
              <a:ext uri="{FF2B5EF4-FFF2-40B4-BE49-F238E27FC236}">
                <a16:creationId xmlns:a16="http://schemas.microsoft.com/office/drawing/2014/main" id="{AD7379C9-A71F-4758-BA53-9473E5880B27}"/>
              </a:ext>
            </a:extLst>
          </p:cNvPr>
          <p:cNvPicPr>
            <a:picLocks noChangeAspect="1"/>
          </p:cNvPicPr>
          <p:nvPr/>
        </p:nvPicPr>
        <p:blipFill>
          <a:blip r:embed="rId5"/>
          <a:srcRect/>
          <a:stretch/>
        </p:blipFill>
        <p:spPr>
          <a:xfrm>
            <a:off x="128338" y="40902"/>
            <a:ext cx="802314" cy="257919"/>
          </a:xfrm>
          <a:prstGeom prst="rect">
            <a:avLst/>
          </a:prstGeom>
        </p:spPr>
      </p:pic>
    </p:spTree>
    <p:extLst>
      <p:ext uri="{BB962C8B-B14F-4D97-AF65-F5344CB8AC3E}">
        <p14:creationId xmlns:p14="http://schemas.microsoft.com/office/powerpoint/2010/main" val="3694808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2">
            <a:extLst>
              <a:ext uri="{28A0092B-C50C-407E-A947-70E740481C1C}">
                <a14:useLocalDpi xmlns:a14="http://schemas.microsoft.com/office/drawing/2010/main"/>
              </a:ext>
            </a:extLst>
          </a:blip>
          <a:srcRect/>
          <a:stretch/>
        </p:blipFill>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Business Function Search</a:t>
            </a:r>
          </a:p>
        </p:txBody>
      </p:sp>
      <p:pic>
        <p:nvPicPr>
          <p:cNvPr id="9" name="Picture 8">
            <a:extLst>
              <a:ext uri="{FF2B5EF4-FFF2-40B4-BE49-F238E27FC236}">
                <a16:creationId xmlns:a16="http://schemas.microsoft.com/office/drawing/2014/main" id="{85E2593B-AD08-42BF-A2A4-4A4E09D26BB1}"/>
              </a:ext>
            </a:extLst>
          </p:cNvPr>
          <p:cNvPicPr>
            <a:picLocks noChangeAspect="1"/>
          </p:cNvPicPr>
          <p:nvPr/>
        </p:nvPicPr>
        <p:blipFill>
          <a:blip r:embed="rId3"/>
          <a:stretch>
            <a:fillRect/>
          </a:stretch>
        </p:blipFill>
        <p:spPr>
          <a:xfrm>
            <a:off x="430655" y="1108031"/>
            <a:ext cx="7598735" cy="3576110"/>
          </a:xfrm>
          <a:prstGeom prst="rect">
            <a:avLst/>
          </a:prstGeom>
          <a:effectLst>
            <a:outerShdw blurRad="50800" dist="38100" dir="2700000" algn="tl" rotWithShape="0">
              <a:prstClr val="black">
                <a:alpha val="40000"/>
              </a:prstClr>
            </a:outerShdw>
          </a:effectLst>
        </p:spPr>
      </p:pic>
      <p:sp>
        <p:nvSpPr>
          <p:cNvPr id="16" name="Rectangle 15">
            <a:extLst>
              <a:ext uri="{FF2B5EF4-FFF2-40B4-BE49-F238E27FC236}">
                <a16:creationId xmlns:a16="http://schemas.microsoft.com/office/drawing/2014/main" id="{5C2AF24F-9923-4184-8617-F6BFE389C247}"/>
              </a:ext>
            </a:extLst>
          </p:cNvPr>
          <p:cNvSpPr/>
          <p:nvPr/>
        </p:nvSpPr>
        <p:spPr bwMode="auto">
          <a:xfrm>
            <a:off x="430655" y="1390641"/>
            <a:ext cx="1759652" cy="363153"/>
          </a:xfrm>
          <a:prstGeom prst="rect">
            <a:avLst/>
          </a:prstGeom>
          <a:noFill/>
          <a:ln w="3810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Arial" charset="0"/>
            </a:endParaRPr>
          </a:p>
        </p:txBody>
      </p:sp>
      <p:sp>
        <p:nvSpPr>
          <p:cNvPr id="18" name="Rectangle 17">
            <a:extLst>
              <a:ext uri="{FF2B5EF4-FFF2-40B4-BE49-F238E27FC236}">
                <a16:creationId xmlns:a16="http://schemas.microsoft.com/office/drawing/2014/main" id="{82C36497-2C44-4704-A327-05FD3E17792E}"/>
              </a:ext>
            </a:extLst>
          </p:cNvPr>
          <p:cNvSpPr/>
          <p:nvPr/>
        </p:nvSpPr>
        <p:spPr bwMode="auto">
          <a:xfrm>
            <a:off x="430655" y="1796306"/>
            <a:ext cx="1759652" cy="654355"/>
          </a:xfrm>
          <a:prstGeom prst="rect">
            <a:avLst/>
          </a:prstGeom>
          <a:noFill/>
          <a:ln w="3810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Arial" charset="0"/>
            </a:endParaRPr>
          </a:p>
        </p:txBody>
      </p:sp>
      <p:pic>
        <p:nvPicPr>
          <p:cNvPr id="10" name="Picture 9">
            <a:extLst>
              <a:ext uri="{FF2B5EF4-FFF2-40B4-BE49-F238E27FC236}">
                <a16:creationId xmlns:a16="http://schemas.microsoft.com/office/drawing/2014/main" id="{27568781-5AA9-4AAA-AAB4-49E83505B8B5}"/>
              </a:ext>
            </a:extLst>
          </p:cNvPr>
          <p:cNvPicPr>
            <a:picLocks noChangeAspect="1"/>
          </p:cNvPicPr>
          <p:nvPr/>
        </p:nvPicPr>
        <p:blipFill>
          <a:blip r:embed="rId4"/>
          <a:srcRect/>
          <a:stretch/>
        </p:blipFill>
        <p:spPr>
          <a:xfrm>
            <a:off x="128338" y="40902"/>
            <a:ext cx="802314" cy="257919"/>
          </a:xfrm>
          <a:prstGeom prst="rect">
            <a:avLst/>
          </a:prstGeom>
        </p:spPr>
      </p:pic>
    </p:spTree>
    <p:extLst>
      <p:ext uri="{BB962C8B-B14F-4D97-AF65-F5344CB8AC3E}">
        <p14:creationId xmlns:p14="http://schemas.microsoft.com/office/powerpoint/2010/main" val="1239556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772E70A-8457-48EB-8AF0-12C2B3D7FB11}"/>
              </a:ext>
            </a:extLst>
          </p:cNvPr>
          <p:cNvPicPr>
            <a:picLocks noChangeAspect="1"/>
          </p:cNvPicPr>
          <p:nvPr/>
        </p:nvPicPr>
        <p:blipFill>
          <a:blip r:embed="rId2"/>
          <a:stretch>
            <a:fillRect/>
          </a:stretch>
        </p:blipFill>
        <p:spPr>
          <a:xfrm>
            <a:off x="430655" y="985488"/>
            <a:ext cx="7926536" cy="3732821"/>
          </a:xfrm>
          <a:prstGeom prst="rect">
            <a:avLst/>
          </a:prstGeom>
          <a:effectLst>
            <a:outerShdw blurRad="50800" dist="38100" dir="2700000" algn="tl" rotWithShape="0">
              <a:prstClr val="black">
                <a:alpha val="40000"/>
              </a:prstClr>
            </a:outerShdw>
          </a:effectLst>
        </p:spPr>
      </p:pic>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3">
            <a:extLst>
              <a:ext uri="{28A0092B-C50C-407E-A947-70E740481C1C}">
                <a14:useLocalDpi xmlns:a14="http://schemas.microsoft.com/office/drawing/2010/main"/>
              </a:ext>
            </a:extLst>
          </a:blip>
          <a:srcRect/>
          <a:stretch/>
        </p:blipFill>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Add Favorite</a:t>
            </a:r>
          </a:p>
        </p:txBody>
      </p:sp>
      <p:sp>
        <p:nvSpPr>
          <p:cNvPr id="16" name="Rectangle 15">
            <a:extLst>
              <a:ext uri="{FF2B5EF4-FFF2-40B4-BE49-F238E27FC236}">
                <a16:creationId xmlns:a16="http://schemas.microsoft.com/office/drawing/2014/main" id="{5C2AF24F-9923-4184-8617-F6BFE389C247}"/>
              </a:ext>
            </a:extLst>
          </p:cNvPr>
          <p:cNvSpPr/>
          <p:nvPr/>
        </p:nvSpPr>
        <p:spPr bwMode="auto">
          <a:xfrm>
            <a:off x="418395" y="2390173"/>
            <a:ext cx="1729382" cy="523220"/>
          </a:xfrm>
          <a:prstGeom prst="rect">
            <a:avLst/>
          </a:prstGeom>
          <a:noFill/>
          <a:ln w="3810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Arial" charset="0"/>
            </a:endParaRPr>
          </a:p>
        </p:txBody>
      </p:sp>
      <p:sp>
        <p:nvSpPr>
          <p:cNvPr id="10" name="Line 7">
            <a:extLst>
              <a:ext uri="{FF2B5EF4-FFF2-40B4-BE49-F238E27FC236}">
                <a16:creationId xmlns:a16="http://schemas.microsoft.com/office/drawing/2014/main" id="{80D50B57-406F-4E4A-A9BB-403D5BF5DC44}"/>
              </a:ext>
            </a:extLst>
          </p:cNvPr>
          <p:cNvSpPr>
            <a:spLocks noChangeShapeType="1"/>
          </p:cNvSpPr>
          <p:nvPr/>
        </p:nvSpPr>
        <p:spPr bwMode="auto">
          <a:xfrm flipH="1">
            <a:off x="2160035" y="1573619"/>
            <a:ext cx="1525917" cy="1078164"/>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ms-MY" sz="1000"/>
          </a:p>
        </p:txBody>
      </p:sp>
      <p:sp>
        <p:nvSpPr>
          <p:cNvPr id="12" name="Rectangle 11">
            <a:extLst>
              <a:ext uri="{FF2B5EF4-FFF2-40B4-BE49-F238E27FC236}">
                <a16:creationId xmlns:a16="http://schemas.microsoft.com/office/drawing/2014/main" id="{DAC89EF9-08FC-485C-9DD3-12EC57E8D195}"/>
              </a:ext>
            </a:extLst>
          </p:cNvPr>
          <p:cNvSpPr/>
          <p:nvPr/>
        </p:nvSpPr>
        <p:spPr bwMode="auto">
          <a:xfrm>
            <a:off x="3760562" y="1304071"/>
            <a:ext cx="258545" cy="269548"/>
          </a:xfrm>
          <a:prstGeom prst="rect">
            <a:avLst/>
          </a:prstGeom>
          <a:noFill/>
          <a:ln w="3810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1600" b="0" i="0" u="none" strike="noStrike" cap="none" normalizeH="0" baseline="0">
              <a:ln>
                <a:noFill/>
              </a:ln>
              <a:solidFill>
                <a:schemeClr val="tx1"/>
              </a:solidFill>
              <a:effectLst/>
              <a:latin typeface="Arial" charset="0"/>
            </a:endParaRPr>
          </a:p>
        </p:txBody>
      </p:sp>
      <p:pic>
        <p:nvPicPr>
          <p:cNvPr id="9" name="Picture 8">
            <a:extLst>
              <a:ext uri="{FF2B5EF4-FFF2-40B4-BE49-F238E27FC236}">
                <a16:creationId xmlns:a16="http://schemas.microsoft.com/office/drawing/2014/main" id="{C4AFC664-3060-4899-8BC7-287DCC930804}"/>
              </a:ext>
            </a:extLst>
          </p:cNvPr>
          <p:cNvPicPr>
            <a:picLocks noChangeAspect="1"/>
          </p:cNvPicPr>
          <p:nvPr/>
        </p:nvPicPr>
        <p:blipFill>
          <a:blip r:embed="rId4"/>
          <a:srcRect/>
          <a:stretch/>
        </p:blipFill>
        <p:spPr>
          <a:xfrm>
            <a:off x="128338" y="40902"/>
            <a:ext cx="802314" cy="257919"/>
          </a:xfrm>
          <a:prstGeom prst="rect">
            <a:avLst/>
          </a:prstGeom>
        </p:spPr>
      </p:pic>
    </p:spTree>
    <p:extLst>
      <p:ext uri="{BB962C8B-B14F-4D97-AF65-F5344CB8AC3E}">
        <p14:creationId xmlns:p14="http://schemas.microsoft.com/office/powerpoint/2010/main" val="360757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2">
            <a:extLst>
              <a:ext uri="{28A0092B-C50C-407E-A947-70E740481C1C}">
                <a14:useLocalDpi xmlns:a14="http://schemas.microsoft.com/office/drawing/2010/main"/>
              </a:ext>
            </a:extLst>
          </a:blip>
          <a:srcRect/>
          <a:stretch/>
        </p:blipFill>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Data Window - 1</a:t>
            </a:r>
          </a:p>
        </p:txBody>
      </p:sp>
      <p:sp>
        <p:nvSpPr>
          <p:cNvPr id="9" name="TextBox 8">
            <a:extLst>
              <a:ext uri="{FF2B5EF4-FFF2-40B4-BE49-F238E27FC236}">
                <a16:creationId xmlns:a16="http://schemas.microsoft.com/office/drawing/2014/main" id="{DFF1DC86-7974-43BA-81E8-6552C56A8F2E}"/>
              </a:ext>
            </a:extLst>
          </p:cNvPr>
          <p:cNvSpPr txBox="1"/>
          <p:nvPr/>
        </p:nvSpPr>
        <p:spPr>
          <a:xfrm>
            <a:off x="410547" y="1108031"/>
            <a:ext cx="8322906" cy="3139321"/>
          </a:xfrm>
          <a:prstGeom prst="rect">
            <a:avLst/>
          </a:prstGeom>
          <a:noFill/>
        </p:spPr>
        <p:txBody>
          <a:bodyPr wrap="square" rtlCol="0">
            <a:spAutoFit/>
          </a:bodyPr>
          <a:lstStyle/>
          <a:p>
            <a:r>
              <a:rPr lang="en-US" b="1"/>
              <a:t>Field </a:t>
            </a:r>
            <a:r>
              <a:rPr lang="en-US" b="1" err="1"/>
              <a:t>colours</a:t>
            </a:r>
            <a:endParaRPr lang="en-US" b="1"/>
          </a:p>
          <a:p>
            <a:pPr marL="342900" indent="-342900">
              <a:buFont typeface="Arial" panose="020B0604020202020204" pitchFamily="34" charset="0"/>
              <a:buChar char="•"/>
            </a:pPr>
            <a:r>
              <a:rPr lang="en-US" sz="1800"/>
              <a:t>Grey – read only</a:t>
            </a:r>
          </a:p>
          <a:p>
            <a:pPr marL="342900" indent="-342900">
              <a:buFont typeface="Arial" panose="020B0604020202020204" pitchFamily="34" charset="0"/>
              <a:buChar char="•"/>
            </a:pPr>
            <a:r>
              <a:rPr lang="en-US" sz="1800"/>
              <a:t>White – editable</a:t>
            </a:r>
          </a:p>
          <a:p>
            <a:pPr marL="342900" indent="-342900">
              <a:buFont typeface="Arial" panose="020B0604020202020204" pitchFamily="34" charset="0"/>
              <a:buChar char="•"/>
            </a:pPr>
            <a:r>
              <a:rPr lang="en-US" sz="1800"/>
              <a:t>Yellow – mandatory </a:t>
            </a:r>
            <a:endParaRPr lang="en-AU" sz="1800"/>
          </a:p>
          <a:p>
            <a:r>
              <a:rPr lang="en-US" b="1"/>
              <a:t>Numeric field </a:t>
            </a:r>
            <a:r>
              <a:rPr lang="en-US" b="1" err="1"/>
              <a:t>colour</a:t>
            </a:r>
            <a:r>
              <a:rPr lang="en-US" b="1"/>
              <a:t> code</a:t>
            </a:r>
          </a:p>
          <a:p>
            <a:pPr marL="342900" indent="-342900">
              <a:buFont typeface="Arial" panose="020B0604020202020204" pitchFamily="34" charset="0"/>
              <a:buChar char="•"/>
            </a:pPr>
            <a:r>
              <a:rPr lang="en-US" sz="1800"/>
              <a:t>Can be configured </a:t>
            </a:r>
          </a:p>
          <a:p>
            <a:pPr marL="930275" lvl="1" indent="-342900">
              <a:buFont typeface="Arial" panose="020B0604020202020204" pitchFamily="34" charset="0"/>
              <a:buChar char="•"/>
            </a:pPr>
            <a:r>
              <a:rPr lang="en-US" sz="1800"/>
              <a:t>E.g.: yellow/red for values outside ranges as warning/error</a:t>
            </a:r>
          </a:p>
          <a:p>
            <a:pPr marL="930275" lvl="1" indent="-342900">
              <a:buFont typeface="Arial" panose="020B0604020202020204" pitchFamily="34" charset="0"/>
              <a:buChar char="•"/>
            </a:pPr>
            <a:r>
              <a:rPr lang="en-US" sz="1800"/>
              <a:t>System prevents user from saving value outside the error range</a:t>
            </a:r>
          </a:p>
          <a:p>
            <a:pPr marL="930275" lvl="1" indent="-342900">
              <a:buFont typeface="Arial" panose="020B0604020202020204" pitchFamily="34" charset="0"/>
              <a:buChar char="•"/>
            </a:pPr>
            <a:endParaRPr lang="en-US" sz="1800" b="1">
              <a:solidFill>
                <a:schemeClr val="tx2"/>
              </a:solidFill>
            </a:endParaRPr>
          </a:p>
          <a:p>
            <a:pPr lvl="1" indent="0"/>
            <a:endParaRPr lang="en-US" sz="1800"/>
          </a:p>
          <a:p>
            <a:pPr marL="342900" indent="-342900">
              <a:buFont typeface="Arial" panose="020B0604020202020204" pitchFamily="34" charset="0"/>
              <a:buChar char="•"/>
            </a:pPr>
            <a:endParaRPr lang="en-US"/>
          </a:p>
        </p:txBody>
      </p:sp>
      <p:pic>
        <p:nvPicPr>
          <p:cNvPr id="6" name="Picture 5">
            <a:extLst>
              <a:ext uri="{FF2B5EF4-FFF2-40B4-BE49-F238E27FC236}">
                <a16:creationId xmlns:a16="http://schemas.microsoft.com/office/drawing/2014/main" id="{46C5B66C-E0A1-422F-B8E5-AC2392A18EBE}"/>
              </a:ext>
            </a:extLst>
          </p:cNvPr>
          <p:cNvPicPr>
            <a:picLocks noChangeAspect="1"/>
          </p:cNvPicPr>
          <p:nvPr/>
        </p:nvPicPr>
        <p:blipFill>
          <a:blip r:embed="rId3"/>
          <a:srcRect/>
          <a:stretch/>
        </p:blipFill>
        <p:spPr>
          <a:xfrm>
            <a:off x="128338" y="40902"/>
            <a:ext cx="802314" cy="257919"/>
          </a:xfrm>
          <a:prstGeom prst="rect">
            <a:avLst/>
          </a:prstGeom>
        </p:spPr>
      </p:pic>
    </p:spTree>
    <p:extLst>
      <p:ext uri="{BB962C8B-B14F-4D97-AF65-F5344CB8AC3E}">
        <p14:creationId xmlns:p14="http://schemas.microsoft.com/office/powerpoint/2010/main" val="371941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56" descr="A sunset over a body of water&#10;&#10;Description automatically generated">
            <a:extLst>
              <a:ext uri="{FF2B5EF4-FFF2-40B4-BE49-F238E27FC236}">
                <a16:creationId xmlns:a16="http://schemas.microsoft.com/office/drawing/2014/main" id="{8EF6DD47-1C16-4A00-84AB-3E0BFD799A4A}"/>
              </a:ext>
            </a:extLst>
          </p:cNvPr>
          <p:cNvPicPr>
            <a:picLocks noChangeAspect="1"/>
          </p:cNvPicPr>
          <p:nvPr/>
        </p:nvPicPr>
        <p:blipFill>
          <a:blip r:embed="rId3"/>
          <a:stretch>
            <a:fillRect/>
          </a:stretch>
        </p:blipFill>
        <p:spPr>
          <a:xfrm>
            <a:off x="0" y="-21622"/>
            <a:ext cx="9144000" cy="342900"/>
          </a:xfrm>
          <a:prstGeom prst="rect">
            <a:avLst/>
          </a:prstGeom>
        </p:spPr>
      </p:pic>
      <p:sp>
        <p:nvSpPr>
          <p:cNvPr id="5" name="Title 4">
            <a:extLst>
              <a:ext uri="{FF2B5EF4-FFF2-40B4-BE49-F238E27FC236}">
                <a16:creationId xmlns:a16="http://schemas.microsoft.com/office/drawing/2014/main" id="{09AEE644-88D5-9046-81F7-29CAD3AF0027}"/>
              </a:ext>
            </a:extLst>
          </p:cNvPr>
          <p:cNvSpPr>
            <a:spLocks noGrp="1"/>
          </p:cNvSpPr>
          <p:nvPr>
            <p:ph type="title"/>
          </p:nvPr>
        </p:nvSpPr>
        <p:spPr>
          <a:xfrm>
            <a:off x="420145" y="580338"/>
            <a:ext cx="5966587" cy="408733"/>
          </a:xfrm>
        </p:spPr>
        <p:txBody>
          <a:bodyPr/>
          <a:lstStyle/>
          <a:p>
            <a:r>
              <a:rPr lang="en-US" altLang="en-US" sz="2800"/>
              <a:t>Data Window - 2</a:t>
            </a:r>
          </a:p>
        </p:txBody>
      </p:sp>
      <p:grpSp>
        <p:nvGrpSpPr>
          <p:cNvPr id="4" name="Group 3">
            <a:extLst>
              <a:ext uri="{FF2B5EF4-FFF2-40B4-BE49-F238E27FC236}">
                <a16:creationId xmlns:a16="http://schemas.microsoft.com/office/drawing/2014/main" id="{13CD7E17-45A6-4C1D-9864-F6BA4803A64B}"/>
              </a:ext>
            </a:extLst>
          </p:cNvPr>
          <p:cNvGrpSpPr/>
          <p:nvPr/>
        </p:nvGrpSpPr>
        <p:grpSpPr>
          <a:xfrm>
            <a:off x="420145" y="1614621"/>
            <a:ext cx="6747344" cy="2897214"/>
            <a:chOff x="420145" y="1081303"/>
            <a:chExt cx="6747344" cy="2897214"/>
          </a:xfrm>
        </p:grpSpPr>
        <p:grpSp>
          <p:nvGrpSpPr>
            <p:cNvPr id="2" name="Group 1">
              <a:extLst>
                <a:ext uri="{FF2B5EF4-FFF2-40B4-BE49-F238E27FC236}">
                  <a16:creationId xmlns:a16="http://schemas.microsoft.com/office/drawing/2014/main" id="{86635750-6D21-4E7A-BDCE-049E47CF889D}"/>
                </a:ext>
              </a:extLst>
            </p:cNvPr>
            <p:cNvGrpSpPr/>
            <p:nvPr/>
          </p:nvGrpSpPr>
          <p:grpSpPr>
            <a:xfrm>
              <a:off x="420145" y="1081303"/>
              <a:ext cx="6747344" cy="2897214"/>
              <a:chOff x="1804784" y="2039383"/>
              <a:chExt cx="4650409" cy="7501256"/>
            </a:xfrm>
          </p:grpSpPr>
          <p:sp>
            <p:nvSpPr>
              <p:cNvPr id="53" name="Rectangle 6">
                <a:extLst>
                  <a:ext uri="{FF2B5EF4-FFF2-40B4-BE49-F238E27FC236}">
                    <a16:creationId xmlns:a16="http://schemas.microsoft.com/office/drawing/2014/main" id="{87F16361-6B3C-40DA-AC95-9D92A3F5D793}"/>
                  </a:ext>
                </a:extLst>
              </p:cNvPr>
              <p:cNvSpPr/>
              <p:nvPr/>
            </p:nvSpPr>
            <p:spPr bwMode="auto">
              <a:xfrm>
                <a:off x="1804784" y="2039383"/>
                <a:ext cx="4650409" cy="7501256"/>
              </a:xfrm>
              <a:prstGeom prst="rect">
                <a:avLst/>
              </a:prstGeom>
              <a:solidFill>
                <a:srgbClr val="F2F2F2"/>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prstTxWarp prst="textNoShape">
                  <a:avLst/>
                </a:prstTxWarp>
              </a:bodyPr>
              <a:lstStyle/>
              <a:p>
                <a:pPr algn="ctr" defTabSz="514350" fontAlgn="base">
                  <a:spcBef>
                    <a:spcPct val="0"/>
                  </a:spcBef>
                  <a:spcAft>
                    <a:spcPct val="0"/>
                  </a:spcAft>
                  <a:defRPr/>
                </a:pPr>
                <a:endParaRPr lang="en-US" sz="900" b="1">
                  <a:solidFill>
                    <a:srgbClr val="FFFFFF"/>
                  </a:solidFill>
                  <a:latin typeface="Arial" panose="020B0604020202020204" pitchFamily="34" charset="0"/>
                  <a:ea typeface="Meiryo UI"/>
                  <a:cs typeface="Arial" panose="020B0604020202020204" pitchFamily="34" charset="0"/>
                </a:endParaRPr>
              </a:p>
            </p:txBody>
          </p:sp>
          <p:sp>
            <p:nvSpPr>
              <p:cNvPr id="3" name="Rectangle 2">
                <a:extLst>
                  <a:ext uri="{FF2B5EF4-FFF2-40B4-BE49-F238E27FC236}">
                    <a16:creationId xmlns:a16="http://schemas.microsoft.com/office/drawing/2014/main" id="{8B6170DC-409F-4BAA-B6DB-2950C2A86312}"/>
                  </a:ext>
                </a:extLst>
              </p:cNvPr>
              <p:cNvSpPr/>
              <p:nvPr/>
            </p:nvSpPr>
            <p:spPr>
              <a:xfrm>
                <a:off x="1879599" y="2256041"/>
                <a:ext cx="4502877" cy="6981838"/>
              </a:xfrm>
              <a:prstGeom prst="rect">
                <a:avLst/>
              </a:prstGeom>
              <a:solidFill>
                <a:schemeClr val="bg2"/>
              </a:solid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Picture 27">
              <a:extLst>
                <a:ext uri="{FF2B5EF4-FFF2-40B4-BE49-F238E27FC236}">
                  <a16:creationId xmlns:a16="http://schemas.microsoft.com/office/drawing/2014/main" id="{9854E5DA-423A-4259-8C74-A1638E99EE24}"/>
                </a:ext>
              </a:extLst>
            </p:cNvPr>
            <p:cNvPicPr/>
            <p:nvPr/>
          </p:nvPicPr>
          <p:blipFill>
            <a:blip r:embed="rId4"/>
            <a:stretch>
              <a:fillRect/>
            </a:stretch>
          </p:blipFill>
          <p:spPr>
            <a:xfrm>
              <a:off x="616927" y="1278717"/>
              <a:ext cx="6304160" cy="2502386"/>
            </a:xfrm>
            <a:prstGeom prst="rect">
              <a:avLst/>
            </a:prstGeom>
            <a:effectLst/>
          </p:spPr>
        </p:pic>
      </p:grpSp>
      <p:cxnSp>
        <p:nvCxnSpPr>
          <p:cNvPr id="29" name="Straight Connector 28">
            <a:extLst>
              <a:ext uri="{FF2B5EF4-FFF2-40B4-BE49-F238E27FC236}">
                <a16:creationId xmlns:a16="http://schemas.microsoft.com/office/drawing/2014/main" id="{4FA9D85C-B6AE-48C5-A869-1B73A3DFF9A2}"/>
              </a:ext>
            </a:extLst>
          </p:cNvPr>
          <p:cNvCxnSpPr>
            <a:cxnSpLocks/>
          </p:cNvCxnSpPr>
          <p:nvPr/>
        </p:nvCxnSpPr>
        <p:spPr>
          <a:xfrm>
            <a:off x="2807970" y="2789404"/>
            <a:ext cx="0" cy="365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D4A36FD-FDDF-4BC5-AF43-BF16BA44B16F}"/>
              </a:ext>
            </a:extLst>
          </p:cNvPr>
          <p:cNvCxnSpPr/>
          <p:nvPr/>
        </p:nvCxnSpPr>
        <p:spPr>
          <a:xfrm>
            <a:off x="2807970" y="2789404"/>
            <a:ext cx="41922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F1DAA0F-4735-4CB0-813F-4DFDDB272CA4}"/>
              </a:ext>
            </a:extLst>
          </p:cNvPr>
          <p:cNvSpPr/>
          <p:nvPr/>
        </p:nvSpPr>
        <p:spPr>
          <a:xfrm>
            <a:off x="6921087" y="2619543"/>
            <a:ext cx="1471006" cy="3397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Box 39">
            <a:extLst>
              <a:ext uri="{FF2B5EF4-FFF2-40B4-BE49-F238E27FC236}">
                <a16:creationId xmlns:a16="http://schemas.microsoft.com/office/drawing/2014/main" id="{E99AEB1A-0F15-49FC-B7C6-A812789533D9}"/>
              </a:ext>
            </a:extLst>
          </p:cNvPr>
          <p:cNvSpPr txBox="1">
            <a:spLocks noChangeArrowheads="1"/>
          </p:cNvSpPr>
          <p:nvPr/>
        </p:nvSpPr>
        <p:spPr bwMode="auto">
          <a:xfrm>
            <a:off x="7058371" y="2658791"/>
            <a:ext cx="1196439" cy="261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algn="r" eaLnBrk="0" fontAlgn="base" hangingPunct="0">
              <a:spcBef>
                <a:spcPct val="0"/>
              </a:spcBef>
              <a:spcAft>
                <a:spcPct val="0"/>
              </a:spcAft>
              <a:defRPr sz="1600">
                <a:solidFill>
                  <a:schemeClr val="tx1"/>
                </a:solidFill>
                <a:latin typeface="Arial" charset="0"/>
              </a:defRPr>
            </a:lvl6pPr>
            <a:lvl7pPr marL="2971800" indent="-228600" algn="r" eaLnBrk="0" fontAlgn="base" hangingPunct="0">
              <a:spcBef>
                <a:spcPct val="0"/>
              </a:spcBef>
              <a:spcAft>
                <a:spcPct val="0"/>
              </a:spcAft>
              <a:defRPr sz="1600">
                <a:solidFill>
                  <a:schemeClr val="tx1"/>
                </a:solidFill>
                <a:latin typeface="Arial" charset="0"/>
              </a:defRPr>
            </a:lvl7pPr>
            <a:lvl8pPr marL="3429000" indent="-228600" algn="r" eaLnBrk="0" fontAlgn="base" hangingPunct="0">
              <a:spcBef>
                <a:spcPct val="0"/>
              </a:spcBef>
              <a:spcAft>
                <a:spcPct val="0"/>
              </a:spcAft>
              <a:defRPr sz="1600">
                <a:solidFill>
                  <a:schemeClr val="tx1"/>
                </a:solidFill>
                <a:latin typeface="Arial" charset="0"/>
              </a:defRPr>
            </a:lvl8pPr>
            <a:lvl9pPr marL="3886200" indent="-228600" algn="r" eaLnBrk="0" fontAlgn="base" hangingPunct="0">
              <a:spcBef>
                <a:spcPct val="0"/>
              </a:spcBef>
              <a:spcAft>
                <a:spcPct val="0"/>
              </a:spcAft>
              <a:defRPr sz="1600">
                <a:solidFill>
                  <a:schemeClr val="tx1"/>
                </a:solidFill>
                <a:latin typeface="Arial" charset="0"/>
              </a:defRPr>
            </a:lvl9pPr>
          </a:lstStyle>
          <a:p>
            <a:pPr algn="ctr" defTabSz="914378" eaLnBrk="1" hangingPunct="1">
              <a:lnSpc>
                <a:spcPts val="1300"/>
              </a:lnSpc>
              <a:spcBef>
                <a:spcPct val="50000"/>
              </a:spcBef>
            </a:pPr>
            <a:r>
              <a:rPr lang="en-US" altLang="en-US" sz="1100" spc="-40">
                <a:solidFill>
                  <a:schemeClr val="bg2"/>
                </a:solidFill>
                <a:latin typeface="Arial" panose="020B0604020202020204" pitchFamily="34" charset="0"/>
                <a:cs typeface="Arial" panose="020B0604020202020204" pitchFamily="34" charset="0"/>
              </a:rPr>
              <a:t>Editable data</a:t>
            </a:r>
          </a:p>
        </p:txBody>
      </p:sp>
      <p:cxnSp>
        <p:nvCxnSpPr>
          <p:cNvPr id="37" name="Straight Connector 36">
            <a:extLst>
              <a:ext uri="{FF2B5EF4-FFF2-40B4-BE49-F238E27FC236}">
                <a16:creationId xmlns:a16="http://schemas.microsoft.com/office/drawing/2014/main" id="{CCD58A03-2C39-4DD1-949A-87D72478F01F}"/>
              </a:ext>
            </a:extLst>
          </p:cNvPr>
          <p:cNvCxnSpPr>
            <a:cxnSpLocks/>
          </p:cNvCxnSpPr>
          <p:nvPr/>
        </p:nvCxnSpPr>
        <p:spPr>
          <a:xfrm>
            <a:off x="3081297" y="3872753"/>
            <a:ext cx="0" cy="3546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BB74063-8439-498B-91B1-8C242D204169}"/>
              </a:ext>
            </a:extLst>
          </p:cNvPr>
          <p:cNvCxnSpPr>
            <a:cxnSpLocks/>
          </p:cNvCxnSpPr>
          <p:nvPr/>
        </p:nvCxnSpPr>
        <p:spPr>
          <a:xfrm>
            <a:off x="3081297" y="4227355"/>
            <a:ext cx="39189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5856ABB-D380-43B3-BC5E-6DA86CE8FDE3}"/>
              </a:ext>
            </a:extLst>
          </p:cNvPr>
          <p:cNvCxnSpPr>
            <a:cxnSpLocks/>
          </p:cNvCxnSpPr>
          <p:nvPr/>
        </p:nvCxnSpPr>
        <p:spPr>
          <a:xfrm>
            <a:off x="5947442" y="3155164"/>
            <a:ext cx="0" cy="10721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B08BECD0-3A14-40F6-B89D-C53A35E154BE}"/>
              </a:ext>
            </a:extLst>
          </p:cNvPr>
          <p:cNvSpPr/>
          <p:nvPr/>
        </p:nvSpPr>
        <p:spPr>
          <a:xfrm>
            <a:off x="6921087" y="4042492"/>
            <a:ext cx="1471006" cy="3397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Box 39">
            <a:extLst>
              <a:ext uri="{FF2B5EF4-FFF2-40B4-BE49-F238E27FC236}">
                <a16:creationId xmlns:a16="http://schemas.microsoft.com/office/drawing/2014/main" id="{B6547CD6-395B-4376-80EE-F881A8E17CC6}"/>
              </a:ext>
            </a:extLst>
          </p:cNvPr>
          <p:cNvSpPr txBox="1">
            <a:spLocks noChangeArrowheads="1"/>
          </p:cNvSpPr>
          <p:nvPr/>
        </p:nvSpPr>
        <p:spPr bwMode="auto">
          <a:xfrm>
            <a:off x="7058371" y="4081740"/>
            <a:ext cx="1207762" cy="261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algn="r" eaLnBrk="0" fontAlgn="base" hangingPunct="0">
              <a:spcBef>
                <a:spcPct val="0"/>
              </a:spcBef>
              <a:spcAft>
                <a:spcPct val="0"/>
              </a:spcAft>
              <a:defRPr sz="1600">
                <a:solidFill>
                  <a:schemeClr val="tx1"/>
                </a:solidFill>
                <a:latin typeface="Arial" charset="0"/>
              </a:defRPr>
            </a:lvl6pPr>
            <a:lvl7pPr marL="2971800" indent="-228600" algn="r" eaLnBrk="0" fontAlgn="base" hangingPunct="0">
              <a:spcBef>
                <a:spcPct val="0"/>
              </a:spcBef>
              <a:spcAft>
                <a:spcPct val="0"/>
              </a:spcAft>
              <a:defRPr sz="1600">
                <a:solidFill>
                  <a:schemeClr val="tx1"/>
                </a:solidFill>
                <a:latin typeface="Arial" charset="0"/>
              </a:defRPr>
            </a:lvl7pPr>
            <a:lvl8pPr marL="3429000" indent="-228600" algn="r" eaLnBrk="0" fontAlgn="base" hangingPunct="0">
              <a:spcBef>
                <a:spcPct val="0"/>
              </a:spcBef>
              <a:spcAft>
                <a:spcPct val="0"/>
              </a:spcAft>
              <a:defRPr sz="1600">
                <a:solidFill>
                  <a:schemeClr val="tx1"/>
                </a:solidFill>
                <a:latin typeface="Arial" charset="0"/>
              </a:defRPr>
            </a:lvl8pPr>
            <a:lvl9pPr marL="3886200" indent="-228600" algn="r" eaLnBrk="0" fontAlgn="base" hangingPunct="0">
              <a:spcBef>
                <a:spcPct val="0"/>
              </a:spcBef>
              <a:spcAft>
                <a:spcPct val="0"/>
              </a:spcAft>
              <a:defRPr sz="1600">
                <a:solidFill>
                  <a:schemeClr val="tx1"/>
                </a:solidFill>
                <a:latin typeface="Arial" charset="0"/>
              </a:defRPr>
            </a:lvl9pPr>
          </a:lstStyle>
          <a:p>
            <a:pPr algn="ctr" defTabSz="914378" eaLnBrk="1" hangingPunct="1">
              <a:lnSpc>
                <a:spcPts val="1300"/>
              </a:lnSpc>
              <a:spcBef>
                <a:spcPct val="50000"/>
              </a:spcBef>
            </a:pPr>
            <a:r>
              <a:rPr lang="en-US" altLang="en-US" sz="1100" spc="-40">
                <a:solidFill>
                  <a:schemeClr val="bg2"/>
                </a:solidFill>
                <a:latin typeface="Arial" panose="020B0604020202020204" pitchFamily="34" charset="0"/>
                <a:cs typeface="Arial" panose="020B0604020202020204" pitchFamily="34" charset="0"/>
              </a:rPr>
              <a:t>Non-editable data</a:t>
            </a:r>
          </a:p>
        </p:txBody>
      </p:sp>
      <p:sp>
        <p:nvSpPr>
          <p:cNvPr id="44" name="TextBox 43">
            <a:extLst>
              <a:ext uri="{FF2B5EF4-FFF2-40B4-BE49-F238E27FC236}">
                <a16:creationId xmlns:a16="http://schemas.microsoft.com/office/drawing/2014/main" id="{570EBAAE-566B-4E2A-A438-A757AA787118}"/>
              </a:ext>
            </a:extLst>
          </p:cNvPr>
          <p:cNvSpPr txBox="1"/>
          <p:nvPr/>
        </p:nvSpPr>
        <p:spPr>
          <a:xfrm>
            <a:off x="470562" y="1209849"/>
            <a:ext cx="837733" cy="21792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300"/>
              </a:lnSpc>
              <a:spcBef>
                <a:spcPts val="400"/>
              </a:spcBef>
              <a:buClr>
                <a:schemeClr val="accent1">
                  <a:lumMod val="50000"/>
                </a:schemeClr>
              </a:buClr>
            </a:pPr>
            <a:r>
              <a:rPr lang="en-US" sz="1200">
                <a:solidFill>
                  <a:schemeClr val="accent1">
                    <a:lumMod val="50000"/>
                  </a:schemeClr>
                </a:solidFill>
                <a:latin typeface="Arial" panose="020B0604020202020204" pitchFamily="34" charset="0"/>
                <a:cs typeface="Arial" panose="020B0604020202020204" pitchFamily="34" charset="0"/>
              </a:rPr>
              <a:t>Show Data</a:t>
            </a:r>
          </a:p>
        </p:txBody>
      </p:sp>
      <p:cxnSp>
        <p:nvCxnSpPr>
          <p:cNvPr id="45" name="Straight Connector 44">
            <a:extLst>
              <a:ext uri="{FF2B5EF4-FFF2-40B4-BE49-F238E27FC236}">
                <a16:creationId xmlns:a16="http://schemas.microsoft.com/office/drawing/2014/main" id="{4E8FA23C-0F5B-49A6-8261-5D5E1C5602DB}"/>
              </a:ext>
            </a:extLst>
          </p:cNvPr>
          <p:cNvCxnSpPr>
            <a:stCxn id="44" idx="3"/>
            <a:endCxn id="44" idx="3"/>
          </p:cNvCxnSpPr>
          <p:nvPr/>
        </p:nvCxnSpPr>
        <p:spPr>
          <a:xfrm>
            <a:off x="1308295" y="1318809"/>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15D2E7C-F34F-4505-A33B-99D57E9F2F1F}"/>
              </a:ext>
            </a:extLst>
          </p:cNvPr>
          <p:cNvCxnSpPr/>
          <p:nvPr/>
        </p:nvCxnSpPr>
        <p:spPr>
          <a:xfrm>
            <a:off x="1308295" y="1182013"/>
            <a:ext cx="0" cy="239666"/>
          </a:xfrm>
          <a:prstGeom prst="line">
            <a:avLst/>
          </a:prstGeom>
          <a:ln w="12700">
            <a:solidFill>
              <a:srgbClr val="62B3E5"/>
            </a:solidFill>
            <a:prstDash val="sysDot"/>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B878BA5-AF70-4642-9AD2-C5D60AB344D5}"/>
              </a:ext>
            </a:extLst>
          </p:cNvPr>
          <p:cNvSpPr txBox="1"/>
          <p:nvPr/>
        </p:nvSpPr>
        <p:spPr>
          <a:xfrm>
            <a:off x="1411632" y="1209849"/>
            <a:ext cx="965808" cy="21183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300"/>
              </a:lnSpc>
              <a:spcBef>
                <a:spcPts val="400"/>
              </a:spcBef>
              <a:buClr>
                <a:schemeClr val="accent1">
                  <a:lumMod val="50000"/>
                </a:schemeClr>
              </a:buClr>
            </a:pPr>
            <a:r>
              <a:rPr lang="en-US" sz="1200">
                <a:solidFill>
                  <a:schemeClr val="accent1">
                    <a:lumMod val="50000"/>
                  </a:schemeClr>
                </a:solidFill>
                <a:latin typeface="Arial" panose="020B0604020202020204" pitchFamily="34" charset="0"/>
                <a:cs typeface="Arial" panose="020B0604020202020204" pitchFamily="34" charset="0"/>
              </a:rPr>
              <a:t>Protect Data</a:t>
            </a:r>
          </a:p>
        </p:txBody>
      </p:sp>
      <p:cxnSp>
        <p:nvCxnSpPr>
          <p:cNvPr id="51" name="Straight Connector 50">
            <a:extLst>
              <a:ext uri="{FF2B5EF4-FFF2-40B4-BE49-F238E27FC236}">
                <a16:creationId xmlns:a16="http://schemas.microsoft.com/office/drawing/2014/main" id="{F3D726A7-0F8B-4147-B7DB-9D0908EE1CCC}"/>
              </a:ext>
            </a:extLst>
          </p:cNvPr>
          <p:cNvCxnSpPr/>
          <p:nvPr/>
        </p:nvCxnSpPr>
        <p:spPr>
          <a:xfrm>
            <a:off x="2349695" y="1182013"/>
            <a:ext cx="0" cy="239666"/>
          </a:xfrm>
          <a:prstGeom prst="line">
            <a:avLst/>
          </a:prstGeom>
          <a:ln w="12700">
            <a:solidFill>
              <a:srgbClr val="62B3E5"/>
            </a:solidFill>
            <a:prstDash val="sysDot"/>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6B64D6C-68B2-4AED-9EF3-68E0D805C047}"/>
              </a:ext>
            </a:extLst>
          </p:cNvPr>
          <p:cNvSpPr txBox="1"/>
          <p:nvPr/>
        </p:nvSpPr>
        <p:spPr>
          <a:xfrm>
            <a:off x="2455376" y="1209849"/>
            <a:ext cx="1598464" cy="21183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300"/>
              </a:lnSpc>
              <a:spcBef>
                <a:spcPts val="400"/>
              </a:spcBef>
              <a:buClr>
                <a:schemeClr val="accent1">
                  <a:lumMod val="50000"/>
                </a:schemeClr>
              </a:buClr>
            </a:pPr>
            <a:r>
              <a:rPr lang="en-US" sz="1200">
                <a:solidFill>
                  <a:schemeClr val="accent1">
                    <a:lumMod val="50000"/>
                  </a:schemeClr>
                </a:solidFill>
                <a:latin typeface="Arial" panose="020B0604020202020204" pitchFamily="34" charset="0"/>
                <a:cs typeface="Arial" panose="020B0604020202020204" pitchFamily="34" charset="0"/>
              </a:rPr>
              <a:t>Edit Data (Priviledges)	</a:t>
            </a:r>
          </a:p>
        </p:txBody>
      </p:sp>
      <p:cxnSp>
        <p:nvCxnSpPr>
          <p:cNvPr id="54" name="Straight Connector 53">
            <a:extLst>
              <a:ext uri="{FF2B5EF4-FFF2-40B4-BE49-F238E27FC236}">
                <a16:creationId xmlns:a16="http://schemas.microsoft.com/office/drawing/2014/main" id="{4E819219-F5C4-4353-9524-E8A1A584218D}"/>
              </a:ext>
            </a:extLst>
          </p:cNvPr>
          <p:cNvCxnSpPr/>
          <p:nvPr/>
        </p:nvCxnSpPr>
        <p:spPr>
          <a:xfrm>
            <a:off x="4086071" y="1182013"/>
            <a:ext cx="0" cy="239666"/>
          </a:xfrm>
          <a:prstGeom prst="line">
            <a:avLst/>
          </a:prstGeom>
          <a:ln w="12700">
            <a:solidFill>
              <a:srgbClr val="62B3E5"/>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5B74DE34-8AFE-42A6-B4E4-EC8983BC6831}"/>
              </a:ext>
            </a:extLst>
          </p:cNvPr>
          <p:cNvSpPr txBox="1"/>
          <p:nvPr/>
        </p:nvSpPr>
        <p:spPr>
          <a:xfrm>
            <a:off x="4223978" y="1209849"/>
            <a:ext cx="1598464" cy="211830"/>
          </a:xfrm>
          <a:prstGeom prst="rect">
            <a:avLst/>
          </a:prstGeom>
          <a:sp3d/>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lvl="0" defTabSz="533400">
              <a:lnSpc>
                <a:spcPts val="1300"/>
              </a:lnSpc>
              <a:spcBef>
                <a:spcPts val="400"/>
              </a:spcBef>
              <a:buClr>
                <a:schemeClr val="accent1">
                  <a:lumMod val="50000"/>
                </a:schemeClr>
              </a:buClr>
            </a:pPr>
            <a:r>
              <a:rPr lang="en-US" sz="1200">
                <a:solidFill>
                  <a:schemeClr val="accent1">
                    <a:lumMod val="50000"/>
                  </a:schemeClr>
                </a:solidFill>
                <a:latin typeface="Arial" panose="020B0604020202020204" pitchFamily="34" charset="0"/>
                <a:cs typeface="Arial" panose="020B0604020202020204" pitchFamily="34" charset="0"/>
              </a:rPr>
              <a:t>Edit Mandatory Data</a:t>
            </a:r>
          </a:p>
        </p:txBody>
      </p:sp>
      <p:pic>
        <p:nvPicPr>
          <p:cNvPr id="30" name="Picture 29">
            <a:extLst>
              <a:ext uri="{FF2B5EF4-FFF2-40B4-BE49-F238E27FC236}">
                <a16:creationId xmlns:a16="http://schemas.microsoft.com/office/drawing/2014/main" id="{FA74C960-A652-471D-8F94-448FEBAB1A2C}"/>
              </a:ext>
            </a:extLst>
          </p:cNvPr>
          <p:cNvPicPr>
            <a:picLocks noChangeAspect="1"/>
          </p:cNvPicPr>
          <p:nvPr/>
        </p:nvPicPr>
        <p:blipFill>
          <a:blip r:embed="rId5"/>
          <a:srcRect/>
          <a:stretch/>
        </p:blipFill>
        <p:spPr>
          <a:xfrm>
            <a:off x="128338" y="40902"/>
            <a:ext cx="802314" cy="257919"/>
          </a:xfrm>
          <a:prstGeom prst="rect">
            <a:avLst/>
          </a:prstGeom>
        </p:spPr>
      </p:pic>
    </p:spTree>
    <p:extLst>
      <p:ext uri="{BB962C8B-B14F-4D97-AF65-F5344CB8AC3E}">
        <p14:creationId xmlns:p14="http://schemas.microsoft.com/office/powerpoint/2010/main" val="300507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3">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4"/>
          <a:stretch>
            <a:fillRect/>
          </a:stretch>
        </p:blipFill>
        <p:spPr>
          <a:xfrm>
            <a:off x="128337" y="119805"/>
            <a:ext cx="580117" cy="141856"/>
          </a:xfrm>
          <a:prstGeom prst="rect">
            <a:avLst/>
          </a:prstGeom>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Data Table Menu </a:t>
            </a:r>
          </a:p>
        </p:txBody>
      </p:sp>
      <p:sp>
        <p:nvSpPr>
          <p:cNvPr id="12" name="TextBox 11">
            <a:extLst>
              <a:ext uri="{FF2B5EF4-FFF2-40B4-BE49-F238E27FC236}">
                <a16:creationId xmlns:a16="http://schemas.microsoft.com/office/drawing/2014/main" id="{851452DB-B96A-4655-BF7D-8E2FEF10D20B}"/>
              </a:ext>
            </a:extLst>
          </p:cNvPr>
          <p:cNvSpPr txBox="1"/>
          <p:nvPr/>
        </p:nvSpPr>
        <p:spPr>
          <a:xfrm>
            <a:off x="5500578" y="985488"/>
            <a:ext cx="2933232" cy="3093154"/>
          </a:xfrm>
          <a:prstGeom prst="rect">
            <a:avLst/>
          </a:prstGeom>
          <a:noFill/>
        </p:spPr>
        <p:txBody>
          <a:bodyPr wrap="square" rtlCol="0">
            <a:spAutoFit/>
          </a:bodyPr>
          <a:lstStyle/>
          <a:p>
            <a:pPr marL="285750" indent="-285750">
              <a:buFont typeface="Arial" panose="020B0604020202020204" pitchFamily="34" charset="0"/>
              <a:buChar char="•"/>
            </a:pPr>
            <a:r>
              <a:rPr lang="en-US" sz="1300" b="1" dirty="0">
                <a:solidFill>
                  <a:schemeClr val="accent1">
                    <a:lumMod val="50000"/>
                  </a:schemeClr>
                </a:solidFill>
              </a:rPr>
              <a:t>Enable the filtering to search</a:t>
            </a:r>
          </a:p>
          <a:p>
            <a:pPr marL="285750" indent="-285750">
              <a:buFont typeface="Arial" panose="020B0604020202020204" pitchFamily="34" charset="0"/>
              <a:buChar char="•"/>
            </a:pPr>
            <a:r>
              <a:rPr lang="en-US" sz="1300" b="1" dirty="0">
                <a:solidFill>
                  <a:schemeClr val="accent1">
                    <a:lumMod val="50000"/>
                  </a:schemeClr>
                </a:solidFill>
              </a:rPr>
              <a:t>Enable scrollbar to combine all the data in one page</a:t>
            </a:r>
          </a:p>
          <a:p>
            <a:pPr marL="285750" indent="-285750">
              <a:buFont typeface="Arial" panose="020B0604020202020204" pitchFamily="34" charset="0"/>
              <a:buChar char="•"/>
            </a:pPr>
            <a:r>
              <a:rPr lang="en-US" sz="1300" b="1" dirty="0">
                <a:solidFill>
                  <a:schemeClr val="accent1">
                    <a:lumMod val="50000"/>
                  </a:schemeClr>
                </a:solidFill>
              </a:rPr>
              <a:t>Freeze selected columns for efficient column view</a:t>
            </a:r>
          </a:p>
          <a:p>
            <a:pPr marL="285750" indent="-285750">
              <a:buFont typeface="Arial" panose="020B0604020202020204" pitchFamily="34" charset="0"/>
              <a:buChar char="•"/>
            </a:pPr>
            <a:r>
              <a:rPr lang="en-US" sz="1300" b="1" dirty="0">
                <a:solidFill>
                  <a:schemeClr val="accent1">
                    <a:lumMod val="50000"/>
                  </a:schemeClr>
                </a:solidFill>
              </a:rPr>
              <a:t>Set number of rows to show per page</a:t>
            </a:r>
            <a:endParaRPr lang="nb-NO" sz="1300" b="1" dirty="0">
              <a:solidFill>
                <a:schemeClr val="accent1">
                  <a:lumMod val="50000"/>
                </a:schemeClr>
              </a:solidFill>
            </a:endParaRPr>
          </a:p>
          <a:p>
            <a:pPr marL="285750" indent="-285750">
              <a:buFont typeface="Arial" panose="020B0604020202020204" pitchFamily="34" charset="0"/>
              <a:buChar char="•"/>
            </a:pPr>
            <a:r>
              <a:rPr lang="en-US" sz="1300" b="1" dirty="0">
                <a:solidFill>
                  <a:schemeClr val="accent1">
                    <a:lumMod val="50000"/>
                  </a:schemeClr>
                </a:solidFill>
              </a:rPr>
              <a:t>Copy the entire rows of data in clipboard to edit in excel</a:t>
            </a:r>
            <a:endParaRPr lang="nb-NO" sz="1300" b="1" dirty="0">
              <a:solidFill>
                <a:schemeClr val="accent1">
                  <a:lumMod val="50000"/>
                </a:schemeClr>
              </a:solidFill>
            </a:endParaRPr>
          </a:p>
          <a:p>
            <a:pPr marL="285750" indent="-285750">
              <a:buFont typeface="Arial" panose="020B0604020202020204" pitchFamily="34" charset="0"/>
              <a:buChar char="•"/>
            </a:pPr>
            <a:r>
              <a:rPr lang="en-US" sz="1300" b="1" dirty="0">
                <a:solidFill>
                  <a:schemeClr val="accent1">
                    <a:lumMod val="50000"/>
                  </a:schemeClr>
                </a:solidFill>
              </a:rPr>
              <a:t>Copy from excel and apply in EC screen</a:t>
            </a:r>
          </a:p>
          <a:p>
            <a:pPr marL="285750" indent="-285750">
              <a:buFont typeface="Arial" panose="020B0604020202020204" pitchFamily="34" charset="0"/>
              <a:buChar char="•"/>
            </a:pPr>
            <a:r>
              <a:rPr lang="en-US" sz="1300" b="1" dirty="0">
                <a:solidFill>
                  <a:schemeClr val="accent1">
                    <a:lumMod val="50000"/>
                  </a:schemeClr>
                </a:solidFill>
              </a:rPr>
              <a:t>Show and hide the columns</a:t>
            </a:r>
          </a:p>
          <a:p>
            <a:pPr marL="285750" indent="-285750">
              <a:buFont typeface="Arial" panose="020B0604020202020204" pitchFamily="34" charset="0"/>
              <a:buChar char="•"/>
            </a:pPr>
            <a:r>
              <a:rPr lang="en-US" sz="1300" b="1" dirty="0">
                <a:solidFill>
                  <a:schemeClr val="accent1">
                    <a:lumMod val="50000"/>
                  </a:schemeClr>
                </a:solidFill>
              </a:rPr>
              <a:t>Reset capability</a:t>
            </a:r>
            <a:endParaRPr lang="nb-NO" sz="1300" b="1" dirty="0">
              <a:solidFill>
                <a:schemeClr val="accent1">
                  <a:lumMod val="50000"/>
                </a:schemeClr>
              </a:solidFill>
            </a:endParaRPr>
          </a:p>
          <a:p>
            <a:pPr marL="285750" indent="-285750">
              <a:buFont typeface="Arial" panose="020B0604020202020204" pitchFamily="34" charset="0"/>
              <a:buChar char="•"/>
            </a:pPr>
            <a:r>
              <a:rPr lang="nb-NO" sz="1300" b="1" dirty="0">
                <a:solidFill>
                  <a:schemeClr val="accent1">
                    <a:lumMod val="50000"/>
                  </a:schemeClr>
                </a:solidFill>
              </a:rPr>
              <a:t>Reset </a:t>
            </a:r>
            <a:r>
              <a:rPr lang="en-US" sz="1300" b="1" dirty="0">
                <a:solidFill>
                  <a:schemeClr val="accent1">
                    <a:lumMod val="50000"/>
                  </a:schemeClr>
                </a:solidFill>
              </a:rPr>
              <a:t>capability</a:t>
            </a:r>
            <a:r>
              <a:rPr lang="nb-NO" sz="1300" b="1" dirty="0">
                <a:solidFill>
                  <a:schemeClr val="accent1">
                    <a:lumMod val="50000"/>
                  </a:schemeClr>
                </a:solidFill>
              </a:rPr>
              <a:t> for screen </a:t>
            </a:r>
            <a:r>
              <a:rPr lang="en-US" sz="1300" b="1" dirty="0">
                <a:solidFill>
                  <a:schemeClr val="accent1">
                    <a:lumMod val="50000"/>
                  </a:schemeClr>
                </a:solidFill>
              </a:rPr>
              <a:t>only</a:t>
            </a:r>
          </a:p>
          <a:p>
            <a:pPr marL="285750" indent="-285750">
              <a:buFont typeface="Arial" panose="020B0604020202020204" pitchFamily="34" charset="0"/>
              <a:buChar char="•"/>
            </a:pPr>
            <a:r>
              <a:rPr lang="nb-NO" sz="1300" b="1" dirty="0">
                <a:solidFill>
                  <a:schemeClr val="accent1">
                    <a:lumMod val="50000"/>
                  </a:schemeClr>
                </a:solidFill>
              </a:rPr>
              <a:t>Set as </a:t>
            </a:r>
            <a:r>
              <a:rPr lang="en-MY" sz="1300" b="1" dirty="0">
                <a:solidFill>
                  <a:schemeClr val="accent1">
                    <a:lumMod val="50000"/>
                  </a:schemeClr>
                </a:solidFill>
              </a:rPr>
              <a:t>default</a:t>
            </a:r>
            <a:r>
              <a:rPr lang="nb-NO" sz="1300" b="1" dirty="0">
                <a:solidFill>
                  <a:schemeClr val="accent1">
                    <a:lumMod val="50000"/>
                  </a:schemeClr>
                </a:solidFill>
              </a:rPr>
              <a:t> </a:t>
            </a:r>
            <a:endParaRPr lang="en-US" sz="1300" b="1" dirty="0">
              <a:solidFill>
                <a:schemeClr val="accent1">
                  <a:lumMod val="50000"/>
                </a:schemeClr>
              </a:solidFill>
            </a:endParaRPr>
          </a:p>
        </p:txBody>
      </p:sp>
      <p:pic>
        <p:nvPicPr>
          <p:cNvPr id="9" name="Picture 8" descr="A sunset over a body of water&#10;&#10;Description automatically generated">
            <a:extLst>
              <a:ext uri="{FF2B5EF4-FFF2-40B4-BE49-F238E27FC236}">
                <a16:creationId xmlns:a16="http://schemas.microsoft.com/office/drawing/2014/main" id="{B9529737-7473-4026-A3EA-386A65DCD476}"/>
              </a:ext>
            </a:extLst>
          </p:cNvPr>
          <p:cNvPicPr>
            <a:picLocks noChangeAspect="1"/>
          </p:cNvPicPr>
          <p:nvPr/>
        </p:nvPicPr>
        <p:blipFill>
          <a:blip r:embed="rId5"/>
          <a:stretch>
            <a:fillRect/>
          </a:stretch>
        </p:blipFill>
        <p:spPr>
          <a:xfrm>
            <a:off x="0" y="-21622"/>
            <a:ext cx="9144000" cy="342900"/>
          </a:xfrm>
          <a:prstGeom prst="rect">
            <a:avLst/>
          </a:prstGeom>
        </p:spPr>
      </p:pic>
      <p:pic>
        <p:nvPicPr>
          <p:cNvPr id="13" name="Picture 12">
            <a:extLst>
              <a:ext uri="{FF2B5EF4-FFF2-40B4-BE49-F238E27FC236}">
                <a16:creationId xmlns:a16="http://schemas.microsoft.com/office/drawing/2014/main" id="{631B4AE0-2561-418D-BFBB-005F9CC4FBB9}"/>
              </a:ext>
            </a:extLst>
          </p:cNvPr>
          <p:cNvPicPr>
            <a:picLocks noChangeAspect="1"/>
          </p:cNvPicPr>
          <p:nvPr/>
        </p:nvPicPr>
        <p:blipFill>
          <a:blip r:embed="rId6"/>
          <a:srcRect/>
          <a:stretch/>
        </p:blipFill>
        <p:spPr>
          <a:xfrm>
            <a:off x="128338" y="40902"/>
            <a:ext cx="802314" cy="257919"/>
          </a:xfrm>
          <a:prstGeom prst="rect">
            <a:avLst/>
          </a:prstGeom>
        </p:spPr>
      </p:pic>
      <p:pic>
        <p:nvPicPr>
          <p:cNvPr id="4" name="Picture 3">
            <a:extLst>
              <a:ext uri="{FF2B5EF4-FFF2-40B4-BE49-F238E27FC236}">
                <a16:creationId xmlns:a16="http://schemas.microsoft.com/office/drawing/2014/main" id="{3FD597F7-06CE-AF1C-4261-AB5CB03A6E8A}"/>
              </a:ext>
            </a:extLst>
          </p:cNvPr>
          <p:cNvPicPr>
            <a:picLocks noChangeAspect="1"/>
          </p:cNvPicPr>
          <p:nvPr/>
        </p:nvPicPr>
        <p:blipFill>
          <a:blip r:embed="rId7"/>
          <a:stretch>
            <a:fillRect/>
          </a:stretch>
        </p:blipFill>
        <p:spPr>
          <a:xfrm>
            <a:off x="273672" y="1123824"/>
            <a:ext cx="2522439" cy="2895851"/>
          </a:xfrm>
          <a:prstGeom prst="rect">
            <a:avLst/>
          </a:prstGeom>
        </p:spPr>
      </p:pic>
      <p:pic>
        <p:nvPicPr>
          <p:cNvPr id="3" name="Picture 2">
            <a:extLst>
              <a:ext uri="{FF2B5EF4-FFF2-40B4-BE49-F238E27FC236}">
                <a16:creationId xmlns:a16="http://schemas.microsoft.com/office/drawing/2014/main" id="{C8AC6190-9CE4-4E0C-BEF2-C68607E70EE8}"/>
              </a:ext>
            </a:extLst>
          </p:cNvPr>
          <p:cNvPicPr>
            <a:picLocks noChangeAspect="1"/>
          </p:cNvPicPr>
          <p:nvPr/>
        </p:nvPicPr>
        <p:blipFill>
          <a:blip r:embed="rId8"/>
          <a:stretch>
            <a:fillRect/>
          </a:stretch>
        </p:blipFill>
        <p:spPr>
          <a:xfrm>
            <a:off x="1914958" y="1102845"/>
            <a:ext cx="3220197" cy="3611721"/>
          </a:xfrm>
          <a:prstGeom prst="rect">
            <a:avLst/>
          </a:prstGeom>
          <a:effectLst>
            <a:outerShdw blurRad="50800" dist="38100" dir="2700000" algn="tl" rotWithShape="0">
              <a:prstClr val="black">
                <a:alpha val="40000"/>
              </a:prstClr>
            </a:outerShdw>
          </a:effectLst>
        </p:spPr>
      </p:pic>
      <p:sp>
        <p:nvSpPr>
          <p:cNvPr id="10" name="Rectangular Callout 44">
            <a:extLst>
              <a:ext uri="{FF2B5EF4-FFF2-40B4-BE49-F238E27FC236}">
                <a16:creationId xmlns:a16="http://schemas.microsoft.com/office/drawing/2014/main" id="{95248556-9822-4EDC-9225-49F577506592}"/>
              </a:ext>
            </a:extLst>
          </p:cNvPr>
          <p:cNvSpPr/>
          <p:nvPr/>
        </p:nvSpPr>
        <p:spPr bwMode="auto">
          <a:xfrm rot="5400000">
            <a:off x="4815441" y="1025344"/>
            <a:ext cx="4314505" cy="3298654"/>
          </a:xfrm>
          <a:prstGeom prst="wedgeRectCallout">
            <a:avLst>
              <a:gd name="adj1" fmla="val -5796"/>
              <a:gd name="adj2" fmla="val 123825"/>
            </a:avLst>
          </a:prstGeom>
          <a:solidFill>
            <a:srgbClr val="62B3E5">
              <a:alpha val="43137"/>
            </a:srgbClr>
          </a:solidFill>
          <a:ln w="12700"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b-NO" sz="1600" b="0" i="0" u="none" strike="noStrike" cap="none" normalizeH="0" baseline="0">
              <a:ln>
                <a:noFill/>
              </a:ln>
              <a:solidFill>
                <a:srgbClr val="FFFFFF"/>
              </a:solidFill>
              <a:effectLst/>
              <a:latin typeface="Arial" charset="0"/>
            </a:endParaRPr>
          </a:p>
        </p:txBody>
      </p:sp>
      <p:sp>
        <p:nvSpPr>
          <p:cNvPr id="5" name="Arrow: Right 4">
            <a:extLst>
              <a:ext uri="{FF2B5EF4-FFF2-40B4-BE49-F238E27FC236}">
                <a16:creationId xmlns:a16="http://schemas.microsoft.com/office/drawing/2014/main" id="{34C83F07-6BDC-C6B3-6D23-F3386CCD0359}"/>
              </a:ext>
            </a:extLst>
          </p:cNvPr>
          <p:cNvSpPr/>
          <p:nvPr/>
        </p:nvSpPr>
        <p:spPr>
          <a:xfrm>
            <a:off x="656664" y="2052481"/>
            <a:ext cx="1385463" cy="169558"/>
          </a:xfrm>
          <a:prstGeom prst="rightArrow">
            <a:avLst/>
          </a:prstGeom>
          <a:solidFill>
            <a:srgbClr val="62B3E5">
              <a:alpha val="43137"/>
            </a:srgbClr>
          </a:solidFill>
          <a:ln w="12700" cap="flat" cmpd="sng" algn="ctr">
            <a:solidFill>
              <a:schemeClr val="accent1">
                <a:lumMod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en-US" sz="1600">
              <a:solidFill>
                <a:srgbClr val="FFFFFF"/>
              </a:solidFill>
              <a:latin typeface="Arial" charset="0"/>
            </a:endParaRPr>
          </a:p>
        </p:txBody>
      </p:sp>
    </p:spTree>
    <p:extLst>
      <p:ext uri="{BB962C8B-B14F-4D97-AF65-F5344CB8AC3E}">
        <p14:creationId xmlns:p14="http://schemas.microsoft.com/office/powerpoint/2010/main" val="1342020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2">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3"/>
          <a:stretch>
            <a:fillRect/>
          </a:stretch>
        </p:blipFill>
        <p:spPr>
          <a:xfrm>
            <a:off x="128337" y="119805"/>
            <a:ext cx="580117" cy="141856"/>
          </a:xfrm>
          <a:prstGeom prst="rect">
            <a:avLst/>
          </a:prstGeom>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Excel copy and paste - 1 </a:t>
            </a:r>
          </a:p>
        </p:txBody>
      </p:sp>
      <p:pic>
        <p:nvPicPr>
          <p:cNvPr id="9" name="Picture 8" descr="A sunset over a body of water&#10;&#10;Description automatically generated">
            <a:extLst>
              <a:ext uri="{FF2B5EF4-FFF2-40B4-BE49-F238E27FC236}">
                <a16:creationId xmlns:a16="http://schemas.microsoft.com/office/drawing/2014/main" id="{B9529737-7473-4026-A3EA-386A65DCD476}"/>
              </a:ext>
            </a:extLst>
          </p:cNvPr>
          <p:cNvPicPr>
            <a:picLocks noChangeAspect="1"/>
          </p:cNvPicPr>
          <p:nvPr/>
        </p:nvPicPr>
        <p:blipFill>
          <a:blip r:embed="rId4"/>
          <a:stretch>
            <a:fillRect/>
          </a:stretch>
        </p:blipFill>
        <p:spPr>
          <a:xfrm>
            <a:off x="0" y="-21622"/>
            <a:ext cx="9144000" cy="342900"/>
          </a:xfrm>
          <a:prstGeom prst="rect">
            <a:avLst/>
          </a:prstGeom>
        </p:spPr>
      </p:pic>
      <p:sp>
        <p:nvSpPr>
          <p:cNvPr id="13" name="Content Placeholder 2">
            <a:extLst>
              <a:ext uri="{FF2B5EF4-FFF2-40B4-BE49-F238E27FC236}">
                <a16:creationId xmlns:a16="http://schemas.microsoft.com/office/drawing/2014/main" id="{76C45F41-0224-432B-AD73-490225585183}"/>
              </a:ext>
            </a:extLst>
          </p:cNvPr>
          <p:cNvSpPr txBox="1">
            <a:spLocks/>
          </p:cNvSpPr>
          <p:nvPr/>
        </p:nvSpPr>
        <p:spPr>
          <a:xfrm>
            <a:off x="606154" y="1108031"/>
            <a:ext cx="8229600" cy="232121"/>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AU" sz="1600"/>
              <a:t>Data in screen can be edit in bulk using the “Copy to clipboard” function </a:t>
            </a:r>
          </a:p>
        </p:txBody>
      </p:sp>
      <p:pic>
        <p:nvPicPr>
          <p:cNvPr id="14" name="Picture 13">
            <a:extLst>
              <a:ext uri="{FF2B5EF4-FFF2-40B4-BE49-F238E27FC236}">
                <a16:creationId xmlns:a16="http://schemas.microsoft.com/office/drawing/2014/main" id="{10295EB8-DAFC-43B8-8AF5-E388EABDDDDC}"/>
              </a:ext>
            </a:extLst>
          </p:cNvPr>
          <p:cNvPicPr>
            <a:picLocks noChangeAspect="1"/>
          </p:cNvPicPr>
          <p:nvPr/>
        </p:nvPicPr>
        <p:blipFill>
          <a:blip r:embed="rId5"/>
          <a:stretch>
            <a:fillRect/>
          </a:stretch>
        </p:blipFill>
        <p:spPr>
          <a:xfrm>
            <a:off x="430655" y="1421094"/>
            <a:ext cx="7835903" cy="2743201"/>
          </a:xfrm>
          <a:prstGeom prst="rect">
            <a:avLst/>
          </a:prstGeom>
          <a:ln>
            <a:solidFill>
              <a:schemeClr val="accent1">
                <a:lumMod val="50000"/>
              </a:schemeClr>
            </a:solidFill>
          </a:ln>
        </p:spPr>
      </p:pic>
      <p:pic>
        <p:nvPicPr>
          <p:cNvPr id="16" name="Picture 15">
            <a:extLst>
              <a:ext uri="{FF2B5EF4-FFF2-40B4-BE49-F238E27FC236}">
                <a16:creationId xmlns:a16="http://schemas.microsoft.com/office/drawing/2014/main" id="{AA46F7AF-1B40-4A47-852C-85E2ECECED04}"/>
              </a:ext>
            </a:extLst>
          </p:cNvPr>
          <p:cNvPicPr>
            <a:picLocks noChangeAspect="1"/>
          </p:cNvPicPr>
          <p:nvPr/>
        </p:nvPicPr>
        <p:blipFill>
          <a:blip r:embed="rId6"/>
          <a:stretch>
            <a:fillRect/>
          </a:stretch>
        </p:blipFill>
        <p:spPr>
          <a:xfrm>
            <a:off x="5295569" y="2158720"/>
            <a:ext cx="3364686" cy="2509837"/>
          </a:xfrm>
          <a:prstGeom prst="rect">
            <a:avLst/>
          </a:prstGeom>
          <a:ln>
            <a:solidFill>
              <a:schemeClr val="accent1">
                <a:lumMod val="50000"/>
              </a:schemeClr>
            </a:solidFill>
          </a:ln>
        </p:spPr>
      </p:pic>
      <p:pic>
        <p:nvPicPr>
          <p:cNvPr id="10" name="Picture 9">
            <a:extLst>
              <a:ext uri="{FF2B5EF4-FFF2-40B4-BE49-F238E27FC236}">
                <a16:creationId xmlns:a16="http://schemas.microsoft.com/office/drawing/2014/main" id="{EEB59754-C4C1-4E53-B520-5571CB14A235}"/>
              </a:ext>
            </a:extLst>
          </p:cNvPr>
          <p:cNvPicPr>
            <a:picLocks noChangeAspect="1"/>
          </p:cNvPicPr>
          <p:nvPr/>
        </p:nvPicPr>
        <p:blipFill>
          <a:blip r:embed="rId7"/>
          <a:srcRect/>
          <a:stretch/>
        </p:blipFill>
        <p:spPr>
          <a:xfrm>
            <a:off x="128338" y="40902"/>
            <a:ext cx="802314" cy="257919"/>
          </a:xfrm>
          <a:prstGeom prst="rect">
            <a:avLst/>
          </a:prstGeom>
        </p:spPr>
      </p:pic>
    </p:spTree>
    <p:extLst>
      <p:ext uri="{BB962C8B-B14F-4D97-AF65-F5344CB8AC3E}">
        <p14:creationId xmlns:p14="http://schemas.microsoft.com/office/powerpoint/2010/main" val="85861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2">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3"/>
          <a:stretch>
            <a:fillRect/>
          </a:stretch>
        </p:blipFill>
        <p:spPr>
          <a:xfrm>
            <a:off x="128337" y="119805"/>
            <a:ext cx="580117" cy="141856"/>
          </a:xfrm>
          <a:prstGeom prst="rect">
            <a:avLst/>
          </a:prstGeom>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Excel copy and paste - 2 </a:t>
            </a:r>
          </a:p>
        </p:txBody>
      </p:sp>
      <p:pic>
        <p:nvPicPr>
          <p:cNvPr id="9" name="Picture 8" descr="A sunset over a body of water&#10;&#10;Description automatically generated">
            <a:extLst>
              <a:ext uri="{FF2B5EF4-FFF2-40B4-BE49-F238E27FC236}">
                <a16:creationId xmlns:a16="http://schemas.microsoft.com/office/drawing/2014/main" id="{B9529737-7473-4026-A3EA-386A65DCD476}"/>
              </a:ext>
            </a:extLst>
          </p:cNvPr>
          <p:cNvPicPr>
            <a:picLocks noChangeAspect="1"/>
          </p:cNvPicPr>
          <p:nvPr/>
        </p:nvPicPr>
        <p:blipFill>
          <a:blip r:embed="rId4"/>
          <a:stretch>
            <a:fillRect/>
          </a:stretch>
        </p:blipFill>
        <p:spPr>
          <a:xfrm>
            <a:off x="0" y="-21622"/>
            <a:ext cx="9144000" cy="342900"/>
          </a:xfrm>
          <a:prstGeom prst="rect">
            <a:avLst/>
          </a:prstGeom>
        </p:spPr>
      </p:pic>
      <p:sp>
        <p:nvSpPr>
          <p:cNvPr id="6" name="Content Placeholder 2">
            <a:extLst>
              <a:ext uri="{FF2B5EF4-FFF2-40B4-BE49-F238E27FC236}">
                <a16:creationId xmlns:a16="http://schemas.microsoft.com/office/drawing/2014/main" id="{B0AE2AE4-9B4D-4837-B340-534CF372F852}"/>
              </a:ext>
            </a:extLst>
          </p:cNvPr>
          <p:cNvSpPr txBox="1">
            <a:spLocks/>
          </p:cNvSpPr>
          <p:nvPr/>
        </p:nvSpPr>
        <p:spPr>
          <a:xfrm>
            <a:off x="418395" y="1108031"/>
            <a:ext cx="8229600" cy="232121"/>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AU" sz="1600"/>
              <a:t>Open a blank excel sheet, click paste</a:t>
            </a:r>
          </a:p>
        </p:txBody>
      </p:sp>
      <p:pic>
        <p:nvPicPr>
          <p:cNvPr id="7" name="Picture 6">
            <a:extLst>
              <a:ext uri="{FF2B5EF4-FFF2-40B4-BE49-F238E27FC236}">
                <a16:creationId xmlns:a16="http://schemas.microsoft.com/office/drawing/2014/main" id="{A3CA1296-79F3-41DA-A956-3B47641492A2}"/>
              </a:ext>
            </a:extLst>
          </p:cNvPr>
          <p:cNvPicPr>
            <a:picLocks noChangeAspect="1"/>
          </p:cNvPicPr>
          <p:nvPr/>
        </p:nvPicPr>
        <p:blipFill>
          <a:blip r:embed="rId5"/>
          <a:stretch>
            <a:fillRect/>
          </a:stretch>
        </p:blipFill>
        <p:spPr>
          <a:xfrm>
            <a:off x="430655" y="1541288"/>
            <a:ext cx="7728560" cy="3260782"/>
          </a:xfrm>
          <a:prstGeom prst="rect">
            <a:avLst/>
          </a:prstGeom>
          <a:ln>
            <a:solidFill>
              <a:schemeClr val="accent1">
                <a:lumMod val="50000"/>
              </a:schemeClr>
            </a:solidFill>
          </a:ln>
        </p:spPr>
      </p:pic>
      <p:pic>
        <p:nvPicPr>
          <p:cNvPr id="10" name="Picture 9">
            <a:extLst>
              <a:ext uri="{FF2B5EF4-FFF2-40B4-BE49-F238E27FC236}">
                <a16:creationId xmlns:a16="http://schemas.microsoft.com/office/drawing/2014/main" id="{969730B7-F378-4A0C-8589-311A7393525D}"/>
              </a:ext>
            </a:extLst>
          </p:cNvPr>
          <p:cNvPicPr>
            <a:picLocks noChangeAspect="1"/>
          </p:cNvPicPr>
          <p:nvPr/>
        </p:nvPicPr>
        <p:blipFill>
          <a:blip r:embed="rId6"/>
          <a:srcRect/>
          <a:stretch/>
        </p:blipFill>
        <p:spPr>
          <a:xfrm>
            <a:off x="128338" y="40902"/>
            <a:ext cx="802314" cy="257919"/>
          </a:xfrm>
          <a:prstGeom prst="rect">
            <a:avLst/>
          </a:prstGeom>
        </p:spPr>
      </p:pic>
    </p:spTree>
    <p:extLst>
      <p:ext uri="{BB962C8B-B14F-4D97-AF65-F5344CB8AC3E}">
        <p14:creationId xmlns:p14="http://schemas.microsoft.com/office/powerpoint/2010/main" val="94412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2">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3"/>
          <a:stretch>
            <a:fillRect/>
          </a:stretch>
        </p:blipFill>
        <p:spPr>
          <a:xfrm>
            <a:off x="128337" y="119805"/>
            <a:ext cx="580117" cy="141856"/>
          </a:xfrm>
          <a:prstGeom prst="rect">
            <a:avLst/>
          </a:prstGeom>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a:solidFill>
                  <a:srgbClr val="0A3952"/>
                </a:solidFill>
                <a:latin typeface="Arial" panose="020B0604020202020204" pitchFamily="34" charset="0"/>
                <a:cs typeface="Arial" panose="020B0604020202020204" pitchFamily="34" charset="0"/>
              </a:rPr>
              <a:t>Excel copy and paste - 3 </a:t>
            </a:r>
          </a:p>
        </p:txBody>
      </p:sp>
      <p:pic>
        <p:nvPicPr>
          <p:cNvPr id="9" name="Picture 8" descr="A sunset over a body of water&#10;&#10;Description automatically generated">
            <a:extLst>
              <a:ext uri="{FF2B5EF4-FFF2-40B4-BE49-F238E27FC236}">
                <a16:creationId xmlns:a16="http://schemas.microsoft.com/office/drawing/2014/main" id="{B9529737-7473-4026-A3EA-386A65DCD476}"/>
              </a:ext>
            </a:extLst>
          </p:cNvPr>
          <p:cNvPicPr>
            <a:picLocks noChangeAspect="1"/>
          </p:cNvPicPr>
          <p:nvPr/>
        </p:nvPicPr>
        <p:blipFill>
          <a:blip r:embed="rId4"/>
          <a:stretch>
            <a:fillRect/>
          </a:stretch>
        </p:blipFill>
        <p:spPr>
          <a:xfrm>
            <a:off x="0" y="-21622"/>
            <a:ext cx="9144000" cy="342900"/>
          </a:xfrm>
          <a:prstGeom prst="rect">
            <a:avLst/>
          </a:prstGeom>
        </p:spPr>
      </p:pic>
      <p:sp>
        <p:nvSpPr>
          <p:cNvPr id="10" name="Content Placeholder 2">
            <a:extLst>
              <a:ext uri="{FF2B5EF4-FFF2-40B4-BE49-F238E27FC236}">
                <a16:creationId xmlns:a16="http://schemas.microsoft.com/office/drawing/2014/main" id="{7BCE60FF-F092-4631-B329-5E129F2B6623}"/>
              </a:ext>
            </a:extLst>
          </p:cNvPr>
          <p:cNvSpPr txBox="1">
            <a:spLocks/>
          </p:cNvSpPr>
          <p:nvPr/>
        </p:nvSpPr>
        <p:spPr>
          <a:xfrm>
            <a:off x="430655" y="1108031"/>
            <a:ext cx="8763002" cy="232121"/>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AU" sz="1600"/>
              <a:t>Data can be edited in excel and to be pasted back to the screen using “Paste from clipboard”</a:t>
            </a:r>
          </a:p>
        </p:txBody>
      </p:sp>
      <p:pic>
        <p:nvPicPr>
          <p:cNvPr id="12" name="Picture 11">
            <a:extLst>
              <a:ext uri="{FF2B5EF4-FFF2-40B4-BE49-F238E27FC236}">
                <a16:creationId xmlns:a16="http://schemas.microsoft.com/office/drawing/2014/main" id="{E38BB270-AA9B-4FA3-B32B-BC975140101B}"/>
              </a:ext>
            </a:extLst>
          </p:cNvPr>
          <p:cNvPicPr>
            <a:picLocks noChangeAspect="1"/>
          </p:cNvPicPr>
          <p:nvPr/>
        </p:nvPicPr>
        <p:blipFill>
          <a:blip r:embed="rId5"/>
          <a:stretch>
            <a:fillRect/>
          </a:stretch>
        </p:blipFill>
        <p:spPr>
          <a:xfrm>
            <a:off x="485081" y="1610345"/>
            <a:ext cx="8312150" cy="3206890"/>
          </a:xfrm>
          <a:prstGeom prst="rect">
            <a:avLst/>
          </a:prstGeom>
          <a:ln>
            <a:solidFill>
              <a:schemeClr val="accent1">
                <a:lumMod val="50000"/>
              </a:schemeClr>
            </a:solidFill>
          </a:ln>
        </p:spPr>
      </p:pic>
      <p:pic>
        <p:nvPicPr>
          <p:cNvPr id="13" name="Picture 12">
            <a:extLst>
              <a:ext uri="{FF2B5EF4-FFF2-40B4-BE49-F238E27FC236}">
                <a16:creationId xmlns:a16="http://schemas.microsoft.com/office/drawing/2014/main" id="{4F92E8F5-0F04-4089-9E01-CBE5B0F13EB4}"/>
              </a:ext>
            </a:extLst>
          </p:cNvPr>
          <p:cNvPicPr>
            <a:picLocks noChangeAspect="1"/>
          </p:cNvPicPr>
          <p:nvPr/>
        </p:nvPicPr>
        <p:blipFill>
          <a:blip r:embed="rId6"/>
          <a:srcRect/>
          <a:stretch/>
        </p:blipFill>
        <p:spPr>
          <a:xfrm>
            <a:off x="128338" y="40902"/>
            <a:ext cx="802314" cy="257919"/>
          </a:xfrm>
          <a:prstGeom prst="rect">
            <a:avLst/>
          </a:prstGeom>
        </p:spPr>
      </p:pic>
    </p:spTree>
    <p:extLst>
      <p:ext uri="{BB962C8B-B14F-4D97-AF65-F5344CB8AC3E}">
        <p14:creationId xmlns:p14="http://schemas.microsoft.com/office/powerpoint/2010/main" val="31689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1A1AB2-6F07-41B6-A333-B1F5E943618E}"/>
              </a:ext>
            </a:extLst>
          </p:cNvPr>
          <p:cNvSpPr/>
          <p:nvPr/>
        </p:nvSpPr>
        <p:spPr>
          <a:xfrm>
            <a:off x="0" y="0"/>
            <a:ext cx="9144000" cy="51435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4">
            <a:extLst>
              <a:ext uri="{FF2B5EF4-FFF2-40B4-BE49-F238E27FC236}">
                <a16:creationId xmlns:a16="http://schemas.microsoft.com/office/drawing/2014/main" id="{CF7F731B-A6C2-4EE1-BD96-DA6F1563F005}"/>
              </a:ext>
            </a:extLst>
          </p:cNvPr>
          <p:cNvSpPr>
            <a:spLocks noGrp="1"/>
          </p:cNvSpPr>
          <p:nvPr>
            <p:ph type="title"/>
          </p:nvPr>
        </p:nvSpPr>
        <p:spPr>
          <a:xfrm>
            <a:off x="484823" y="1679939"/>
            <a:ext cx="4008596" cy="1356155"/>
          </a:xfrm>
        </p:spPr>
        <p:txBody>
          <a:bodyPr/>
          <a:lstStyle/>
          <a:p>
            <a:r>
              <a:rPr lang="en-US" sz="3200" dirty="0">
                <a:solidFill>
                  <a:schemeClr val="bg2"/>
                </a:solidFill>
                <a:latin typeface="Arial" panose="020B0604020202020204" pitchFamily="34" charset="0"/>
                <a:cs typeface="Arial" panose="020B0604020202020204" pitchFamily="34" charset="0"/>
              </a:rPr>
              <a:t>Upgraded Business Features/Process in EC 14.1</a:t>
            </a:r>
          </a:p>
        </p:txBody>
      </p:sp>
      <p:pic>
        <p:nvPicPr>
          <p:cNvPr id="5" name="Picture 4">
            <a:extLst>
              <a:ext uri="{FF2B5EF4-FFF2-40B4-BE49-F238E27FC236}">
                <a16:creationId xmlns:a16="http://schemas.microsoft.com/office/drawing/2014/main" id="{DF726174-F130-4AB3-8D18-5434711B075E}"/>
              </a:ext>
            </a:extLst>
          </p:cNvPr>
          <p:cNvPicPr>
            <a:picLocks noChangeAspect="1"/>
          </p:cNvPicPr>
          <p:nvPr/>
        </p:nvPicPr>
        <p:blipFill>
          <a:blip r:embed="rId4"/>
          <a:srcRect/>
          <a:stretch/>
        </p:blipFill>
        <p:spPr>
          <a:xfrm>
            <a:off x="128338" y="123037"/>
            <a:ext cx="1232630" cy="396252"/>
          </a:xfrm>
          <a:prstGeom prst="rect">
            <a:avLst/>
          </a:prstGeom>
        </p:spPr>
      </p:pic>
      <p:sp>
        <p:nvSpPr>
          <p:cNvPr id="3" name="Rectangle 2" descr="Daily calendar with solid fill">
            <a:extLst>
              <a:ext uri="{FF2B5EF4-FFF2-40B4-BE49-F238E27FC236}">
                <a16:creationId xmlns:a16="http://schemas.microsoft.com/office/drawing/2014/main" id="{18D8FCA9-7C11-D86E-E46B-BFA256380A6F}"/>
              </a:ext>
            </a:extLst>
          </p:cNvPr>
          <p:cNvSpPr/>
          <p:nvPr/>
        </p:nvSpPr>
        <p:spPr>
          <a:xfrm>
            <a:off x="4388925" y="2388675"/>
            <a:ext cx="366150" cy="366150"/>
          </a:xfrm>
          <a:prstGeom prst="rect">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hueOff val="0"/>
              <a:satOff val="0"/>
              <a:lumOff val="0"/>
              <a:alphaOff val="0"/>
            </a:schemeClr>
          </a:lnRef>
          <a:fillRef idx="1">
            <a:scrgbClr r="0" g="0" b="0"/>
          </a:fillRef>
          <a:effectRef idx="0">
            <a:schemeClr val="accent5">
              <a:alpha val="90000"/>
              <a:hueOff val="0"/>
              <a:satOff val="0"/>
              <a:lumOff val="0"/>
              <a:alphaOff val="-40000"/>
            </a:schemeClr>
          </a:effectRef>
          <a:fontRef idx="minor">
            <a:schemeClr val="lt1"/>
          </a:fontRef>
        </p:style>
        <p:txBody>
          <a:bodyPr/>
          <a:lstStyle/>
          <a:p>
            <a:endParaRPr lang="en-US"/>
          </a:p>
        </p:txBody>
      </p:sp>
      <p:sp>
        <p:nvSpPr>
          <p:cNvPr id="4" name="Rectangle 3" descr="Daily calendar with solid fill">
            <a:extLst>
              <a:ext uri="{FF2B5EF4-FFF2-40B4-BE49-F238E27FC236}">
                <a16:creationId xmlns:a16="http://schemas.microsoft.com/office/drawing/2014/main" id="{E27CEBD8-C841-71B5-41F1-DB43893D1479}"/>
              </a:ext>
            </a:extLst>
          </p:cNvPr>
          <p:cNvSpPr/>
          <p:nvPr/>
        </p:nvSpPr>
        <p:spPr>
          <a:xfrm>
            <a:off x="4541325" y="2541075"/>
            <a:ext cx="366150" cy="366150"/>
          </a:xfrm>
          <a:prstGeom prst="rect">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hueOff val="0"/>
              <a:satOff val="0"/>
              <a:lumOff val="0"/>
              <a:alphaOff val="0"/>
            </a:schemeClr>
          </a:lnRef>
          <a:fillRef idx="1">
            <a:scrgbClr r="0" g="0" b="0"/>
          </a:fillRef>
          <a:effectRef idx="0">
            <a:schemeClr val="accent5">
              <a:alpha val="90000"/>
              <a:hueOff val="0"/>
              <a:satOff val="0"/>
              <a:lumOff val="0"/>
              <a:alphaOff val="-40000"/>
            </a:schemeClr>
          </a:effectRef>
          <a:fontRef idx="minor">
            <a:schemeClr val="lt1"/>
          </a:fontRef>
        </p:style>
        <p:txBody>
          <a:bodyPr/>
          <a:lstStyle/>
          <a:p>
            <a:endParaRPr lang="en-US"/>
          </a:p>
        </p:txBody>
      </p:sp>
    </p:spTree>
    <p:extLst>
      <p:ext uri="{BB962C8B-B14F-4D97-AF65-F5344CB8AC3E}">
        <p14:creationId xmlns:p14="http://schemas.microsoft.com/office/powerpoint/2010/main" val="246717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stone, concrete, cement, dirty&#10;&#10;Description automatically generated">
            <a:extLst>
              <a:ext uri="{FF2B5EF4-FFF2-40B4-BE49-F238E27FC236}">
                <a16:creationId xmlns:a16="http://schemas.microsoft.com/office/drawing/2014/main" id="{7230E270-CE42-48AD-9A6F-4FAE6019949B}"/>
              </a:ext>
            </a:extLst>
          </p:cNvPr>
          <p:cNvPicPr>
            <a:picLocks noChangeAspect="1"/>
          </p:cNvPicPr>
          <p:nvPr/>
        </p:nvPicPr>
        <p:blipFill>
          <a:blip r:embed="rId3"/>
          <a:stretch>
            <a:fillRect/>
          </a:stretch>
        </p:blipFill>
        <p:spPr>
          <a:xfrm>
            <a:off x="0" y="0"/>
            <a:ext cx="9144000" cy="5143500"/>
          </a:xfrm>
          <a:prstGeom prst="rect">
            <a:avLst/>
          </a:prstGeom>
        </p:spPr>
      </p:pic>
      <p:sp>
        <p:nvSpPr>
          <p:cNvPr id="11" name="Rectangle 10">
            <a:extLst>
              <a:ext uri="{FF2B5EF4-FFF2-40B4-BE49-F238E27FC236}">
                <a16:creationId xmlns:a16="http://schemas.microsoft.com/office/drawing/2014/main" id="{965CB31A-22CE-4F2E-A347-D5F98A098940}"/>
              </a:ext>
            </a:extLst>
          </p:cNvPr>
          <p:cNvSpPr/>
          <p:nvPr/>
        </p:nvSpPr>
        <p:spPr>
          <a:xfrm>
            <a:off x="6317163" y="3478237"/>
            <a:ext cx="2686415" cy="1375542"/>
          </a:xfrm>
          <a:prstGeom prst="rect">
            <a:avLst/>
          </a:prstGeom>
        </p:spPr>
        <p:txBody>
          <a:bodyPr vert="horz" lIns="91440" tIns="45720" rIns="91440" bIns="45720" rtlCol="0" anchor="b">
            <a:norm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srgbClr val="0A3952"/>
                </a:solidFill>
                <a:effectLst/>
                <a:uLnTx/>
                <a:uFillTx/>
                <a:latin typeface="Arial" panose="020B0604020202020204" pitchFamily="34" charset="0"/>
                <a:ea typeface="+mn-ea"/>
                <a:cs typeface="Arial" panose="020B0604020202020204" pitchFamily="34" charset="0"/>
              </a:rPr>
              <a:t>What’s new in EC14.1?</a:t>
            </a:r>
          </a:p>
        </p:txBody>
      </p:sp>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4">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5"/>
          <a:stretch>
            <a:fillRect/>
          </a:stretch>
        </p:blipFill>
        <p:spPr>
          <a:xfrm>
            <a:off x="128337" y="119805"/>
            <a:ext cx="580117" cy="141856"/>
          </a:xfrm>
          <a:prstGeom prst="rect">
            <a:avLst/>
          </a:prstGeom>
        </p:spPr>
      </p:pic>
      <p:sp>
        <p:nvSpPr>
          <p:cNvPr id="7" name="Rectangle 6">
            <a:extLst>
              <a:ext uri="{FF2B5EF4-FFF2-40B4-BE49-F238E27FC236}">
                <a16:creationId xmlns:a16="http://schemas.microsoft.com/office/drawing/2014/main" id="{447D46D0-EBE7-4495-A034-D6CB19B23D69}"/>
              </a:ext>
            </a:extLst>
          </p:cNvPr>
          <p:cNvSpPr/>
          <p:nvPr/>
        </p:nvSpPr>
        <p:spPr>
          <a:xfrm>
            <a:off x="0" y="-17339"/>
            <a:ext cx="9144000" cy="3397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graphicFrame>
        <p:nvGraphicFramePr>
          <p:cNvPr id="17" name="Diagram 16">
            <a:extLst>
              <a:ext uri="{FF2B5EF4-FFF2-40B4-BE49-F238E27FC236}">
                <a16:creationId xmlns:a16="http://schemas.microsoft.com/office/drawing/2014/main" id="{E73BBB51-A1E2-467D-880A-E27A7B1A0680}"/>
              </a:ext>
            </a:extLst>
          </p:cNvPr>
          <p:cNvGraphicFramePr/>
          <p:nvPr>
            <p:extLst>
              <p:ext uri="{D42A27DB-BD31-4B8C-83A1-F6EECF244321}">
                <p14:modId xmlns:p14="http://schemas.microsoft.com/office/powerpoint/2010/main" val="1993835360"/>
              </p:ext>
            </p:extLst>
          </p:nvPr>
        </p:nvGraphicFramePr>
        <p:xfrm>
          <a:off x="428625" y="531874"/>
          <a:ext cx="6014563" cy="445058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7872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stone, concrete, cement, dirty&#10;&#10;Description automatically generated">
            <a:extLst>
              <a:ext uri="{FF2B5EF4-FFF2-40B4-BE49-F238E27FC236}">
                <a16:creationId xmlns:a16="http://schemas.microsoft.com/office/drawing/2014/main" id="{7230E270-CE42-48AD-9A6F-4FAE6019949B}"/>
              </a:ext>
            </a:extLst>
          </p:cNvPr>
          <p:cNvPicPr>
            <a:picLocks noChangeAspect="1"/>
          </p:cNvPicPr>
          <p:nvPr/>
        </p:nvPicPr>
        <p:blipFill>
          <a:blip r:embed="rId3"/>
          <a:stretch>
            <a:fillRect/>
          </a:stretch>
        </p:blipFill>
        <p:spPr>
          <a:xfrm>
            <a:off x="0" y="0"/>
            <a:ext cx="9144000" cy="5143500"/>
          </a:xfrm>
          <a:prstGeom prst="rect">
            <a:avLst/>
          </a:prstGeom>
        </p:spPr>
      </p:pic>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4">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5"/>
          <a:stretch>
            <a:fillRect/>
          </a:stretch>
        </p:blipFill>
        <p:spPr>
          <a:xfrm>
            <a:off x="128337" y="119805"/>
            <a:ext cx="580117" cy="141856"/>
          </a:xfrm>
          <a:prstGeom prst="rect">
            <a:avLst/>
          </a:prstGeom>
        </p:spPr>
      </p:pic>
      <p:sp>
        <p:nvSpPr>
          <p:cNvPr id="7" name="Rectangle 6">
            <a:extLst>
              <a:ext uri="{FF2B5EF4-FFF2-40B4-BE49-F238E27FC236}">
                <a16:creationId xmlns:a16="http://schemas.microsoft.com/office/drawing/2014/main" id="{447D46D0-EBE7-4495-A034-D6CB19B23D69}"/>
              </a:ext>
            </a:extLst>
          </p:cNvPr>
          <p:cNvSpPr/>
          <p:nvPr/>
        </p:nvSpPr>
        <p:spPr>
          <a:xfrm>
            <a:off x="0" y="-17339"/>
            <a:ext cx="9144000" cy="3397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graphicFrame>
        <p:nvGraphicFramePr>
          <p:cNvPr id="17" name="Diagram 16">
            <a:extLst>
              <a:ext uri="{FF2B5EF4-FFF2-40B4-BE49-F238E27FC236}">
                <a16:creationId xmlns:a16="http://schemas.microsoft.com/office/drawing/2014/main" id="{E73BBB51-A1E2-467D-880A-E27A7B1A0680}"/>
              </a:ext>
            </a:extLst>
          </p:cNvPr>
          <p:cNvGraphicFramePr/>
          <p:nvPr>
            <p:extLst>
              <p:ext uri="{D42A27DB-BD31-4B8C-83A1-F6EECF244321}">
                <p14:modId xmlns:p14="http://schemas.microsoft.com/office/powerpoint/2010/main" val="1259144353"/>
              </p:ext>
            </p:extLst>
          </p:nvPr>
        </p:nvGraphicFramePr>
        <p:xfrm>
          <a:off x="428625" y="544887"/>
          <a:ext cx="5906434" cy="440363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0" name="Picture 9">
            <a:extLst>
              <a:ext uri="{FF2B5EF4-FFF2-40B4-BE49-F238E27FC236}">
                <a16:creationId xmlns:a16="http://schemas.microsoft.com/office/drawing/2014/main" id="{B1E5773A-9066-4ADB-A394-3432CA880F44}"/>
              </a:ext>
            </a:extLst>
          </p:cNvPr>
          <p:cNvPicPr>
            <a:picLocks noChangeAspect="1"/>
          </p:cNvPicPr>
          <p:nvPr/>
        </p:nvPicPr>
        <p:blipFill>
          <a:blip r:embed="rId12"/>
          <a:srcRect/>
          <a:stretch/>
        </p:blipFill>
        <p:spPr>
          <a:xfrm>
            <a:off x="128338" y="40902"/>
            <a:ext cx="802314" cy="257919"/>
          </a:xfrm>
          <a:prstGeom prst="rect">
            <a:avLst/>
          </a:prstGeom>
        </p:spPr>
      </p:pic>
    </p:spTree>
    <p:extLst>
      <p:ext uri="{BB962C8B-B14F-4D97-AF65-F5344CB8AC3E}">
        <p14:creationId xmlns:p14="http://schemas.microsoft.com/office/powerpoint/2010/main" val="203799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3A6FA6F4-F89E-4AD6-9F04-09FD0984D22E}"/>
              </a:ext>
            </a:extLst>
          </p:cNvPr>
          <p:cNvPicPr>
            <a:picLocks noGrp="1" noChangeAspect="1"/>
          </p:cNvPicPr>
          <p:nvPr>
            <p:ph type="pic" idx="14"/>
          </p:nvPr>
        </p:nvPicPr>
        <p:blipFill>
          <a:blip r:embed="rId3" cstate="hqprint">
            <a:extLst>
              <a:ext uri="{28A0092B-C50C-407E-A947-70E740481C1C}">
                <a14:useLocalDpi xmlns:a14="http://schemas.microsoft.com/office/drawing/2010/main"/>
              </a:ext>
            </a:extLst>
          </a:blip>
          <a:srcRect/>
          <a:stretch>
            <a:fill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28337" y="119805"/>
            <a:ext cx="580117" cy="141856"/>
          </a:xfrm>
          <a:prstGeom prst="rect">
            <a:avLst/>
          </a:prstGeom>
        </p:spPr>
      </p:pic>
      <p:sp>
        <p:nvSpPr>
          <p:cNvPr id="482" name="Rectangle 481">
            <a:extLst>
              <a:ext uri="{FF2B5EF4-FFF2-40B4-BE49-F238E27FC236}">
                <a16:creationId xmlns:a16="http://schemas.microsoft.com/office/drawing/2014/main" id="{791AD5D8-8815-45E8-A8C7-C987D3A56995}"/>
              </a:ext>
            </a:extLst>
          </p:cNvPr>
          <p:cNvSpPr/>
          <p:nvPr/>
        </p:nvSpPr>
        <p:spPr>
          <a:xfrm>
            <a:off x="430655" y="462268"/>
            <a:ext cx="6715734" cy="52322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A3952"/>
                </a:solidFill>
                <a:effectLst/>
                <a:uLnTx/>
                <a:uFillTx/>
                <a:latin typeface="Arial" panose="020B0604020202020204" pitchFamily="34" charset="0"/>
                <a:ea typeface="+mn-ea"/>
                <a:cs typeface="Arial" panose="020B0604020202020204" pitchFamily="34" charset="0"/>
              </a:rPr>
              <a:t>Manage Object – Overview</a:t>
            </a:r>
          </a:p>
        </p:txBody>
      </p:sp>
      <p:sp>
        <p:nvSpPr>
          <p:cNvPr id="13" name="Content Placeholder 2">
            <a:extLst>
              <a:ext uri="{FF2B5EF4-FFF2-40B4-BE49-F238E27FC236}">
                <a16:creationId xmlns:a16="http://schemas.microsoft.com/office/drawing/2014/main" id="{E33E8A85-5992-4ACC-AFF0-D0C913613511}"/>
              </a:ext>
            </a:extLst>
          </p:cNvPr>
          <p:cNvSpPr txBox="1">
            <a:spLocks/>
          </p:cNvSpPr>
          <p:nvPr/>
        </p:nvSpPr>
        <p:spPr>
          <a:xfrm>
            <a:off x="396000" y="1125940"/>
            <a:ext cx="8229600" cy="3246035"/>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85750" lvl="0" indent="-285750">
              <a:buFont typeface="Arial" panose="020B0604020202020204" pitchFamily="34" charset="0"/>
              <a:buChar char="•"/>
              <a:defRPr/>
            </a:pPr>
            <a:r>
              <a:rPr lang="en-US" sz="2000" dirty="0">
                <a:solidFill>
                  <a:srgbClr val="0A3952"/>
                </a:solidFill>
                <a:sym typeface="Wingdings" panose="05000000000000000000" pitchFamily="2" charset="2"/>
              </a:rPr>
              <a:t>New one-stop screens for simplified object configuration.</a:t>
            </a:r>
          </a:p>
          <a:p>
            <a:pPr marL="285750" lvl="0" indent="-285750">
              <a:buFont typeface="Arial" panose="020B0604020202020204" pitchFamily="34" charset="0"/>
              <a:buChar char="•"/>
              <a:defRPr/>
            </a:pPr>
            <a:r>
              <a:rPr lang="en-US" sz="2000" dirty="0">
                <a:solidFill>
                  <a:srgbClr val="0A3952"/>
                </a:solidFill>
                <a:sym typeface="Wingdings" panose="05000000000000000000" pitchFamily="2" charset="2"/>
              </a:rPr>
              <a:t>Reduces separate screen navigation.</a:t>
            </a:r>
          </a:p>
          <a:p>
            <a:pPr marL="285750" lvl="0" indent="-285750">
              <a:buFont typeface="Arial" panose="020B0604020202020204" pitchFamily="34" charset="0"/>
              <a:buChar char="•"/>
              <a:defRPr/>
            </a:pPr>
            <a:r>
              <a:rPr lang="en-US" sz="2000" dirty="0">
                <a:solidFill>
                  <a:srgbClr val="0A3952"/>
                </a:solidFill>
                <a:sym typeface="Wingdings" panose="05000000000000000000" pitchFamily="2" charset="2"/>
              </a:rPr>
              <a:t>Enter the most relevant information for an object.</a:t>
            </a:r>
          </a:p>
          <a:p>
            <a:pPr marL="285750" lvl="0" indent="-285750">
              <a:buFont typeface="Arial" panose="020B0604020202020204" pitchFamily="34" charset="0"/>
              <a:buChar char="•"/>
              <a:defRPr/>
            </a:pPr>
            <a:r>
              <a:rPr lang="en-US" sz="2000" dirty="0">
                <a:solidFill>
                  <a:srgbClr val="0A3952"/>
                </a:solidFill>
              </a:rPr>
              <a:t>Includes:</a:t>
            </a:r>
          </a:p>
          <a:p>
            <a:pPr marL="800100" lvl="1" indent="-285750">
              <a:spcBef>
                <a:spcPts val="750"/>
              </a:spcBef>
              <a:defRPr/>
            </a:pPr>
            <a:r>
              <a:rPr lang="en-US" sz="1800" dirty="0">
                <a:solidFill>
                  <a:srgbClr val="0A3952"/>
                </a:solidFill>
              </a:rPr>
              <a:t>Manage Facility</a:t>
            </a:r>
          </a:p>
          <a:p>
            <a:pPr marL="800100" lvl="1" indent="-285750">
              <a:spcBef>
                <a:spcPts val="750"/>
              </a:spcBef>
              <a:defRPr/>
            </a:pPr>
            <a:r>
              <a:rPr lang="en-US" sz="1800" dirty="0">
                <a:solidFill>
                  <a:srgbClr val="0A3952"/>
                </a:solidFill>
              </a:rPr>
              <a:t>Manage Stream</a:t>
            </a:r>
          </a:p>
          <a:p>
            <a:pPr marL="800100" lvl="1" indent="-285750">
              <a:spcBef>
                <a:spcPts val="750"/>
              </a:spcBef>
              <a:defRPr/>
            </a:pPr>
            <a:r>
              <a:rPr lang="en-US" sz="1800" dirty="0">
                <a:solidFill>
                  <a:srgbClr val="0A3952"/>
                </a:solidFill>
              </a:rPr>
              <a:t>Manage Well</a:t>
            </a:r>
          </a:p>
          <a:p>
            <a:pPr marR="0" lvl="1" indent="0" algn="l" defTabSz="685800" rtl="0" eaLnBrk="1" fontAlgn="auto" latinLnBrk="0" hangingPunct="1">
              <a:lnSpc>
                <a:spcPct val="110000"/>
              </a:lnSpc>
              <a:spcBef>
                <a:spcPts val="375"/>
              </a:spcBef>
              <a:spcAft>
                <a:spcPts val="0"/>
              </a:spcAft>
              <a:buClrTx/>
              <a:buSzTx/>
              <a:buNone/>
              <a:tabLst/>
              <a:defRPr/>
            </a:pPr>
            <a:endParaRPr kumimoji="0" lang="en-US" sz="1200" b="0" i="0" u="none" strike="noStrike" kern="1200" cap="none" spc="0" normalizeH="0" baseline="0" noProof="0" dirty="0">
              <a:ln>
                <a:noFill/>
              </a:ln>
              <a:solidFill>
                <a:srgbClr val="0A3952"/>
              </a:solidFill>
              <a:effectLst/>
              <a:uLnTx/>
              <a:uFillTx/>
              <a:latin typeface="Arial" panose="020B0604020202020204" pitchFamily="34" charset="0"/>
              <a:ea typeface="+mn-ea"/>
              <a:cs typeface="Arial" panose="020B0604020202020204" pitchFamily="34" charset="0"/>
            </a:endParaRPr>
          </a:p>
        </p:txBody>
      </p:sp>
      <p:sp>
        <p:nvSpPr>
          <p:cNvPr id="9" name="Rectangle 8">
            <a:extLst>
              <a:ext uri="{FF2B5EF4-FFF2-40B4-BE49-F238E27FC236}">
                <a16:creationId xmlns:a16="http://schemas.microsoft.com/office/drawing/2014/main" id="{8CDAA2BA-FB19-44F2-B3C5-93C872D0F36A}"/>
              </a:ext>
            </a:extLst>
          </p:cNvPr>
          <p:cNvSpPr/>
          <p:nvPr/>
        </p:nvSpPr>
        <p:spPr>
          <a:xfrm>
            <a:off x="0" y="9274"/>
            <a:ext cx="9144000" cy="339725"/>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F9A8756-2059-4E50-A0CE-E7E3B0BC352F}"/>
              </a:ext>
            </a:extLst>
          </p:cNvPr>
          <p:cNvPicPr>
            <a:picLocks noChangeAspect="1"/>
          </p:cNvPicPr>
          <p:nvPr/>
        </p:nvPicPr>
        <p:blipFill>
          <a:blip r:embed="rId6"/>
          <a:srcRect/>
          <a:stretch/>
        </p:blipFill>
        <p:spPr>
          <a:xfrm>
            <a:off x="128338" y="40902"/>
            <a:ext cx="802314" cy="257919"/>
          </a:xfrm>
          <a:prstGeom prst="rect">
            <a:avLst/>
          </a:prstGeom>
        </p:spPr>
      </p:pic>
    </p:spTree>
    <p:extLst>
      <p:ext uri="{BB962C8B-B14F-4D97-AF65-F5344CB8AC3E}">
        <p14:creationId xmlns:p14="http://schemas.microsoft.com/office/powerpoint/2010/main" val="49752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3A6FA6F4-F89E-4AD6-9F04-09FD0984D22E}"/>
              </a:ext>
            </a:extLst>
          </p:cNvPr>
          <p:cNvPicPr>
            <a:picLocks noGrp="1" noChangeAspect="1"/>
          </p:cNvPicPr>
          <p:nvPr>
            <p:ph type="pic" idx="14"/>
          </p:nvPr>
        </p:nvPicPr>
        <p:blipFill>
          <a:blip r:embed="rId3" cstate="hqprint">
            <a:extLst>
              <a:ext uri="{28A0092B-C50C-407E-A947-70E740481C1C}">
                <a14:useLocalDpi xmlns:a14="http://schemas.microsoft.com/office/drawing/2010/main"/>
              </a:ext>
            </a:extLst>
          </a:blip>
          <a:srcRect/>
          <a:stretch>
            <a:fill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28337" y="119805"/>
            <a:ext cx="580117" cy="141856"/>
          </a:xfrm>
          <a:prstGeom prst="rect">
            <a:avLst/>
          </a:prstGeom>
        </p:spPr>
      </p:pic>
      <p:sp>
        <p:nvSpPr>
          <p:cNvPr id="482" name="Rectangle 481">
            <a:extLst>
              <a:ext uri="{FF2B5EF4-FFF2-40B4-BE49-F238E27FC236}">
                <a16:creationId xmlns:a16="http://schemas.microsoft.com/office/drawing/2014/main" id="{791AD5D8-8815-45E8-A8C7-C987D3A56995}"/>
              </a:ext>
            </a:extLst>
          </p:cNvPr>
          <p:cNvSpPr/>
          <p:nvPr/>
        </p:nvSpPr>
        <p:spPr>
          <a:xfrm>
            <a:off x="430654" y="462268"/>
            <a:ext cx="7416451" cy="52322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A3952"/>
                </a:solidFill>
                <a:effectLst/>
                <a:uLnTx/>
                <a:uFillTx/>
                <a:latin typeface="Arial" panose="020B0604020202020204" pitchFamily="34" charset="0"/>
                <a:ea typeface="+mn-ea"/>
                <a:cs typeface="Arial" panose="020B0604020202020204" pitchFamily="34" charset="0"/>
              </a:rPr>
              <a:t>Manage </a:t>
            </a:r>
            <a:r>
              <a:rPr lang="en-US" sz="2800" b="1" dirty="0">
                <a:solidFill>
                  <a:srgbClr val="0A3952"/>
                </a:solidFill>
                <a:latin typeface="Arial" panose="020B0604020202020204" pitchFamily="34" charset="0"/>
                <a:cs typeface="Arial" panose="020B0604020202020204" pitchFamily="34" charset="0"/>
              </a:rPr>
              <a:t>Well</a:t>
            </a:r>
            <a:endParaRPr kumimoji="0" lang="en-US" sz="2800" b="1" i="0" u="none" strike="noStrike" kern="1200" cap="none" spc="0" normalizeH="0" baseline="0" noProof="0" dirty="0">
              <a:ln>
                <a:noFill/>
              </a:ln>
              <a:solidFill>
                <a:srgbClr val="0A3952"/>
              </a:solidFill>
              <a:effectLst/>
              <a:uLnTx/>
              <a:uFillTx/>
              <a:latin typeface="Arial" panose="020B0604020202020204" pitchFamily="34" charset="0"/>
              <a:ea typeface="+mn-ea"/>
              <a:cs typeface="Arial" panose="020B0604020202020204" pitchFamily="34" charset="0"/>
            </a:endParaRPr>
          </a:p>
        </p:txBody>
      </p:sp>
      <p:sp>
        <p:nvSpPr>
          <p:cNvPr id="9" name="Rectangle 8">
            <a:extLst>
              <a:ext uri="{FF2B5EF4-FFF2-40B4-BE49-F238E27FC236}">
                <a16:creationId xmlns:a16="http://schemas.microsoft.com/office/drawing/2014/main" id="{8CDAA2BA-FB19-44F2-B3C5-93C872D0F36A}"/>
              </a:ext>
            </a:extLst>
          </p:cNvPr>
          <p:cNvSpPr/>
          <p:nvPr/>
        </p:nvSpPr>
        <p:spPr>
          <a:xfrm>
            <a:off x="0" y="9274"/>
            <a:ext cx="9144000" cy="339725"/>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F9A8756-2059-4E50-A0CE-E7E3B0BC352F}"/>
              </a:ext>
            </a:extLst>
          </p:cNvPr>
          <p:cNvPicPr>
            <a:picLocks noChangeAspect="1"/>
          </p:cNvPicPr>
          <p:nvPr/>
        </p:nvPicPr>
        <p:blipFill>
          <a:blip r:embed="rId6"/>
          <a:srcRect/>
          <a:stretch/>
        </p:blipFill>
        <p:spPr>
          <a:xfrm>
            <a:off x="128338" y="40902"/>
            <a:ext cx="802314" cy="257919"/>
          </a:xfrm>
          <a:prstGeom prst="rect">
            <a:avLst/>
          </a:prstGeom>
        </p:spPr>
      </p:pic>
      <p:sp>
        <p:nvSpPr>
          <p:cNvPr id="2" name="Text Placeholder 5">
            <a:extLst>
              <a:ext uri="{FF2B5EF4-FFF2-40B4-BE49-F238E27FC236}">
                <a16:creationId xmlns:a16="http://schemas.microsoft.com/office/drawing/2014/main" id="{DF68D18D-99B8-DAFA-D3B4-A09C752100C0}"/>
              </a:ext>
            </a:extLst>
          </p:cNvPr>
          <p:cNvSpPr txBox="1">
            <a:spLocks/>
          </p:cNvSpPr>
          <p:nvPr/>
        </p:nvSpPr>
        <p:spPr>
          <a:xfrm>
            <a:off x="430654" y="1095111"/>
            <a:ext cx="1596425" cy="296477"/>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EC12</a:t>
            </a:r>
          </a:p>
        </p:txBody>
      </p:sp>
      <p:sp>
        <p:nvSpPr>
          <p:cNvPr id="3" name="Text Placeholder 6">
            <a:extLst>
              <a:ext uri="{FF2B5EF4-FFF2-40B4-BE49-F238E27FC236}">
                <a16:creationId xmlns:a16="http://schemas.microsoft.com/office/drawing/2014/main" id="{2FBCA2DB-C9B7-6951-E20C-A35380C2A52E}"/>
              </a:ext>
            </a:extLst>
          </p:cNvPr>
          <p:cNvSpPr txBox="1">
            <a:spLocks/>
          </p:cNvSpPr>
          <p:nvPr/>
        </p:nvSpPr>
        <p:spPr>
          <a:xfrm>
            <a:off x="4523091" y="1131563"/>
            <a:ext cx="2493258" cy="296477"/>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EC14</a:t>
            </a:r>
          </a:p>
        </p:txBody>
      </p:sp>
      <p:pic>
        <p:nvPicPr>
          <p:cNvPr id="5" name="Picture 4">
            <a:extLst>
              <a:ext uri="{FF2B5EF4-FFF2-40B4-BE49-F238E27FC236}">
                <a16:creationId xmlns:a16="http://schemas.microsoft.com/office/drawing/2014/main" id="{63CE61D7-75DF-FA20-ED23-E59E771D7295}"/>
              </a:ext>
            </a:extLst>
          </p:cNvPr>
          <p:cNvPicPr>
            <a:picLocks noChangeAspect="1"/>
          </p:cNvPicPr>
          <p:nvPr/>
        </p:nvPicPr>
        <p:blipFill>
          <a:blip r:embed="rId7"/>
          <a:stretch>
            <a:fillRect/>
          </a:stretch>
        </p:blipFill>
        <p:spPr>
          <a:xfrm>
            <a:off x="529496" y="1574115"/>
            <a:ext cx="3674419" cy="2097340"/>
          </a:xfrm>
          <a:prstGeom prst="rect">
            <a:avLst/>
          </a:prstGeom>
        </p:spPr>
      </p:pic>
      <p:pic>
        <p:nvPicPr>
          <p:cNvPr id="10" name="Picture 9">
            <a:extLst>
              <a:ext uri="{FF2B5EF4-FFF2-40B4-BE49-F238E27FC236}">
                <a16:creationId xmlns:a16="http://schemas.microsoft.com/office/drawing/2014/main" id="{35988D9F-3BE6-6CBC-0745-F6105AA66C36}"/>
              </a:ext>
            </a:extLst>
          </p:cNvPr>
          <p:cNvPicPr>
            <a:picLocks noChangeAspect="1"/>
          </p:cNvPicPr>
          <p:nvPr/>
        </p:nvPicPr>
        <p:blipFill>
          <a:blip r:embed="rId8"/>
          <a:stretch>
            <a:fillRect/>
          </a:stretch>
        </p:blipFill>
        <p:spPr>
          <a:xfrm>
            <a:off x="4439964" y="1740371"/>
            <a:ext cx="4360455" cy="1882594"/>
          </a:xfrm>
          <a:prstGeom prst="rect">
            <a:avLst/>
          </a:prstGeom>
        </p:spPr>
      </p:pic>
    </p:spTree>
    <p:extLst>
      <p:ext uri="{BB962C8B-B14F-4D97-AF65-F5344CB8AC3E}">
        <p14:creationId xmlns:p14="http://schemas.microsoft.com/office/powerpoint/2010/main" val="340364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stone, concrete, cement, dirty&#10;&#10;Description automatically generated">
            <a:extLst>
              <a:ext uri="{FF2B5EF4-FFF2-40B4-BE49-F238E27FC236}">
                <a16:creationId xmlns:a16="http://schemas.microsoft.com/office/drawing/2014/main" id="{7230E270-CE42-48AD-9A6F-4FAE6019949B}"/>
              </a:ext>
            </a:extLst>
          </p:cNvPr>
          <p:cNvPicPr>
            <a:picLocks noChangeAspect="1"/>
          </p:cNvPicPr>
          <p:nvPr/>
        </p:nvPicPr>
        <p:blipFill>
          <a:blip r:embed="rId3"/>
          <a:stretch>
            <a:fillRect/>
          </a:stretch>
        </p:blipFill>
        <p:spPr>
          <a:xfrm>
            <a:off x="0" y="0"/>
            <a:ext cx="9144000" cy="5143500"/>
          </a:xfrm>
          <a:prstGeom prst="rect">
            <a:avLst/>
          </a:prstGeom>
        </p:spPr>
      </p:pic>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4">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5"/>
          <a:stretch>
            <a:fillRect/>
          </a:stretch>
        </p:blipFill>
        <p:spPr>
          <a:xfrm>
            <a:off x="128337" y="119805"/>
            <a:ext cx="580117" cy="141856"/>
          </a:xfrm>
          <a:prstGeom prst="rect">
            <a:avLst/>
          </a:prstGeom>
        </p:spPr>
      </p:pic>
      <p:sp>
        <p:nvSpPr>
          <p:cNvPr id="7" name="Rectangle 6">
            <a:extLst>
              <a:ext uri="{FF2B5EF4-FFF2-40B4-BE49-F238E27FC236}">
                <a16:creationId xmlns:a16="http://schemas.microsoft.com/office/drawing/2014/main" id="{447D46D0-EBE7-4495-A034-D6CB19B23D69}"/>
              </a:ext>
            </a:extLst>
          </p:cNvPr>
          <p:cNvSpPr/>
          <p:nvPr/>
        </p:nvSpPr>
        <p:spPr>
          <a:xfrm>
            <a:off x="0" y="-17339"/>
            <a:ext cx="9144000" cy="3397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graphicFrame>
        <p:nvGraphicFramePr>
          <p:cNvPr id="17" name="Diagram 16">
            <a:extLst>
              <a:ext uri="{FF2B5EF4-FFF2-40B4-BE49-F238E27FC236}">
                <a16:creationId xmlns:a16="http://schemas.microsoft.com/office/drawing/2014/main" id="{E73BBB51-A1E2-467D-880A-E27A7B1A0680}"/>
              </a:ext>
            </a:extLst>
          </p:cNvPr>
          <p:cNvGraphicFramePr/>
          <p:nvPr>
            <p:extLst>
              <p:ext uri="{D42A27DB-BD31-4B8C-83A1-F6EECF244321}">
                <p14:modId xmlns:p14="http://schemas.microsoft.com/office/powerpoint/2010/main" val="1417489156"/>
              </p:ext>
            </p:extLst>
          </p:nvPr>
        </p:nvGraphicFramePr>
        <p:xfrm>
          <a:off x="428625" y="544886"/>
          <a:ext cx="5387865" cy="44375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0" name="Picture 9">
            <a:extLst>
              <a:ext uri="{FF2B5EF4-FFF2-40B4-BE49-F238E27FC236}">
                <a16:creationId xmlns:a16="http://schemas.microsoft.com/office/drawing/2014/main" id="{B1E5773A-9066-4ADB-A394-3432CA880F44}"/>
              </a:ext>
            </a:extLst>
          </p:cNvPr>
          <p:cNvPicPr>
            <a:picLocks noChangeAspect="1"/>
          </p:cNvPicPr>
          <p:nvPr/>
        </p:nvPicPr>
        <p:blipFill>
          <a:blip r:embed="rId12"/>
          <a:srcRect/>
          <a:stretch/>
        </p:blipFill>
        <p:spPr>
          <a:xfrm>
            <a:off x="128338" y="40902"/>
            <a:ext cx="802314" cy="257919"/>
          </a:xfrm>
          <a:prstGeom prst="rect">
            <a:avLst/>
          </a:prstGeom>
        </p:spPr>
      </p:pic>
    </p:spTree>
    <p:extLst>
      <p:ext uri="{BB962C8B-B14F-4D97-AF65-F5344CB8AC3E}">
        <p14:creationId xmlns:p14="http://schemas.microsoft.com/office/powerpoint/2010/main" val="2626278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C82F-66D7-277B-DD76-D79A27E027FD}"/>
            </a:ext>
          </a:extLst>
        </p:cNvPr>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861C1A76-802A-AC8E-002B-7BBC90D1CDBB}"/>
              </a:ext>
            </a:extLst>
          </p:cNvPr>
          <p:cNvPicPr>
            <a:picLocks noGrp="1" noChangeAspect="1"/>
          </p:cNvPicPr>
          <p:nvPr>
            <p:ph type="pic" idx="14"/>
          </p:nvPr>
        </p:nvPicPr>
        <p:blipFill>
          <a:blip r:embed="rId3" cstate="hqprint">
            <a:extLst>
              <a:ext uri="{28A0092B-C50C-407E-A947-70E740481C1C}">
                <a14:useLocalDpi xmlns:a14="http://schemas.microsoft.com/office/drawing/2010/main"/>
              </a:ext>
            </a:extLst>
          </a:blip>
          <a:srcRect/>
          <a:stretch>
            <a:fillRect/>
          </a:stretch>
        </p:blipFill>
        <p:spPr/>
      </p:pic>
      <p:pic>
        <p:nvPicPr>
          <p:cNvPr id="8" name="Picture 7" descr="A picture containing wheel, drawing&#10;&#10;Description automatically generated">
            <a:extLst>
              <a:ext uri="{FF2B5EF4-FFF2-40B4-BE49-F238E27FC236}">
                <a16:creationId xmlns:a16="http://schemas.microsoft.com/office/drawing/2014/main" id="{94A4A191-4894-C881-4EB8-F212FF77F9C7}"/>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28337" y="119805"/>
            <a:ext cx="580117" cy="141856"/>
          </a:xfrm>
          <a:prstGeom prst="rect">
            <a:avLst/>
          </a:prstGeom>
        </p:spPr>
      </p:pic>
      <p:sp>
        <p:nvSpPr>
          <p:cNvPr id="482" name="Rectangle 481">
            <a:extLst>
              <a:ext uri="{FF2B5EF4-FFF2-40B4-BE49-F238E27FC236}">
                <a16:creationId xmlns:a16="http://schemas.microsoft.com/office/drawing/2014/main" id="{68F48730-2C81-31B5-D607-E663120A203A}"/>
              </a:ext>
            </a:extLst>
          </p:cNvPr>
          <p:cNvSpPr/>
          <p:nvPr/>
        </p:nvSpPr>
        <p:spPr>
          <a:xfrm>
            <a:off x="430655" y="462268"/>
            <a:ext cx="6715734" cy="52322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A3952"/>
                </a:solidFill>
                <a:effectLst/>
                <a:uLnTx/>
                <a:uFillTx/>
                <a:latin typeface="Arial" panose="020B0604020202020204" pitchFamily="34" charset="0"/>
                <a:ea typeface="+mn-ea"/>
                <a:cs typeface="Arial" panose="020B0604020202020204" pitchFamily="34" charset="0"/>
              </a:rPr>
              <a:t>Deferment</a:t>
            </a:r>
          </a:p>
        </p:txBody>
      </p:sp>
      <p:sp>
        <p:nvSpPr>
          <p:cNvPr id="13" name="Content Placeholder 2">
            <a:extLst>
              <a:ext uri="{FF2B5EF4-FFF2-40B4-BE49-F238E27FC236}">
                <a16:creationId xmlns:a16="http://schemas.microsoft.com/office/drawing/2014/main" id="{921ADA30-E668-918F-C084-C649F32CD00A}"/>
              </a:ext>
            </a:extLst>
          </p:cNvPr>
          <p:cNvSpPr txBox="1">
            <a:spLocks/>
          </p:cNvSpPr>
          <p:nvPr/>
        </p:nvSpPr>
        <p:spPr>
          <a:xfrm>
            <a:off x="396000" y="1125940"/>
            <a:ext cx="8229600" cy="3246035"/>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t>Automatically creates a deferment record based on minimum on stream hours settings</a:t>
            </a:r>
          </a:p>
          <a:p>
            <a:pPr marL="342900" indent="-342900">
              <a:buFont typeface="Arial" panose="020B0604020202020204" pitchFamily="34" charset="0"/>
              <a:buChar char="•"/>
            </a:pPr>
            <a:r>
              <a:rPr lang="en-US" sz="2000" dirty="0"/>
              <a:t>A scheduler job can be executed to insert the wells automatically in Deferment Day</a:t>
            </a:r>
          </a:p>
          <a:p>
            <a:pPr marR="0" lvl="1" indent="0" algn="l" defTabSz="685800" rtl="0" eaLnBrk="1" fontAlgn="auto" latinLnBrk="0" hangingPunct="1">
              <a:lnSpc>
                <a:spcPct val="110000"/>
              </a:lnSpc>
              <a:spcBef>
                <a:spcPts val="375"/>
              </a:spcBef>
              <a:spcAft>
                <a:spcPts val="0"/>
              </a:spcAft>
              <a:buClrTx/>
              <a:buSzTx/>
              <a:buNone/>
              <a:tabLst/>
              <a:defRPr/>
            </a:pPr>
            <a:endParaRPr kumimoji="0" lang="en-US" sz="1200" b="0" i="0" u="none" strike="noStrike" kern="1200" cap="none" spc="0" normalizeH="0" baseline="0" noProof="0" dirty="0">
              <a:ln>
                <a:noFill/>
              </a:ln>
              <a:solidFill>
                <a:srgbClr val="0A3952"/>
              </a:solidFill>
              <a:effectLst/>
              <a:uLnTx/>
              <a:uFillTx/>
              <a:latin typeface="Arial" panose="020B0604020202020204" pitchFamily="34" charset="0"/>
              <a:ea typeface="+mn-ea"/>
              <a:cs typeface="Arial" panose="020B0604020202020204" pitchFamily="34" charset="0"/>
            </a:endParaRPr>
          </a:p>
        </p:txBody>
      </p:sp>
      <p:sp>
        <p:nvSpPr>
          <p:cNvPr id="9" name="Rectangle 8">
            <a:extLst>
              <a:ext uri="{FF2B5EF4-FFF2-40B4-BE49-F238E27FC236}">
                <a16:creationId xmlns:a16="http://schemas.microsoft.com/office/drawing/2014/main" id="{2EF72CBB-B734-225D-CEC7-B5AD42FB1DA1}"/>
              </a:ext>
            </a:extLst>
          </p:cNvPr>
          <p:cNvSpPr/>
          <p:nvPr/>
        </p:nvSpPr>
        <p:spPr>
          <a:xfrm>
            <a:off x="0" y="9274"/>
            <a:ext cx="9144000" cy="339725"/>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88EE4FA9-A21F-5FEC-38B6-067B09283DD7}"/>
              </a:ext>
            </a:extLst>
          </p:cNvPr>
          <p:cNvPicPr>
            <a:picLocks noChangeAspect="1"/>
          </p:cNvPicPr>
          <p:nvPr/>
        </p:nvPicPr>
        <p:blipFill>
          <a:blip r:embed="rId6"/>
          <a:srcRect/>
          <a:stretch/>
        </p:blipFill>
        <p:spPr>
          <a:xfrm>
            <a:off x="128338" y="40902"/>
            <a:ext cx="802314" cy="257919"/>
          </a:xfrm>
          <a:prstGeom prst="rect">
            <a:avLst/>
          </a:prstGeom>
        </p:spPr>
      </p:pic>
      <p:pic>
        <p:nvPicPr>
          <p:cNvPr id="3" name="Picture 2">
            <a:extLst>
              <a:ext uri="{FF2B5EF4-FFF2-40B4-BE49-F238E27FC236}">
                <a16:creationId xmlns:a16="http://schemas.microsoft.com/office/drawing/2014/main" id="{B0167A57-BC96-5D0B-5BA8-8835FBC333E7}"/>
              </a:ext>
            </a:extLst>
          </p:cNvPr>
          <p:cNvPicPr>
            <a:picLocks noChangeAspect="1"/>
          </p:cNvPicPr>
          <p:nvPr/>
        </p:nvPicPr>
        <p:blipFill>
          <a:blip r:embed="rId7"/>
          <a:stretch>
            <a:fillRect/>
          </a:stretch>
        </p:blipFill>
        <p:spPr>
          <a:xfrm>
            <a:off x="1260022" y="3087234"/>
            <a:ext cx="6388428" cy="825542"/>
          </a:xfrm>
          <a:prstGeom prst="rect">
            <a:avLst/>
          </a:prstGeom>
        </p:spPr>
      </p:pic>
    </p:spTree>
    <p:extLst>
      <p:ext uri="{BB962C8B-B14F-4D97-AF65-F5344CB8AC3E}">
        <p14:creationId xmlns:p14="http://schemas.microsoft.com/office/powerpoint/2010/main" val="401652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stone, concrete, cement, dirty&#10;&#10;Description automatically generated">
            <a:extLst>
              <a:ext uri="{FF2B5EF4-FFF2-40B4-BE49-F238E27FC236}">
                <a16:creationId xmlns:a16="http://schemas.microsoft.com/office/drawing/2014/main" id="{7230E270-CE42-48AD-9A6F-4FAE6019949B}"/>
              </a:ext>
            </a:extLst>
          </p:cNvPr>
          <p:cNvPicPr>
            <a:picLocks noChangeAspect="1"/>
          </p:cNvPicPr>
          <p:nvPr/>
        </p:nvPicPr>
        <p:blipFill>
          <a:blip r:embed="rId3"/>
          <a:stretch>
            <a:fillRect/>
          </a:stretch>
        </p:blipFill>
        <p:spPr>
          <a:xfrm>
            <a:off x="0" y="0"/>
            <a:ext cx="9144000" cy="5143500"/>
          </a:xfrm>
          <a:prstGeom prst="rect">
            <a:avLst/>
          </a:prstGeom>
        </p:spPr>
      </p:pic>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4">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5"/>
          <a:stretch>
            <a:fillRect/>
          </a:stretch>
        </p:blipFill>
        <p:spPr>
          <a:xfrm>
            <a:off x="128337" y="119805"/>
            <a:ext cx="580117" cy="141856"/>
          </a:xfrm>
          <a:prstGeom prst="rect">
            <a:avLst/>
          </a:prstGeom>
        </p:spPr>
      </p:pic>
      <p:sp>
        <p:nvSpPr>
          <p:cNvPr id="7" name="Rectangle 6">
            <a:extLst>
              <a:ext uri="{FF2B5EF4-FFF2-40B4-BE49-F238E27FC236}">
                <a16:creationId xmlns:a16="http://schemas.microsoft.com/office/drawing/2014/main" id="{447D46D0-EBE7-4495-A034-D6CB19B23D69}"/>
              </a:ext>
            </a:extLst>
          </p:cNvPr>
          <p:cNvSpPr/>
          <p:nvPr/>
        </p:nvSpPr>
        <p:spPr>
          <a:xfrm>
            <a:off x="0" y="-17339"/>
            <a:ext cx="9144000" cy="3397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graphicFrame>
        <p:nvGraphicFramePr>
          <p:cNvPr id="17" name="Diagram 16">
            <a:extLst>
              <a:ext uri="{FF2B5EF4-FFF2-40B4-BE49-F238E27FC236}">
                <a16:creationId xmlns:a16="http://schemas.microsoft.com/office/drawing/2014/main" id="{E73BBB51-A1E2-467D-880A-E27A7B1A0680}"/>
              </a:ext>
            </a:extLst>
          </p:cNvPr>
          <p:cNvGraphicFramePr/>
          <p:nvPr>
            <p:extLst>
              <p:ext uri="{D42A27DB-BD31-4B8C-83A1-F6EECF244321}">
                <p14:modId xmlns:p14="http://schemas.microsoft.com/office/powerpoint/2010/main" val="644832341"/>
              </p:ext>
            </p:extLst>
          </p:nvPr>
        </p:nvGraphicFramePr>
        <p:xfrm>
          <a:off x="428625" y="544886"/>
          <a:ext cx="5387865" cy="44375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1617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2">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3"/>
          <a:stretch>
            <a:fillRect/>
          </a:stretch>
        </p:blipFill>
        <p:spPr>
          <a:xfrm>
            <a:off x="128337" y="119805"/>
            <a:ext cx="580117" cy="141856"/>
          </a:xfrm>
          <a:prstGeom prst="rect">
            <a:avLst/>
          </a:prstGeom>
        </p:spPr>
      </p:pic>
      <p:sp>
        <p:nvSpPr>
          <p:cNvPr id="11" name="Rectangle 10">
            <a:extLst>
              <a:ext uri="{FF2B5EF4-FFF2-40B4-BE49-F238E27FC236}">
                <a16:creationId xmlns:a16="http://schemas.microsoft.com/office/drawing/2014/main" id="{965CB31A-22CE-4F2E-A347-D5F98A098940}"/>
              </a:ext>
            </a:extLst>
          </p:cNvPr>
          <p:cNvSpPr/>
          <p:nvPr/>
        </p:nvSpPr>
        <p:spPr>
          <a:xfrm>
            <a:off x="430655" y="462268"/>
            <a:ext cx="6244466" cy="523220"/>
          </a:xfrm>
          <a:prstGeom prst="rect">
            <a:avLst/>
          </a:prstGeom>
        </p:spPr>
        <p:txBody>
          <a:bodyPr wrap="square">
            <a:spAutoFit/>
          </a:bodyPr>
          <a:lstStyle/>
          <a:p>
            <a:pPr lvl="0">
              <a:defRPr/>
            </a:pPr>
            <a:r>
              <a:rPr lang="en-US" sz="2800" b="1" dirty="0">
                <a:solidFill>
                  <a:srgbClr val="0A3952"/>
                </a:solidFill>
                <a:latin typeface="Arial" panose="020B0604020202020204" pitchFamily="34" charset="0"/>
                <a:cs typeface="Arial" panose="020B0604020202020204" pitchFamily="34" charset="0"/>
              </a:rPr>
              <a:t>Tooltips on EC Codes</a:t>
            </a:r>
          </a:p>
        </p:txBody>
      </p:sp>
      <p:pic>
        <p:nvPicPr>
          <p:cNvPr id="9" name="Picture 8" descr="A sunset over a body of water&#10;&#10;Description automatically generated">
            <a:extLst>
              <a:ext uri="{FF2B5EF4-FFF2-40B4-BE49-F238E27FC236}">
                <a16:creationId xmlns:a16="http://schemas.microsoft.com/office/drawing/2014/main" id="{B9529737-7473-4026-A3EA-386A65DCD476}"/>
              </a:ext>
            </a:extLst>
          </p:cNvPr>
          <p:cNvPicPr>
            <a:picLocks noChangeAspect="1"/>
          </p:cNvPicPr>
          <p:nvPr/>
        </p:nvPicPr>
        <p:blipFill>
          <a:blip r:embed="rId4"/>
          <a:stretch>
            <a:fillRect/>
          </a:stretch>
        </p:blipFill>
        <p:spPr>
          <a:xfrm>
            <a:off x="0" y="-21622"/>
            <a:ext cx="9144000" cy="342900"/>
          </a:xfrm>
          <a:prstGeom prst="rect">
            <a:avLst/>
          </a:prstGeom>
        </p:spPr>
      </p:pic>
      <p:sp>
        <p:nvSpPr>
          <p:cNvPr id="10" name="Content Placeholder 2">
            <a:extLst>
              <a:ext uri="{FF2B5EF4-FFF2-40B4-BE49-F238E27FC236}">
                <a16:creationId xmlns:a16="http://schemas.microsoft.com/office/drawing/2014/main" id="{7BCE60FF-F092-4631-B329-5E129F2B6623}"/>
              </a:ext>
            </a:extLst>
          </p:cNvPr>
          <p:cNvSpPr txBox="1">
            <a:spLocks/>
          </p:cNvSpPr>
          <p:nvPr/>
        </p:nvSpPr>
        <p:spPr>
          <a:xfrm>
            <a:off x="529495" y="1108031"/>
            <a:ext cx="7683776" cy="3131460"/>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85750" indent="-285750">
              <a:buFont typeface="Arial" panose="020B0604020202020204" pitchFamily="34" charset="0"/>
              <a:buChar char="•"/>
            </a:pPr>
            <a:r>
              <a:rPr lang="en-US" sz="1600" b="0" i="0" dirty="0">
                <a:solidFill>
                  <a:schemeClr val="tx1"/>
                </a:solidFill>
                <a:effectLst/>
              </a:rPr>
              <a:t>More descriptive dropdown selections are now available.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0" i="0" dirty="0">
                <a:solidFill>
                  <a:schemeClr val="tx1"/>
                </a:solidFill>
                <a:effectLst/>
              </a:rPr>
              <a:t>Tooltip on dropdown that uses EC Codes for most screens are now supported.</a:t>
            </a:r>
          </a:p>
          <a:p>
            <a:pPr marL="285750" indent="-285750">
              <a:buFont typeface="Arial" panose="020B0604020202020204" pitchFamily="34" charset="0"/>
              <a:buChar char="•"/>
            </a:pPr>
            <a:endParaRPr lang="en-US" sz="1600" b="0" i="0" dirty="0">
              <a:solidFill>
                <a:schemeClr val="tx1"/>
              </a:solidFill>
              <a:effectLst/>
            </a:endParaRPr>
          </a:p>
          <a:p>
            <a:pPr marL="285750" indent="-285750">
              <a:buFont typeface="Arial" panose="020B0604020202020204" pitchFamily="34" charset="0"/>
              <a:buChar char="•"/>
            </a:pPr>
            <a:r>
              <a:rPr lang="en-US" sz="1600" dirty="0"/>
              <a:t>Configuration is required for the tooltip to be displayed on screen.</a:t>
            </a:r>
            <a:endParaRPr kumimoji="0" lang="en-US" sz="1600" b="0" u="none" strike="noStrike" kern="1200" cap="none" spc="0" normalizeH="0" baseline="0" noProof="0" dirty="0">
              <a:ln>
                <a:noFill/>
              </a:ln>
              <a:solidFill>
                <a:schemeClr val="tx1"/>
              </a:solidFill>
              <a:effectLst/>
              <a:uLnTx/>
              <a:uFillTx/>
              <a:sym typeface="Wingdings" panose="05000000000000000000" pitchFamily="2" charset="2"/>
            </a:endParaRPr>
          </a:p>
          <a:p>
            <a:r>
              <a:rPr lang="en-AU" sz="1600" dirty="0"/>
              <a:t> </a:t>
            </a:r>
          </a:p>
        </p:txBody>
      </p:sp>
      <p:pic>
        <p:nvPicPr>
          <p:cNvPr id="13" name="Picture 12">
            <a:extLst>
              <a:ext uri="{FF2B5EF4-FFF2-40B4-BE49-F238E27FC236}">
                <a16:creationId xmlns:a16="http://schemas.microsoft.com/office/drawing/2014/main" id="{4F92E8F5-0F04-4089-9E01-CBE5B0F13EB4}"/>
              </a:ext>
            </a:extLst>
          </p:cNvPr>
          <p:cNvPicPr>
            <a:picLocks noChangeAspect="1"/>
          </p:cNvPicPr>
          <p:nvPr/>
        </p:nvPicPr>
        <p:blipFill>
          <a:blip r:embed="rId5"/>
          <a:srcRect/>
          <a:stretch/>
        </p:blipFill>
        <p:spPr>
          <a:xfrm>
            <a:off x="128338" y="40902"/>
            <a:ext cx="802314" cy="257919"/>
          </a:xfrm>
          <a:prstGeom prst="rect">
            <a:avLst/>
          </a:prstGeom>
        </p:spPr>
      </p:pic>
    </p:spTree>
    <p:extLst>
      <p:ext uri="{BB962C8B-B14F-4D97-AF65-F5344CB8AC3E}">
        <p14:creationId xmlns:p14="http://schemas.microsoft.com/office/powerpoint/2010/main" val="389372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stone, concrete, cement, dirty&#10;&#10;Description automatically generated">
            <a:extLst>
              <a:ext uri="{FF2B5EF4-FFF2-40B4-BE49-F238E27FC236}">
                <a16:creationId xmlns:a16="http://schemas.microsoft.com/office/drawing/2014/main" id="{7230E270-CE42-48AD-9A6F-4FAE6019949B}"/>
              </a:ext>
            </a:extLst>
          </p:cNvPr>
          <p:cNvPicPr>
            <a:picLocks noChangeAspect="1"/>
          </p:cNvPicPr>
          <p:nvPr/>
        </p:nvPicPr>
        <p:blipFill>
          <a:blip r:embed="rId3"/>
          <a:stretch>
            <a:fillRect/>
          </a:stretch>
        </p:blipFill>
        <p:spPr>
          <a:xfrm>
            <a:off x="0" y="0"/>
            <a:ext cx="9144000" cy="5143500"/>
          </a:xfrm>
          <a:prstGeom prst="rect">
            <a:avLst/>
          </a:prstGeom>
        </p:spPr>
      </p:pic>
      <p:pic>
        <p:nvPicPr>
          <p:cNvPr id="15" name="Picture Placeholder 14">
            <a:extLst>
              <a:ext uri="{FF2B5EF4-FFF2-40B4-BE49-F238E27FC236}">
                <a16:creationId xmlns:a16="http://schemas.microsoft.com/office/drawing/2014/main" id="{5498DF0F-9182-0644-9113-0C9C8660A285}"/>
              </a:ext>
            </a:extLst>
          </p:cNvPr>
          <p:cNvPicPr>
            <a:picLocks noGrp="1" noChangeAspect="1"/>
          </p:cNvPicPr>
          <p:nvPr>
            <p:ph type="pic" idx="14"/>
          </p:nvPr>
        </p:nvPicPr>
        <p:blipFill rotWithShape="1">
          <a:blip r:embed="rId4">
            <a:extLst>
              <a:ext uri="{28A0092B-C50C-407E-A947-70E740481C1C}">
                <a14:useLocalDpi xmlns:a14="http://schemas.microsoft.com/office/drawing/2010/main"/>
              </a:ext>
            </a:extLst>
          </a:blip>
          <a:srcRect/>
          <a:stretch/>
        </p:blipFill>
        <p:spPr/>
      </p:pic>
      <p:pic>
        <p:nvPicPr>
          <p:cNvPr id="8" name="Picture 7" descr="A picture containing wheel, drawing&#10;&#10;Description automatically generated">
            <a:extLst>
              <a:ext uri="{FF2B5EF4-FFF2-40B4-BE49-F238E27FC236}">
                <a16:creationId xmlns:a16="http://schemas.microsoft.com/office/drawing/2014/main" id="{6002AE21-CBAB-AB4B-A2D9-04EB15FE549A}"/>
              </a:ext>
            </a:extLst>
          </p:cNvPr>
          <p:cNvPicPr>
            <a:picLocks noChangeAspect="1"/>
          </p:cNvPicPr>
          <p:nvPr/>
        </p:nvPicPr>
        <p:blipFill>
          <a:blip r:embed="rId5"/>
          <a:stretch>
            <a:fillRect/>
          </a:stretch>
        </p:blipFill>
        <p:spPr>
          <a:xfrm>
            <a:off x="128337" y="119805"/>
            <a:ext cx="580117" cy="141856"/>
          </a:xfrm>
          <a:prstGeom prst="rect">
            <a:avLst/>
          </a:prstGeom>
        </p:spPr>
      </p:pic>
      <p:sp>
        <p:nvSpPr>
          <p:cNvPr id="7" name="Rectangle 6">
            <a:extLst>
              <a:ext uri="{FF2B5EF4-FFF2-40B4-BE49-F238E27FC236}">
                <a16:creationId xmlns:a16="http://schemas.microsoft.com/office/drawing/2014/main" id="{447D46D0-EBE7-4495-A034-D6CB19B23D69}"/>
              </a:ext>
            </a:extLst>
          </p:cNvPr>
          <p:cNvSpPr/>
          <p:nvPr/>
        </p:nvSpPr>
        <p:spPr>
          <a:xfrm>
            <a:off x="0" y="-17339"/>
            <a:ext cx="9144000" cy="3397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3ABD5"/>
              </a:solidFill>
              <a:effectLst/>
              <a:uLnTx/>
              <a:uFillTx/>
              <a:latin typeface="Calibri" panose="020F0502020204030204"/>
              <a:ea typeface="+mn-ea"/>
              <a:cs typeface="+mn-cs"/>
            </a:endParaRPr>
          </a:p>
        </p:txBody>
      </p:sp>
      <p:graphicFrame>
        <p:nvGraphicFramePr>
          <p:cNvPr id="17" name="Diagram 16">
            <a:extLst>
              <a:ext uri="{FF2B5EF4-FFF2-40B4-BE49-F238E27FC236}">
                <a16:creationId xmlns:a16="http://schemas.microsoft.com/office/drawing/2014/main" id="{E73BBB51-A1E2-467D-880A-E27A7B1A0680}"/>
              </a:ext>
            </a:extLst>
          </p:cNvPr>
          <p:cNvGraphicFramePr/>
          <p:nvPr>
            <p:extLst>
              <p:ext uri="{D42A27DB-BD31-4B8C-83A1-F6EECF244321}">
                <p14:modId xmlns:p14="http://schemas.microsoft.com/office/powerpoint/2010/main" val="1639205963"/>
              </p:ext>
            </p:extLst>
          </p:nvPr>
        </p:nvGraphicFramePr>
        <p:xfrm>
          <a:off x="428625" y="544886"/>
          <a:ext cx="5387865" cy="44375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47413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7B5CB-312C-6499-1973-A8E461BA21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19504-482C-CD9A-88E3-B93938B3C0D4}"/>
              </a:ext>
            </a:extLst>
          </p:cNvPr>
          <p:cNvSpPr/>
          <p:nvPr/>
        </p:nvSpPr>
        <p:spPr>
          <a:xfrm>
            <a:off x="0" y="0"/>
            <a:ext cx="9144000" cy="339725"/>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9">
            <a:extLst>
              <a:ext uri="{FF2B5EF4-FFF2-40B4-BE49-F238E27FC236}">
                <a16:creationId xmlns:a16="http://schemas.microsoft.com/office/drawing/2014/main" id="{82F4F2FE-3FE8-A618-8F7E-95EC20BB1642}"/>
              </a:ext>
            </a:extLst>
          </p:cNvPr>
          <p:cNvSpPr>
            <a:spLocks noGrp="1"/>
          </p:cNvSpPr>
          <p:nvPr>
            <p:ph type="title"/>
          </p:nvPr>
        </p:nvSpPr>
        <p:spPr>
          <a:xfrm>
            <a:off x="457200" y="487635"/>
            <a:ext cx="8229600" cy="670654"/>
          </a:xfrm>
        </p:spPr>
        <p:txBody>
          <a:bodyPr/>
          <a:lstStyle/>
          <a:p>
            <a:r>
              <a:rPr lang="en-US" dirty="0"/>
              <a:t>File Upload – Gas Nomination / IPP</a:t>
            </a:r>
          </a:p>
        </p:txBody>
      </p:sp>
      <p:sp>
        <p:nvSpPr>
          <p:cNvPr id="11" name="Slide Number Placeholder 1">
            <a:extLst>
              <a:ext uri="{FF2B5EF4-FFF2-40B4-BE49-F238E27FC236}">
                <a16:creationId xmlns:a16="http://schemas.microsoft.com/office/drawing/2014/main" id="{F74B778F-50E8-AB28-7B75-7821EB092110}"/>
              </a:ext>
            </a:extLst>
          </p:cNvPr>
          <p:cNvSpPr txBox="1">
            <a:spLocks/>
          </p:cNvSpPr>
          <p:nvPr/>
        </p:nvSpPr>
        <p:spPr>
          <a:xfrm>
            <a:off x="454900" y="5168917"/>
            <a:ext cx="355600" cy="1524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2893F7D-8890-4C92-89D8-CBB4547E9607}" type="slidenum">
              <a:rPr lang="en-MY" smtClean="0"/>
              <a:pPr/>
              <a:t>38</a:t>
            </a:fld>
            <a:endParaRPr lang="en-MY"/>
          </a:p>
        </p:txBody>
      </p:sp>
      <p:pic>
        <p:nvPicPr>
          <p:cNvPr id="7" name="Picture 6">
            <a:extLst>
              <a:ext uri="{FF2B5EF4-FFF2-40B4-BE49-F238E27FC236}">
                <a16:creationId xmlns:a16="http://schemas.microsoft.com/office/drawing/2014/main" id="{7692FA14-AA0B-79C0-B0C7-D815D7560F9A}"/>
              </a:ext>
            </a:extLst>
          </p:cNvPr>
          <p:cNvPicPr>
            <a:picLocks noChangeAspect="1"/>
          </p:cNvPicPr>
          <p:nvPr/>
        </p:nvPicPr>
        <p:blipFill>
          <a:blip r:embed="rId3"/>
          <a:srcRect/>
          <a:stretch/>
        </p:blipFill>
        <p:spPr>
          <a:xfrm>
            <a:off x="128338" y="40902"/>
            <a:ext cx="802314" cy="257919"/>
          </a:xfrm>
          <a:prstGeom prst="rect">
            <a:avLst/>
          </a:prstGeom>
        </p:spPr>
      </p:pic>
      <p:sp>
        <p:nvSpPr>
          <p:cNvPr id="4" name="Content Placeholder 1">
            <a:extLst>
              <a:ext uri="{FF2B5EF4-FFF2-40B4-BE49-F238E27FC236}">
                <a16:creationId xmlns:a16="http://schemas.microsoft.com/office/drawing/2014/main" id="{3271A7A4-540E-8A7D-0FAF-0D582B4D60B6}"/>
              </a:ext>
            </a:extLst>
          </p:cNvPr>
          <p:cNvSpPr txBox="1">
            <a:spLocks/>
          </p:cNvSpPr>
          <p:nvPr/>
        </p:nvSpPr>
        <p:spPr>
          <a:xfrm>
            <a:off x="406036" y="1081862"/>
            <a:ext cx="2533107" cy="3095707"/>
          </a:xfrm>
          <a:prstGeom prst="rect">
            <a:avLst/>
          </a:prstGeom>
        </p:spPr>
        <p:txBody>
          <a:bodyPr vert="horz" lIns="91440" tIns="45720" rIns="91440" bIns="45720" rtlCol="0" anchor="ctr"/>
          <a:lstStyle>
            <a:defPPr>
              <a:defRPr lang="en-US"/>
            </a:defPPr>
            <a:lvl1pPr marL="0" algn="ct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gn="l" defTabSz="685800">
              <a:lnSpc>
                <a:spcPct val="110000"/>
              </a:lnSpc>
              <a:spcBef>
                <a:spcPts val="600"/>
              </a:spcBef>
              <a:buFont typeface="Arial" panose="020B0604020202020204" pitchFamily="34" charset="0"/>
              <a:buChar char="•"/>
            </a:pPr>
            <a:endParaRPr lang="en-US" sz="1349" dirty="0">
              <a:solidFill>
                <a:srgbClr val="333333"/>
              </a:solidFill>
              <a:latin typeface="Arial" panose="020B0604020202020204" pitchFamily="34" charset="0"/>
              <a:cs typeface="Arial" panose="020B0604020202020204" pitchFamily="34" charset="0"/>
            </a:endParaRPr>
          </a:p>
          <a:p>
            <a:pPr marL="214313" indent="-214313" algn="l" defTabSz="685800">
              <a:lnSpc>
                <a:spcPct val="110000"/>
              </a:lnSpc>
              <a:spcBef>
                <a:spcPts val="600"/>
              </a:spcBef>
              <a:buFont typeface="Arial" panose="020B0604020202020204" pitchFamily="34" charset="0"/>
              <a:buChar char="•"/>
            </a:pPr>
            <a:r>
              <a:rPr lang="en-US" sz="1349" u="sng" dirty="0">
                <a:solidFill>
                  <a:srgbClr val="333333"/>
                </a:solidFill>
                <a:latin typeface="Arial" panose="020B0604020202020204" pitchFamily="34" charset="0"/>
                <a:cs typeface="Arial" panose="020B0604020202020204" pitchFamily="34" charset="0"/>
              </a:rPr>
              <a:t>Users</a:t>
            </a:r>
            <a:r>
              <a:rPr lang="en-US" sz="1349" dirty="0">
                <a:solidFill>
                  <a:srgbClr val="333333"/>
                </a:solidFill>
                <a:latin typeface="Arial" panose="020B0604020202020204" pitchFamily="34" charset="0"/>
                <a:cs typeface="Arial" panose="020B0604020202020204" pitchFamily="34" charset="0"/>
              </a:rPr>
              <a:t> upload files to the 'Drop' folder on the server: \\bspsvmp50.bsp.shell.bn.</a:t>
            </a:r>
          </a:p>
          <a:p>
            <a:pPr marL="214313" indent="-214313" algn="l" defTabSz="685800">
              <a:lnSpc>
                <a:spcPct val="110000"/>
              </a:lnSpc>
              <a:spcBef>
                <a:spcPts val="600"/>
              </a:spcBef>
              <a:buFont typeface="Arial" panose="020B0604020202020204" pitchFamily="34" charset="0"/>
              <a:buChar char="•"/>
            </a:pPr>
            <a:r>
              <a:rPr lang="en-US" sz="1349" u="sng" dirty="0">
                <a:solidFill>
                  <a:srgbClr val="333333"/>
                </a:solidFill>
                <a:latin typeface="Arial" panose="020B0604020202020204" pitchFamily="34" charset="0"/>
                <a:cs typeface="Arial" panose="020B0604020202020204" pitchFamily="34" charset="0"/>
              </a:rPr>
              <a:t>IT support </a:t>
            </a:r>
            <a:r>
              <a:rPr lang="en-US" sz="1349" dirty="0">
                <a:solidFill>
                  <a:srgbClr val="333333"/>
                </a:solidFill>
                <a:latin typeface="Arial" panose="020B0604020202020204" pitchFamily="34" charset="0"/>
                <a:cs typeface="Arial" panose="020B0604020202020204" pitchFamily="34" charset="0"/>
              </a:rPr>
              <a:t>copies the files and uploads them manually to the EC server.</a:t>
            </a:r>
            <a:endParaRPr lang="en-US" sz="1349" dirty="0">
              <a:solidFill>
                <a:srgbClr val="333333"/>
              </a:solidFill>
              <a:highlight>
                <a:srgbClr val="FFFF00"/>
              </a:highlight>
              <a:latin typeface="Arial" panose="020B0604020202020204" pitchFamily="34" charset="0"/>
              <a:cs typeface="Arial" panose="020B0604020202020204" pitchFamily="34" charset="0"/>
            </a:endParaRPr>
          </a:p>
          <a:p>
            <a:pPr marL="214313" indent="-214313" algn="l" defTabSz="685800">
              <a:lnSpc>
                <a:spcPct val="110000"/>
              </a:lnSpc>
              <a:spcBef>
                <a:spcPts val="600"/>
              </a:spcBef>
              <a:buFont typeface="Arial" panose="020B0604020202020204" pitchFamily="34" charset="0"/>
              <a:buChar char="•"/>
            </a:pPr>
            <a:r>
              <a:rPr lang="en-US" sz="1349" u="sng" dirty="0">
                <a:solidFill>
                  <a:srgbClr val="333333"/>
                </a:solidFill>
                <a:latin typeface="Arial" panose="020B0604020202020204" pitchFamily="34" charset="0"/>
                <a:cs typeface="Arial" panose="020B0604020202020204" pitchFamily="34" charset="0"/>
              </a:rPr>
              <a:t>User</a:t>
            </a:r>
            <a:r>
              <a:rPr lang="en-US" sz="1349" dirty="0">
                <a:solidFill>
                  <a:srgbClr val="333333"/>
                </a:solidFill>
                <a:latin typeface="Arial" panose="020B0604020202020204" pitchFamily="34" charset="0"/>
                <a:cs typeface="Arial" panose="020B0604020202020204" pitchFamily="34" charset="0"/>
              </a:rPr>
              <a:t> manually trigger the EC scheduled job (</a:t>
            </a:r>
            <a:r>
              <a:rPr lang="en-US" sz="1349" dirty="0" err="1">
                <a:solidFill>
                  <a:srgbClr val="333333"/>
                </a:solidFill>
                <a:latin typeface="Arial" panose="020B0604020202020204" pitchFamily="34" charset="0"/>
                <a:cs typeface="Arial" panose="020B0604020202020204" pitchFamily="34" charset="0"/>
              </a:rPr>
              <a:t>BSP_ImportGasNominations</a:t>
            </a:r>
            <a:r>
              <a:rPr lang="en-US" sz="1349" dirty="0">
                <a:solidFill>
                  <a:srgbClr val="333333"/>
                </a:solidFill>
                <a:latin typeface="Arial" panose="020B0604020202020204" pitchFamily="34" charset="0"/>
                <a:cs typeface="Arial" panose="020B0604020202020204" pitchFamily="34" charset="0"/>
              </a:rPr>
              <a:t> / </a:t>
            </a:r>
            <a:r>
              <a:rPr lang="en-US" sz="1349" dirty="0" err="1">
                <a:solidFill>
                  <a:srgbClr val="333333"/>
                </a:solidFill>
                <a:latin typeface="Arial" panose="020B0604020202020204" pitchFamily="34" charset="0"/>
                <a:cs typeface="Arial" panose="020B0604020202020204" pitchFamily="34" charset="0"/>
              </a:rPr>
              <a:t>BSP_ImportIPP</a:t>
            </a:r>
            <a:r>
              <a:rPr lang="en-US" sz="1349" dirty="0">
                <a:solidFill>
                  <a:srgbClr val="333333"/>
                </a:solidFill>
                <a:latin typeface="Arial" panose="020B0604020202020204" pitchFamily="34" charset="0"/>
                <a:cs typeface="Arial" panose="020B0604020202020204" pitchFamily="34" charset="0"/>
              </a:rPr>
              <a:t>)  to import data into EC.</a:t>
            </a:r>
          </a:p>
        </p:txBody>
      </p:sp>
      <p:sp>
        <p:nvSpPr>
          <p:cNvPr id="6" name="Content Placeholder 4">
            <a:extLst>
              <a:ext uri="{FF2B5EF4-FFF2-40B4-BE49-F238E27FC236}">
                <a16:creationId xmlns:a16="http://schemas.microsoft.com/office/drawing/2014/main" id="{BE88A8A2-9A45-3B97-B92F-1237F7C6D414}"/>
              </a:ext>
            </a:extLst>
          </p:cNvPr>
          <p:cNvSpPr txBox="1">
            <a:spLocks/>
          </p:cNvSpPr>
          <p:nvPr/>
        </p:nvSpPr>
        <p:spPr>
          <a:xfrm>
            <a:off x="3357464" y="1683527"/>
            <a:ext cx="5380500" cy="236341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gn="l" defTabSz="685800">
              <a:lnSpc>
                <a:spcPct val="110000"/>
              </a:lnSpc>
              <a:spcBef>
                <a:spcPts val="600"/>
              </a:spcBef>
              <a:buFont typeface="Arial" panose="020B0604020202020204" pitchFamily="34" charset="0"/>
              <a:buChar char="•"/>
            </a:pPr>
            <a:r>
              <a:rPr lang="en-US" sz="1349" u="sng" dirty="0">
                <a:solidFill>
                  <a:srgbClr val="333333"/>
                </a:solidFill>
                <a:latin typeface="Arial" panose="020B0604020202020204" pitchFamily="34" charset="0"/>
                <a:cs typeface="Arial" panose="020B0604020202020204" pitchFamily="34" charset="0"/>
              </a:rPr>
              <a:t>User</a:t>
            </a:r>
            <a:r>
              <a:rPr lang="en-US" sz="1349" dirty="0">
                <a:solidFill>
                  <a:srgbClr val="333333"/>
                </a:solidFill>
                <a:latin typeface="Arial" panose="020B0604020202020204" pitchFamily="34" charset="0"/>
                <a:cs typeface="Arial" panose="020B0604020202020204" pitchFamily="34" charset="0"/>
              </a:rPr>
              <a:t> upload files to ‘Drop” folder on the server : \\servmo-s-11549 (Production ECIS server)</a:t>
            </a:r>
          </a:p>
          <a:p>
            <a:pPr marL="214313" indent="-214313" algn="l" defTabSz="685800">
              <a:lnSpc>
                <a:spcPct val="110000"/>
              </a:lnSpc>
              <a:spcBef>
                <a:spcPts val="600"/>
              </a:spcBef>
              <a:buFont typeface="Arial" panose="020B0604020202020204" pitchFamily="34" charset="0"/>
              <a:buChar char="•"/>
            </a:pPr>
            <a:r>
              <a:rPr lang="en-US" sz="1349" dirty="0">
                <a:solidFill>
                  <a:srgbClr val="333333"/>
                </a:solidFill>
                <a:latin typeface="Arial" panose="020B0604020202020204" pitchFamily="34" charset="0"/>
                <a:cs typeface="Arial" panose="020B0604020202020204" pitchFamily="34" charset="0"/>
              </a:rPr>
              <a:t>At ECIS server, a windows task scheduler will trigger a batch file every 5 minutes to upload the file in the 'Drop' folder into EC.</a:t>
            </a:r>
          </a:p>
          <a:p>
            <a:pPr marL="214313" indent="-214313" algn="l" defTabSz="685800">
              <a:lnSpc>
                <a:spcPct val="110000"/>
              </a:lnSpc>
              <a:spcBef>
                <a:spcPts val="600"/>
              </a:spcBef>
              <a:buFont typeface="Arial" panose="020B0604020202020204" pitchFamily="34" charset="0"/>
              <a:buChar char="•"/>
            </a:pPr>
            <a:r>
              <a:rPr lang="en-US" sz="1349" u="sng" dirty="0">
                <a:solidFill>
                  <a:srgbClr val="333333"/>
                </a:solidFill>
                <a:latin typeface="Arial" panose="020B0604020202020204" pitchFamily="34" charset="0"/>
                <a:cs typeface="Arial" panose="020B0604020202020204" pitchFamily="34" charset="0"/>
              </a:rPr>
              <a:t>User</a:t>
            </a:r>
            <a:r>
              <a:rPr lang="en-US" sz="1349" dirty="0">
                <a:solidFill>
                  <a:srgbClr val="333333"/>
                </a:solidFill>
                <a:latin typeface="Arial" panose="020B0604020202020204" pitchFamily="34" charset="0"/>
                <a:cs typeface="Arial" panose="020B0604020202020204" pitchFamily="34" charset="0"/>
              </a:rPr>
              <a:t> verify in the EC screen "File Uploads" whether the file has been uploaded successfully.</a:t>
            </a:r>
          </a:p>
          <a:p>
            <a:pPr marL="214313" indent="-214313" algn="l" defTabSz="685800">
              <a:lnSpc>
                <a:spcPct val="110000"/>
              </a:lnSpc>
              <a:spcBef>
                <a:spcPts val="600"/>
              </a:spcBef>
              <a:buFont typeface="Arial" panose="020B0604020202020204" pitchFamily="34" charset="0"/>
              <a:buChar char="•"/>
            </a:pPr>
            <a:r>
              <a:rPr lang="en-US" sz="1349" u="sng" dirty="0">
                <a:solidFill>
                  <a:srgbClr val="333333"/>
                </a:solidFill>
                <a:latin typeface="Arial" panose="020B0604020202020204" pitchFamily="34" charset="0"/>
                <a:cs typeface="Arial" panose="020B0604020202020204" pitchFamily="34" charset="0"/>
              </a:rPr>
              <a:t>User</a:t>
            </a:r>
            <a:r>
              <a:rPr lang="en-US" sz="1349" dirty="0">
                <a:solidFill>
                  <a:srgbClr val="333333"/>
                </a:solidFill>
                <a:latin typeface="Arial" panose="020B0604020202020204" pitchFamily="34" charset="0"/>
                <a:cs typeface="Arial" panose="020B0604020202020204" pitchFamily="34" charset="0"/>
              </a:rPr>
              <a:t> manually trigger the EC scheduled job (</a:t>
            </a:r>
            <a:r>
              <a:rPr lang="en-US" sz="1349" dirty="0" err="1">
                <a:solidFill>
                  <a:srgbClr val="333333"/>
                </a:solidFill>
                <a:latin typeface="Arial" panose="020B0604020202020204" pitchFamily="34" charset="0"/>
                <a:cs typeface="Arial" panose="020B0604020202020204" pitchFamily="34" charset="0"/>
              </a:rPr>
              <a:t>BSP_ImportGasNominations</a:t>
            </a:r>
            <a:r>
              <a:rPr lang="en-US" sz="1349" dirty="0">
                <a:solidFill>
                  <a:srgbClr val="333333"/>
                </a:solidFill>
                <a:latin typeface="Arial" panose="020B0604020202020204" pitchFamily="34" charset="0"/>
                <a:cs typeface="Arial" panose="020B0604020202020204" pitchFamily="34" charset="0"/>
              </a:rPr>
              <a:t> / </a:t>
            </a:r>
            <a:r>
              <a:rPr lang="en-US" sz="1349" dirty="0" err="1">
                <a:solidFill>
                  <a:srgbClr val="333333"/>
                </a:solidFill>
                <a:latin typeface="Arial" panose="020B0604020202020204" pitchFamily="34" charset="0"/>
                <a:cs typeface="Arial" panose="020B0604020202020204" pitchFamily="34" charset="0"/>
              </a:rPr>
              <a:t>BSP_ImportIPP</a:t>
            </a:r>
            <a:r>
              <a:rPr lang="en-US" sz="1349" dirty="0">
                <a:solidFill>
                  <a:srgbClr val="333333"/>
                </a:solidFill>
                <a:latin typeface="Arial" panose="020B0604020202020204" pitchFamily="34" charset="0"/>
                <a:cs typeface="Arial" panose="020B0604020202020204" pitchFamily="34" charset="0"/>
              </a:rPr>
              <a:t>)  to import data into EC, and the file status in ‘Upload Files” screen should mark as “WRITTEN_TO_EC”</a:t>
            </a:r>
          </a:p>
          <a:p>
            <a:pPr marL="214313" indent="-214313" algn="l" defTabSz="685800">
              <a:lnSpc>
                <a:spcPct val="110000"/>
              </a:lnSpc>
              <a:spcBef>
                <a:spcPts val="600"/>
              </a:spcBef>
              <a:buFont typeface="Arial" panose="020B0604020202020204" pitchFamily="34" charset="0"/>
              <a:buChar char="•"/>
            </a:pPr>
            <a:endParaRPr lang="en-US" sz="1349" dirty="0">
              <a:solidFill>
                <a:srgbClr val="333333"/>
              </a:solidFill>
              <a:latin typeface="Arial" panose="020B0604020202020204" pitchFamily="34" charset="0"/>
              <a:cs typeface="Arial" panose="020B0604020202020204" pitchFamily="34" charset="0"/>
            </a:endParaRPr>
          </a:p>
          <a:p>
            <a:pPr marL="214313" indent="-214313" algn="l" defTabSz="685800">
              <a:lnSpc>
                <a:spcPct val="110000"/>
              </a:lnSpc>
              <a:spcBef>
                <a:spcPts val="600"/>
              </a:spcBef>
              <a:buFont typeface="Arial" panose="020B0604020202020204" pitchFamily="34" charset="0"/>
              <a:buChar char="•"/>
            </a:pPr>
            <a:endParaRPr lang="en-US" sz="1349" dirty="0">
              <a:solidFill>
                <a:srgbClr val="333333"/>
              </a:solidFill>
              <a:latin typeface="Arial" panose="020B0604020202020204" pitchFamily="34" charset="0"/>
              <a:cs typeface="Arial" panose="020B0604020202020204" pitchFamily="34" charset="0"/>
            </a:endParaRPr>
          </a:p>
          <a:p>
            <a:pPr marL="214313" indent="-214313" algn="l" defTabSz="685800">
              <a:lnSpc>
                <a:spcPct val="110000"/>
              </a:lnSpc>
              <a:spcBef>
                <a:spcPts val="600"/>
              </a:spcBef>
              <a:buFont typeface="Arial" panose="020B0604020202020204" pitchFamily="34" charset="0"/>
              <a:buChar char="•"/>
            </a:pPr>
            <a:endParaRPr lang="en-US" sz="1349" dirty="0">
              <a:solidFill>
                <a:srgbClr val="333333"/>
              </a:solidFill>
              <a:latin typeface="Arial" panose="020B0604020202020204" pitchFamily="34" charset="0"/>
              <a:cs typeface="Arial" panose="020B0604020202020204" pitchFamily="34" charset="0"/>
            </a:endParaRPr>
          </a:p>
        </p:txBody>
      </p:sp>
      <p:sp>
        <p:nvSpPr>
          <p:cNvPr id="10" name="Text Placeholder 5">
            <a:extLst>
              <a:ext uri="{FF2B5EF4-FFF2-40B4-BE49-F238E27FC236}">
                <a16:creationId xmlns:a16="http://schemas.microsoft.com/office/drawing/2014/main" id="{1A8BB9AF-6DDC-6E3E-25B4-77E0A8583606}"/>
              </a:ext>
            </a:extLst>
          </p:cNvPr>
          <p:cNvSpPr txBox="1">
            <a:spLocks/>
          </p:cNvSpPr>
          <p:nvPr/>
        </p:nvSpPr>
        <p:spPr>
          <a:xfrm>
            <a:off x="410767" y="796583"/>
            <a:ext cx="2579540" cy="296477"/>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EC12</a:t>
            </a:r>
          </a:p>
        </p:txBody>
      </p:sp>
      <p:sp>
        <p:nvSpPr>
          <p:cNvPr id="13" name="Text Placeholder 6">
            <a:extLst>
              <a:ext uri="{FF2B5EF4-FFF2-40B4-BE49-F238E27FC236}">
                <a16:creationId xmlns:a16="http://schemas.microsoft.com/office/drawing/2014/main" id="{FF00464A-B593-D5F9-3654-2F687CA97FEC}"/>
              </a:ext>
            </a:extLst>
          </p:cNvPr>
          <p:cNvSpPr txBox="1">
            <a:spLocks/>
          </p:cNvSpPr>
          <p:nvPr/>
        </p:nvSpPr>
        <p:spPr>
          <a:xfrm>
            <a:off x="3362176" y="794473"/>
            <a:ext cx="4028664" cy="296477"/>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EC14</a:t>
            </a:r>
          </a:p>
        </p:txBody>
      </p:sp>
      <p:pic>
        <p:nvPicPr>
          <p:cNvPr id="25" name="Picture 24">
            <a:extLst>
              <a:ext uri="{FF2B5EF4-FFF2-40B4-BE49-F238E27FC236}">
                <a16:creationId xmlns:a16="http://schemas.microsoft.com/office/drawing/2014/main" id="{CD784561-6596-39FE-A6B0-8CD3A6B73E09}"/>
              </a:ext>
            </a:extLst>
          </p:cNvPr>
          <p:cNvPicPr>
            <a:picLocks noChangeAspect="1"/>
          </p:cNvPicPr>
          <p:nvPr/>
        </p:nvPicPr>
        <p:blipFill>
          <a:blip r:embed="rId4"/>
          <a:stretch>
            <a:fillRect/>
          </a:stretch>
        </p:blipFill>
        <p:spPr>
          <a:xfrm>
            <a:off x="3706584" y="3775752"/>
            <a:ext cx="4980215" cy="1086856"/>
          </a:xfrm>
          <a:prstGeom prst="rect">
            <a:avLst/>
          </a:prstGeom>
        </p:spPr>
      </p:pic>
    </p:spTree>
    <p:extLst>
      <p:ext uri="{BB962C8B-B14F-4D97-AF65-F5344CB8AC3E}">
        <p14:creationId xmlns:p14="http://schemas.microsoft.com/office/powerpoint/2010/main" val="1129674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3A3A-E480-F593-C953-927272D1C4E3}"/>
            </a:ext>
          </a:extLst>
        </p:cNvPr>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40E86378-E4B0-E98B-0494-AF765A48461D}"/>
              </a:ext>
            </a:extLst>
          </p:cNvPr>
          <p:cNvPicPr>
            <a:picLocks noGrp="1" noChangeAspect="1"/>
          </p:cNvPicPr>
          <p:nvPr>
            <p:ph type="pic" idx="14"/>
          </p:nvPr>
        </p:nvPicPr>
        <p:blipFill>
          <a:blip r:embed="rId3" cstate="hqprint">
            <a:extLst>
              <a:ext uri="{28A0092B-C50C-407E-A947-70E740481C1C}">
                <a14:useLocalDpi xmlns:a14="http://schemas.microsoft.com/office/drawing/2010/main"/>
              </a:ext>
            </a:extLst>
          </a:blip>
          <a:srcRect/>
          <a:stretch>
            <a:fillRect/>
          </a:stretch>
        </p:blipFill>
        <p:spPr/>
      </p:pic>
      <p:pic>
        <p:nvPicPr>
          <p:cNvPr id="23" name="Picture 22">
            <a:extLst>
              <a:ext uri="{FF2B5EF4-FFF2-40B4-BE49-F238E27FC236}">
                <a16:creationId xmlns:a16="http://schemas.microsoft.com/office/drawing/2014/main" id="{0B2B91D7-F1F8-D791-C9B2-391ECCEDA06C}"/>
              </a:ext>
            </a:extLst>
          </p:cNvPr>
          <p:cNvPicPr>
            <a:picLocks noChangeAspect="1"/>
          </p:cNvPicPr>
          <p:nvPr/>
        </p:nvPicPr>
        <p:blipFill>
          <a:blip r:embed="rId4"/>
          <a:srcRect/>
          <a:stretch/>
        </p:blipFill>
        <p:spPr>
          <a:xfrm>
            <a:off x="128338" y="40902"/>
            <a:ext cx="802314" cy="257919"/>
          </a:xfrm>
          <a:prstGeom prst="rect">
            <a:avLst/>
          </a:prstGeom>
        </p:spPr>
      </p:pic>
      <p:sp>
        <p:nvSpPr>
          <p:cNvPr id="4" name="Title 9">
            <a:extLst>
              <a:ext uri="{FF2B5EF4-FFF2-40B4-BE49-F238E27FC236}">
                <a16:creationId xmlns:a16="http://schemas.microsoft.com/office/drawing/2014/main" id="{9320B878-57D9-32F4-7E09-D664D0BCEAE5}"/>
              </a:ext>
            </a:extLst>
          </p:cNvPr>
          <p:cNvSpPr>
            <a:spLocks noGrp="1"/>
          </p:cNvSpPr>
          <p:nvPr>
            <p:ph type="title"/>
          </p:nvPr>
        </p:nvSpPr>
        <p:spPr>
          <a:xfrm>
            <a:off x="457200" y="487635"/>
            <a:ext cx="8229600" cy="670654"/>
          </a:xfrm>
        </p:spPr>
        <p:txBody>
          <a:bodyPr/>
          <a:lstStyle/>
          <a:p>
            <a:r>
              <a:rPr lang="en-US" dirty="0"/>
              <a:t>Current EC12 PI configuration in BSP</a:t>
            </a:r>
          </a:p>
        </p:txBody>
      </p:sp>
      <p:sp>
        <p:nvSpPr>
          <p:cNvPr id="5" name="Freeform 63">
            <a:extLst>
              <a:ext uri="{FF2B5EF4-FFF2-40B4-BE49-F238E27FC236}">
                <a16:creationId xmlns:a16="http://schemas.microsoft.com/office/drawing/2014/main" id="{C098F337-752A-C41E-379D-7504ED0BA9A5}"/>
              </a:ext>
            </a:extLst>
          </p:cNvPr>
          <p:cNvSpPr>
            <a:spLocks noEditPoints="1"/>
          </p:cNvSpPr>
          <p:nvPr/>
        </p:nvSpPr>
        <p:spPr bwMode="auto">
          <a:xfrm>
            <a:off x="2264738" y="3305206"/>
            <a:ext cx="549193" cy="639737"/>
          </a:xfrm>
          <a:custGeom>
            <a:avLst/>
            <a:gdLst>
              <a:gd name="T0" fmla="*/ 729 w 1458"/>
              <a:gd name="T1" fmla="*/ 1324 h 1699"/>
              <a:gd name="T2" fmla="*/ 178 w 1458"/>
              <a:gd name="T3" fmla="*/ 1245 h 1699"/>
              <a:gd name="T4" fmla="*/ 0 w 1458"/>
              <a:gd name="T5" fmla="*/ 1156 h 1699"/>
              <a:gd name="T6" fmla="*/ 0 w 1458"/>
              <a:gd name="T7" fmla="*/ 1450 h 1699"/>
              <a:gd name="T8" fmla="*/ 265 w 1458"/>
              <a:gd name="T9" fmla="*/ 1642 h 1699"/>
              <a:gd name="T10" fmla="*/ 729 w 1458"/>
              <a:gd name="T11" fmla="*/ 1699 h 1699"/>
              <a:gd name="T12" fmla="*/ 1458 w 1458"/>
              <a:gd name="T13" fmla="*/ 1450 h 1699"/>
              <a:gd name="T14" fmla="*/ 1458 w 1458"/>
              <a:gd name="T15" fmla="*/ 1156 h 1699"/>
              <a:gd name="T16" fmla="*/ 1279 w 1458"/>
              <a:gd name="T17" fmla="*/ 1245 h 1699"/>
              <a:gd name="T18" fmla="*/ 729 w 1458"/>
              <a:gd name="T19" fmla="*/ 1324 h 1699"/>
              <a:gd name="T20" fmla="*/ 1458 w 1458"/>
              <a:gd name="T21" fmla="*/ 984 h 1699"/>
              <a:gd name="T22" fmla="*/ 1458 w 1458"/>
              <a:gd name="T23" fmla="*/ 682 h 1699"/>
              <a:gd name="T24" fmla="*/ 1279 w 1458"/>
              <a:gd name="T25" fmla="*/ 771 h 1699"/>
              <a:gd name="T26" fmla="*/ 729 w 1458"/>
              <a:gd name="T27" fmla="*/ 849 h 1699"/>
              <a:gd name="T28" fmla="*/ 178 w 1458"/>
              <a:gd name="T29" fmla="*/ 771 h 1699"/>
              <a:gd name="T30" fmla="*/ 0 w 1458"/>
              <a:gd name="T31" fmla="*/ 682 h 1699"/>
              <a:gd name="T32" fmla="*/ 0 w 1458"/>
              <a:gd name="T33" fmla="*/ 984 h 1699"/>
              <a:gd name="T34" fmla="*/ 729 w 1458"/>
              <a:gd name="T35" fmla="*/ 1217 h 1699"/>
              <a:gd name="T36" fmla="*/ 1458 w 1458"/>
              <a:gd name="T37" fmla="*/ 984 h 1699"/>
              <a:gd name="T38" fmla="*/ 0 w 1458"/>
              <a:gd name="T39" fmla="*/ 506 h 1699"/>
              <a:gd name="T40" fmla="*/ 729 w 1458"/>
              <a:gd name="T41" fmla="*/ 742 h 1699"/>
              <a:gd name="T42" fmla="*/ 1458 w 1458"/>
              <a:gd name="T43" fmla="*/ 506 h 1699"/>
              <a:gd name="T44" fmla="*/ 1458 w 1458"/>
              <a:gd name="T45" fmla="*/ 248 h 1699"/>
              <a:gd name="T46" fmla="*/ 729 w 1458"/>
              <a:gd name="T47" fmla="*/ 0 h 1699"/>
              <a:gd name="T48" fmla="*/ 0 w 1458"/>
              <a:gd name="T49" fmla="*/ 248 h 1699"/>
              <a:gd name="T50" fmla="*/ 0 w 1458"/>
              <a:gd name="T51" fmla="*/ 506 h 1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8" h="1699">
                <a:moveTo>
                  <a:pt x="729" y="1324"/>
                </a:moveTo>
                <a:cubicBezTo>
                  <a:pt x="522" y="1324"/>
                  <a:pt x="327" y="1296"/>
                  <a:pt x="178" y="1245"/>
                </a:cubicBezTo>
                <a:cubicBezTo>
                  <a:pt x="100" y="1219"/>
                  <a:pt x="42" y="1188"/>
                  <a:pt x="0" y="1156"/>
                </a:cubicBezTo>
                <a:cubicBezTo>
                  <a:pt x="0" y="1450"/>
                  <a:pt x="0" y="1450"/>
                  <a:pt x="0" y="1450"/>
                </a:cubicBezTo>
                <a:cubicBezTo>
                  <a:pt x="0" y="1528"/>
                  <a:pt x="103" y="1596"/>
                  <a:pt x="265" y="1642"/>
                </a:cubicBezTo>
                <a:cubicBezTo>
                  <a:pt x="391" y="1677"/>
                  <a:pt x="552" y="1699"/>
                  <a:pt x="729" y="1699"/>
                </a:cubicBezTo>
                <a:cubicBezTo>
                  <a:pt x="1131" y="1699"/>
                  <a:pt x="1458" y="1587"/>
                  <a:pt x="1458" y="1450"/>
                </a:cubicBezTo>
                <a:cubicBezTo>
                  <a:pt x="1458" y="1156"/>
                  <a:pt x="1458" y="1156"/>
                  <a:pt x="1458" y="1156"/>
                </a:cubicBezTo>
                <a:cubicBezTo>
                  <a:pt x="1415" y="1188"/>
                  <a:pt x="1357" y="1219"/>
                  <a:pt x="1279" y="1245"/>
                </a:cubicBezTo>
                <a:cubicBezTo>
                  <a:pt x="1130" y="1296"/>
                  <a:pt x="935" y="1324"/>
                  <a:pt x="729" y="1324"/>
                </a:cubicBezTo>
                <a:close/>
                <a:moveTo>
                  <a:pt x="1458" y="984"/>
                </a:moveTo>
                <a:cubicBezTo>
                  <a:pt x="1458" y="682"/>
                  <a:pt x="1458" y="682"/>
                  <a:pt x="1458" y="682"/>
                </a:cubicBezTo>
                <a:cubicBezTo>
                  <a:pt x="1415" y="714"/>
                  <a:pt x="1357" y="744"/>
                  <a:pt x="1279" y="771"/>
                </a:cubicBezTo>
                <a:cubicBezTo>
                  <a:pt x="1130" y="822"/>
                  <a:pt x="935" y="849"/>
                  <a:pt x="729" y="849"/>
                </a:cubicBezTo>
                <a:cubicBezTo>
                  <a:pt x="522" y="849"/>
                  <a:pt x="327" y="822"/>
                  <a:pt x="178" y="771"/>
                </a:cubicBezTo>
                <a:cubicBezTo>
                  <a:pt x="100" y="744"/>
                  <a:pt x="42" y="714"/>
                  <a:pt x="0" y="682"/>
                </a:cubicBezTo>
                <a:cubicBezTo>
                  <a:pt x="0" y="984"/>
                  <a:pt x="0" y="984"/>
                  <a:pt x="0" y="984"/>
                </a:cubicBezTo>
                <a:cubicBezTo>
                  <a:pt x="24" y="1114"/>
                  <a:pt x="342" y="1217"/>
                  <a:pt x="729" y="1217"/>
                </a:cubicBezTo>
                <a:cubicBezTo>
                  <a:pt x="1115" y="1217"/>
                  <a:pt x="1433" y="1114"/>
                  <a:pt x="1458" y="984"/>
                </a:cubicBezTo>
                <a:close/>
                <a:moveTo>
                  <a:pt x="0" y="506"/>
                </a:moveTo>
                <a:cubicBezTo>
                  <a:pt x="17" y="637"/>
                  <a:pt x="337" y="742"/>
                  <a:pt x="729" y="742"/>
                </a:cubicBezTo>
                <a:cubicBezTo>
                  <a:pt x="1120" y="742"/>
                  <a:pt x="1440" y="637"/>
                  <a:pt x="1458" y="506"/>
                </a:cubicBezTo>
                <a:cubicBezTo>
                  <a:pt x="1458" y="248"/>
                  <a:pt x="1458" y="248"/>
                  <a:pt x="1458" y="248"/>
                </a:cubicBezTo>
                <a:cubicBezTo>
                  <a:pt x="1458" y="111"/>
                  <a:pt x="1131" y="0"/>
                  <a:pt x="729" y="0"/>
                </a:cubicBezTo>
                <a:cubicBezTo>
                  <a:pt x="326" y="0"/>
                  <a:pt x="0" y="111"/>
                  <a:pt x="0" y="248"/>
                </a:cubicBezTo>
                <a:lnTo>
                  <a:pt x="0" y="506"/>
                </a:lnTo>
                <a:close/>
              </a:path>
            </a:pathLst>
          </a:custGeom>
          <a:solidFill>
            <a:srgbClr val="00AEA6"/>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7" name="Picture 6">
            <a:extLst>
              <a:ext uri="{FF2B5EF4-FFF2-40B4-BE49-F238E27FC236}">
                <a16:creationId xmlns:a16="http://schemas.microsoft.com/office/drawing/2014/main" id="{F1569B23-926D-80EE-32C8-5F4F860B1169}"/>
              </a:ext>
            </a:extLst>
          </p:cNvPr>
          <p:cNvPicPr>
            <a:picLocks noChangeAspect="1"/>
          </p:cNvPicPr>
          <p:nvPr/>
        </p:nvPicPr>
        <p:blipFill>
          <a:blip r:embed="rId5"/>
          <a:stretch>
            <a:fillRect/>
          </a:stretch>
        </p:blipFill>
        <p:spPr>
          <a:xfrm>
            <a:off x="2305928" y="1511782"/>
            <a:ext cx="448655" cy="425448"/>
          </a:xfrm>
          <a:prstGeom prst="rect">
            <a:avLst/>
          </a:prstGeom>
        </p:spPr>
      </p:pic>
      <p:sp>
        <p:nvSpPr>
          <p:cNvPr id="8" name="Freeform 32">
            <a:extLst>
              <a:ext uri="{FF2B5EF4-FFF2-40B4-BE49-F238E27FC236}">
                <a16:creationId xmlns:a16="http://schemas.microsoft.com/office/drawing/2014/main" id="{CECAC118-A625-8C7C-4392-9C1F7F417EEB}"/>
              </a:ext>
            </a:extLst>
          </p:cNvPr>
          <p:cNvSpPr>
            <a:spLocks noEditPoints="1"/>
          </p:cNvSpPr>
          <p:nvPr/>
        </p:nvSpPr>
        <p:spPr bwMode="auto">
          <a:xfrm>
            <a:off x="2053731" y="1401722"/>
            <a:ext cx="966295" cy="844289"/>
          </a:xfrm>
          <a:custGeom>
            <a:avLst/>
            <a:gdLst>
              <a:gd name="T0" fmla="*/ 1598 w 1735"/>
              <a:gd name="T1" fmla="*/ 970 h 1298"/>
              <a:gd name="T2" fmla="*/ 137 w 1735"/>
              <a:gd name="T3" fmla="*/ 970 h 1298"/>
              <a:gd name="T4" fmla="*/ 29 w 1735"/>
              <a:gd name="T5" fmla="*/ 1182 h 1298"/>
              <a:gd name="T6" fmla="*/ 1706 w 1735"/>
              <a:gd name="T7" fmla="*/ 1182 h 1298"/>
              <a:gd name="T8" fmla="*/ 1598 w 1735"/>
              <a:gd name="T9" fmla="*/ 970 h 1298"/>
              <a:gd name="T10" fmla="*/ 685 w 1735"/>
              <a:gd name="T11" fmla="*/ 1131 h 1298"/>
              <a:gd name="T12" fmla="*/ 730 w 1735"/>
              <a:gd name="T13" fmla="*/ 1045 h 1298"/>
              <a:gd name="T14" fmla="*/ 1010 w 1735"/>
              <a:gd name="T15" fmla="*/ 1045 h 1298"/>
              <a:gd name="T16" fmla="*/ 1050 w 1735"/>
              <a:gd name="T17" fmla="*/ 1131 h 1298"/>
              <a:gd name="T18" fmla="*/ 685 w 1735"/>
              <a:gd name="T19" fmla="*/ 1131 h 1298"/>
              <a:gd name="T20" fmla="*/ 1572 w 1735"/>
              <a:gd name="T21" fmla="*/ 921 h 1298"/>
              <a:gd name="T22" fmla="*/ 1572 w 1735"/>
              <a:gd name="T23" fmla="*/ 918 h 1298"/>
              <a:gd name="T24" fmla="*/ 1572 w 1735"/>
              <a:gd name="T25" fmla="*/ 914 h 1298"/>
              <a:gd name="T26" fmla="*/ 1572 w 1735"/>
              <a:gd name="T27" fmla="*/ 40 h 1298"/>
              <a:gd name="T28" fmla="*/ 1532 w 1735"/>
              <a:gd name="T29" fmla="*/ 0 h 1298"/>
              <a:gd name="T30" fmla="*/ 203 w 1735"/>
              <a:gd name="T31" fmla="*/ 0 h 1298"/>
              <a:gd name="T32" fmla="*/ 162 w 1735"/>
              <a:gd name="T33" fmla="*/ 40 h 1298"/>
              <a:gd name="T34" fmla="*/ 162 w 1735"/>
              <a:gd name="T35" fmla="*/ 914 h 1298"/>
              <a:gd name="T36" fmla="*/ 163 w 1735"/>
              <a:gd name="T37" fmla="*/ 918 h 1298"/>
              <a:gd name="T38" fmla="*/ 162 w 1735"/>
              <a:gd name="T39" fmla="*/ 921 h 1298"/>
              <a:gd name="T40" fmla="*/ 162 w 1735"/>
              <a:gd name="T41" fmla="*/ 922 h 1298"/>
              <a:gd name="T42" fmla="*/ 1573 w 1735"/>
              <a:gd name="T43" fmla="*/ 922 h 1298"/>
              <a:gd name="T44" fmla="*/ 1572 w 1735"/>
              <a:gd name="T45" fmla="*/ 921 h 1298"/>
              <a:gd name="T46" fmla="*/ 1472 w 1735"/>
              <a:gd name="T47" fmla="*/ 854 h 1298"/>
              <a:gd name="T48" fmla="*/ 263 w 1735"/>
              <a:gd name="T49" fmla="*/ 854 h 1298"/>
              <a:gd name="T50" fmla="*/ 263 w 1735"/>
              <a:gd name="T51" fmla="*/ 100 h 1298"/>
              <a:gd name="T52" fmla="*/ 1472 w 1735"/>
              <a:gd name="T53" fmla="*/ 100 h 1298"/>
              <a:gd name="T54" fmla="*/ 1472 w 1735"/>
              <a:gd name="T55" fmla="*/ 854 h 1298"/>
              <a:gd name="T56" fmla="*/ 1731 w 1735"/>
              <a:gd name="T57" fmla="*/ 1230 h 1298"/>
              <a:gd name="T58" fmla="*/ 4 w 1735"/>
              <a:gd name="T59" fmla="*/ 1230 h 1298"/>
              <a:gd name="T60" fmla="*/ 0 w 1735"/>
              <a:gd name="T61" fmla="*/ 1238 h 1298"/>
              <a:gd name="T62" fmla="*/ 40 w 1735"/>
              <a:gd name="T63" fmla="*/ 1298 h 1298"/>
              <a:gd name="T64" fmla="*/ 1695 w 1735"/>
              <a:gd name="T65" fmla="*/ 1298 h 1298"/>
              <a:gd name="T66" fmla="*/ 1735 w 1735"/>
              <a:gd name="T67" fmla="*/ 1238 h 1298"/>
              <a:gd name="T68" fmla="*/ 1731 w 1735"/>
              <a:gd name="T69" fmla="*/ 1230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35" h="1298">
                <a:moveTo>
                  <a:pt x="1598" y="970"/>
                </a:moveTo>
                <a:cubicBezTo>
                  <a:pt x="137" y="970"/>
                  <a:pt x="137" y="970"/>
                  <a:pt x="137" y="970"/>
                </a:cubicBezTo>
                <a:cubicBezTo>
                  <a:pt x="29" y="1182"/>
                  <a:pt x="29" y="1182"/>
                  <a:pt x="29" y="1182"/>
                </a:cubicBezTo>
                <a:cubicBezTo>
                  <a:pt x="1706" y="1182"/>
                  <a:pt x="1706" y="1182"/>
                  <a:pt x="1706" y="1182"/>
                </a:cubicBezTo>
                <a:lnTo>
                  <a:pt x="1598" y="970"/>
                </a:lnTo>
                <a:close/>
                <a:moveTo>
                  <a:pt x="685" y="1131"/>
                </a:moveTo>
                <a:cubicBezTo>
                  <a:pt x="730" y="1045"/>
                  <a:pt x="730" y="1045"/>
                  <a:pt x="730" y="1045"/>
                </a:cubicBezTo>
                <a:cubicBezTo>
                  <a:pt x="1010" y="1045"/>
                  <a:pt x="1010" y="1045"/>
                  <a:pt x="1010" y="1045"/>
                </a:cubicBezTo>
                <a:cubicBezTo>
                  <a:pt x="1050" y="1131"/>
                  <a:pt x="1050" y="1131"/>
                  <a:pt x="1050" y="1131"/>
                </a:cubicBezTo>
                <a:lnTo>
                  <a:pt x="685" y="1131"/>
                </a:lnTo>
                <a:close/>
                <a:moveTo>
                  <a:pt x="1572" y="921"/>
                </a:moveTo>
                <a:cubicBezTo>
                  <a:pt x="1572" y="920"/>
                  <a:pt x="1572" y="919"/>
                  <a:pt x="1572" y="918"/>
                </a:cubicBezTo>
                <a:cubicBezTo>
                  <a:pt x="1572" y="916"/>
                  <a:pt x="1572" y="915"/>
                  <a:pt x="1572" y="914"/>
                </a:cubicBezTo>
                <a:cubicBezTo>
                  <a:pt x="1572" y="40"/>
                  <a:pt x="1572" y="40"/>
                  <a:pt x="1572" y="40"/>
                </a:cubicBezTo>
                <a:cubicBezTo>
                  <a:pt x="1572" y="18"/>
                  <a:pt x="1554" y="0"/>
                  <a:pt x="1532" y="0"/>
                </a:cubicBezTo>
                <a:cubicBezTo>
                  <a:pt x="203" y="0"/>
                  <a:pt x="203" y="0"/>
                  <a:pt x="203" y="0"/>
                </a:cubicBezTo>
                <a:cubicBezTo>
                  <a:pt x="180" y="0"/>
                  <a:pt x="162" y="18"/>
                  <a:pt x="162" y="40"/>
                </a:cubicBezTo>
                <a:cubicBezTo>
                  <a:pt x="162" y="914"/>
                  <a:pt x="162" y="914"/>
                  <a:pt x="162" y="914"/>
                </a:cubicBezTo>
                <a:cubicBezTo>
                  <a:pt x="162" y="915"/>
                  <a:pt x="163" y="916"/>
                  <a:pt x="163" y="918"/>
                </a:cubicBezTo>
                <a:cubicBezTo>
                  <a:pt x="163" y="919"/>
                  <a:pt x="162" y="920"/>
                  <a:pt x="162" y="921"/>
                </a:cubicBezTo>
                <a:cubicBezTo>
                  <a:pt x="162" y="922"/>
                  <a:pt x="162" y="922"/>
                  <a:pt x="162" y="922"/>
                </a:cubicBezTo>
                <a:cubicBezTo>
                  <a:pt x="1573" y="922"/>
                  <a:pt x="1573" y="922"/>
                  <a:pt x="1573" y="922"/>
                </a:cubicBezTo>
                <a:lnTo>
                  <a:pt x="1572" y="921"/>
                </a:lnTo>
                <a:close/>
                <a:moveTo>
                  <a:pt x="1472" y="854"/>
                </a:moveTo>
                <a:cubicBezTo>
                  <a:pt x="263" y="854"/>
                  <a:pt x="263" y="854"/>
                  <a:pt x="263" y="854"/>
                </a:cubicBezTo>
                <a:cubicBezTo>
                  <a:pt x="263" y="100"/>
                  <a:pt x="263" y="100"/>
                  <a:pt x="263" y="100"/>
                </a:cubicBezTo>
                <a:cubicBezTo>
                  <a:pt x="1472" y="100"/>
                  <a:pt x="1472" y="100"/>
                  <a:pt x="1472" y="100"/>
                </a:cubicBezTo>
                <a:lnTo>
                  <a:pt x="1472" y="854"/>
                </a:lnTo>
                <a:close/>
                <a:moveTo>
                  <a:pt x="1731" y="1230"/>
                </a:moveTo>
                <a:cubicBezTo>
                  <a:pt x="4" y="1230"/>
                  <a:pt x="4" y="1230"/>
                  <a:pt x="4" y="1230"/>
                </a:cubicBezTo>
                <a:cubicBezTo>
                  <a:pt x="0" y="1238"/>
                  <a:pt x="0" y="1238"/>
                  <a:pt x="0" y="1238"/>
                </a:cubicBezTo>
                <a:cubicBezTo>
                  <a:pt x="0" y="1260"/>
                  <a:pt x="18" y="1298"/>
                  <a:pt x="40" y="1298"/>
                </a:cubicBezTo>
                <a:cubicBezTo>
                  <a:pt x="1695" y="1298"/>
                  <a:pt x="1695" y="1298"/>
                  <a:pt x="1695" y="1298"/>
                </a:cubicBezTo>
                <a:cubicBezTo>
                  <a:pt x="1717" y="1298"/>
                  <a:pt x="1735" y="1260"/>
                  <a:pt x="1735" y="1238"/>
                </a:cubicBezTo>
                <a:lnTo>
                  <a:pt x="1731" y="1230"/>
                </a:lnTo>
                <a:close/>
              </a:path>
            </a:pathLst>
          </a:custGeom>
          <a:solidFill>
            <a:srgbClr val="00AEA6"/>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9" name="TextBox 8">
            <a:extLst>
              <a:ext uri="{FF2B5EF4-FFF2-40B4-BE49-F238E27FC236}">
                <a16:creationId xmlns:a16="http://schemas.microsoft.com/office/drawing/2014/main" id="{885B793E-72F1-6E70-FFFD-7B91A4CF04A5}"/>
              </a:ext>
            </a:extLst>
          </p:cNvPr>
          <p:cNvSpPr txBox="1"/>
          <p:nvPr/>
        </p:nvSpPr>
        <p:spPr>
          <a:xfrm>
            <a:off x="2020599" y="2311128"/>
            <a:ext cx="1032556" cy="297454"/>
          </a:xfrm>
          <a:prstGeom prst="rect">
            <a:avLst/>
          </a:prstGeom>
          <a:noFill/>
        </p:spPr>
        <p:txBody>
          <a:bodyPr wrap="square" rtlCol="0">
            <a:spAutoFit/>
          </a:bodyPr>
          <a:lstStyle/>
          <a:p>
            <a:pPr algn="ctr"/>
            <a:r>
              <a:rPr lang="en-US" sz="1333" dirty="0"/>
              <a:t>EC</a:t>
            </a:r>
            <a:endParaRPr lang="en-MY" sz="1333" dirty="0"/>
          </a:p>
        </p:txBody>
      </p:sp>
      <p:sp>
        <p:nvSpPr>
          <p:cNvPr id="10" name="TextBox 9">
            <a:extLst>
              <a:ext uri="{FF2B5EF4-FFF2-40B4-BE49-F238E27FC236}">
                <a16:creationId xmlns:a16="http://schemas.microsoft.com/office/drawing/2014/main" id="{5223F60E-6342-3DB6-E9D7-CAEDFA62C698}"/>
              </a:ext>
            </a:extLst>
          </p:cNvPr>
          <p:cNvSpPr txBox="1"/>
          <p:nvPr/>
        </p:nvSpPr>
        <p:spPr>
          <a:xfrm>
            <a:off x="1778986" y="4003035"/>
            <a:ext cx="1441184" cy="297454"/>
          </a:xfrm>
          <a:prstGeom prst="rect">
            <a:avLst/>
          </a:prstGeom>
          <a:noFill/>
        </p:spPr>
        <p:txBody>
          <a:bodyPr wrap="square" rtlCol="0">
            <a:spAutoFit/>
          </a:bodyPr>
          <a:lstStyle/>
          <a:p>
            <a:pPr algn="ctr"/>
            <a:r>
              <a:rPr lang="en-US" sz="1333" dirty="0"/>
              <a:t>EC Database</a:t>
            </a:r>
            <a:endParaRPr lang="en-MY" sz="1333" dirty="0"/>
          </a:p>
        </p:txBody>
      </p:sp>
      <p:cxnSp>
        <p:nvCxnSpPr>
          <p:cNvPr id="12" name="Straight Connector 11">
            <a:extLst>
              <a:ext uri="{FF2B5EF4-FFF2-40B4-BE49-F238E27FC236}">
                <a16:creationId xmlns:a16="http://schemas.microsoft.com/office/drawing/2014/main" id="{08EF4DC3-0A26-604F-19E1-3FE4EE07948A}"/>
              </a:ext>
            </a:extLst>
          </p:cNvPr>
          <p:cNvCxnSpPr>
            <a:cxnSpLocks/>
          </p:cNvCxnSpPr>
          <p:nvPr/>
        </p:nvCxnSpPr>
        <p:spPr bwMode="auto">
          <a:xfrm>
            <a:off x="2536877" y="2578423"/>
            <a:ext cx="2457" cy="665783"/>
          </a:xfrm>
          <a:prstGeom prst="line">
            <a:avLst/>
          </a:prstGeom>
          <a:solidFill>
            <a:schemeClr val="accent1"/>
          </a:solidFill>
          <a:ln w="9525" cap="flat" cmpd="sng" algn="ctr">
            <a:solidFill>
              <a:schemeClr val="tx1"/>
            </a:solidFill>
            <a:prstDash val="solid"/>
            <a:round/>
            <a:headEnd type="triangle" w="med" len="med"/>
            <a:tailEnd type="triangle" w="med" len="med"/>
          </a:ln>
          <a:effectLst/>
        </p:spPr>
      </p:cxnSp>
      <p:sp>
        <p:nvSpPr>
          <p:cNvPr id="13" name="TextBox 12">
            <a:extLst>
              <a:ext uri="{FF2B5EF4-FFF2-40B4-BE49-F238E27FC236}">
                <a16:creationId xmlns:a16="http://schemas.microsoft.com/office/drawing/2014/main" id="{B83BA88D-9D43-A975-8D20-99EBAFA9A174}"/>
              </a:ext>
            </a:extLst>
          </p:cNvPr>
          <p:cNvSpPr txBox="1"/>
          <p:nvPr/>
        </p:nvSpPr>
        <p:spPr>
          <a:xfrm>
            <a:off x="1599494" y="961602"/>
            <a:ext cx="1874765" cy="297454"/>
          </a:xfrm>
          <a:prstGeom prst="rect">
            <a:avLst/>
          </a:prstGeom>
          <a:noFill/>
        </p:spPr>
        <p:txBody>
          <a:bodyPr wrap="square" rtlCol="0" anchor="t">
            <a:spAutoFit/>
          </a:bodyPr>
          <a:lstStyle/>
          <a:p>
            <a:pPr algn="ctr"/>
            <a:r>
              <a:rPr lang="en-US" sz="1333" dirty="0"/>
              <a:t>EC BSP</a:t>
            </a:r>
            <a:endParaRPr lang="en-US" sz="2400" dirty="0"/>
          </a:p>
        </p:txBody>
      </p:sp>
      <p:sp>
        <p:nvSpPr>
          <p:cNvPr id="14" name="Rectangle: Rounded Corners 13">
            <a:extLst>
              <a:ext uri="{FF2B5EF4-FFF2-40B4-BE49-F238E27FC236}">
                <a16:creationId xmlns:a16="http://schemas.microsoft.com/office/drawing/2014/main" id="{2F789493-A4B2-7DB0-B699-E2C5B57821B4}"/>
              </a:ext>
            </a:extLst>
          </p:cNvPr>
          <p:cNvSpPr/>
          <p:nvPr/>
        </p:nvSpPr>
        <p:spPr bwMode="auto">
          <a:xfrm>
            <a:off x="1863941" y="1259056"/>
            <a:ext cx="1441185" cy="3214853"/>
          </a:xfrm>
          <a:prstGeom prst="roundRect">
            <a:avLst/>
          </a:prstGeom>
          <a:noFill/>
          <a:ln w="95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fontAlgn="base">
              <a:spcBef>
                <a:spcPct val="0"/>
              </a:spcBef>
              <a:spcAft>
                <a:spcPct val="0"/>
              </a:spcAft>
            </a:pPr>
            <a:endParaRPr lang="en-US" sz="2133">
              <a:solidFill>
                <a:srgbClr val="FFFFFF"/>
              </a:solidFill>
              <a:latin typeface="Arial" charset="0"/>
            </a:endParaRPr>
          </a:p>
        </p:txBody>
      </p:sp>
      <p:pic>
        <p:nvPicPr>
          <p:cNvPr id="15" name="Graphic 14" descr="Server with solid fill">
            <a:extLst>
              <a:ext uri="{FF2B5EF4-FFF2-40B4-BE49-F238E27FC236}">
                <a16:creationId xmlns:a16="http://schemas.microsoft.com/office/drawing/2014/main" id="{71FB3306-EA23-367A-6EA8-AFBE7DFEF0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0052" y="2364762"/>
            <a:ext cx="914400" cy="914400"/>
          </a:xfrm>
          <a:prstGeom prst="rect">
            <a:avLst/>
          </a:prstGeom>
        </p:spPr>
      </p:pic>
      <p:sp>
        <p:nvSpPr>
          <p:cNvPr id="16" name="Rectangle: Rounded Corners 15">
            <a:extLst>
              <a:ext uri="{FF2B5EF4-FFF2-40B4-BE49-F238E27FC236}">
                <a16:creationId xmlns:a16="http://schemas.microsoft.com/office/drawing/2014/main" id="{5C397559-87E7-47D1-59C9-ADD1505AA1FB}"/>
              </a:ext>
            </a:extLst>
          </p:cNvPr>
          <p:cNvSpPr/>
          <p:nvPr/>
        </p:nvSpPr>
        <p:spPr>
          <a:xfrm>
            <a:off x="4407416" y="2284220"/>
            <a:ext cx="1059671" cy="1159008"/>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16C7E8F-30EA-1307-D23F-03E79A6ADFBD}"/>
              </a:ext>
            </a:extLst>
          </p:cNvPr>
          <p:cNvSpPr txBox="1"/>
          <p:nvPr/>
        </p:nvSpPr>
        <p:spPr>
          <a:xfrm>
            <a:off x="3986649" y="1775010"/>
            <a:ext cx="1874765" cy="502573"/>
          </a:xfrm>
          <a:prstGeom prst="rect">
            <a:avLst/>
          </a:prstGeom>
          <a:noFill/>
        </p:spPr>
        <p:txBody>
          <a:bodyPr wrap="square" rtlCol="0" anchor="t">
            <a:spAutoFit/>
          </a:bodyPr>
          <a:lstStyle/>
          <a:p>
            <a:pPr algn="ctr"/>
            <a:r>
              <a:rPr lang="en-US" sz="1333" dirty="0"/>
              <a:t>Web Server</a:t>
            </a:r>
          </a:p>
          <a:p>
            <a:pPr algn="ctr"/>
            <a:r>
              <a:rPr lang="en-US" sz="1333" dirty="0"/>
              <a:t> (OPC Client)</a:t>
            </a:r>
            <a:endParaRPr lang="en-US" sz="2400" dirty="0"/>
          </a:p>
        </p:txBody>
      </p:sp>
      <p:sp>
        <p:nvSpPr>
          <p:cNvPr id="18" name="TextBox 17">
            <a:extLst>
              <a:ext uri="{FF2B5EF4-FFF2-40B4-BE49-F238E27FC236}">
                <a16:creationId xmlns:a16="http://schemas.microsoft.com/office/drawing/2014/main" id="{E350DED5-E4A2-0E8E-EC10-112B55A7F6C8}"/>
              </a:ext>
            </a:extLst>
          </p:cNvPr>
          <p:cNvSpPr txBox="1"/>
          <p:nvPr/>
        </p:nvSpPr>
        <p:spPr>
          <a:xfrm>
            <a:off x="2905490" y="2578423"/>
            <a:ext cx="1874765" cy="297454"/>
          </a:xfrm>
          <a:prstGeom prst="rect">
            <a:avLst/>
          </a:prstGeom>
          <a:noFill/>
        </p:spPr>
        <p:txBody>
          <a:bodyPr wrap="square" rtlCol="0" anchor="t">
            <a:spAutoFit/>
          </a:bodyPr>
          <a:lstStyle/>
          <a:p>
            <a:pPr algn="ctr"/>
            <a:r>
              <a:rPr lang="en-US" sz="1333" dirty="0"/>
              <a:t>ECIS</a:t>
            </a:r>
            <a:endParaRPr lang="en-US" sz="2400" dirty="0"/>
          </a:p>
        </p:txBody>
      </p:sp>
      <p:cxnSp>
        <p:nvCxnSpPr>
          <p:cNvPr id="19" name="Straight Arrow Connector 18">
            <a:extLst>
              <a:ext uri="{FF2B5EF4-FFF2-40B4-BE49-F238E27FC236}">
                <a16:creationId xmlns:a16="http://schemas.microsoft.com/office/drawing/2014/main" id="{6774E914-ED3A-A127-2AEC-5E8A5A3C470E}"/>
              </a:ext>
            </a:extLst>
          </p:cNvPr>
          <p:cNvCxnSpPr>
            <a:cxnSpLocks/>
            <a:stCxn id="14" idx="3"/>
            <a:endCxn id="16" idx="1"/>
          </p:cNvCxnSpPr>
          <p:nvPr/>
        </p:nvCxnSpPr>
        <p:spPr>
          <a:xfrm flipV="1">
            <a:off x="3305126" y="2863724"/>
            <a:ext cx="1102290" cy="275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 name="Graphic 63" descr="Server with solid fill">
            <a:extLst>
              <a:ext uri="{FF2B5EF4-FFF2-40B4-BE49-F238E27FC236}">
                <a16:creationId xmlns:a16="http://schemas.microsoft.com/office/drawing/2014/main" id="{48A1BE8F-81E0-EF5E-8FC9-63647592230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5372" y="2370731"/>
            <a:ext cx="914400" cy="914400"/>
          </a:xfrm>
          <a:prstGeom prst="rect">
            <a:avLst/>
          </a:prstGeom>
        </p:spPr>
      </p:pic>
      <p:sp>
        <p:nvSpPr>
          <p:cNvPr id="21" name="Rectangle: Rounded Corners 20">
            <a:extLst>
              <a:ext uri="{FF2B5EF4-FFF2-40B4-BE49-F238E27FC236}">
                <a16:creationId xmlns:a16="http://schemas.microsoft.com/office/drawing/2014/main" id="{09B39692-F2CE-5EE9-7F30-64FD335E0445}"/>
              </a:ext>
            </a:extLst>
          </p:cNvPr>
          <p:cNvSpPr/>
          <p:nvPr/>
        </p:nvSpPr>
        <p:spPr>
          <a:xfrm>
            <a:off x="6472736" y="2277814"/>
            <a:ext cx="1059671" cy="1159008"/>
          </a:xfrm>
          <a:prstGeom prst="round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TextBox 65">
            <a:extLst>
              <a:ext uri="{FF2B5EF4-FFF2-40B4-BE49-F238E27FC236}">
                <a16:creationId xmlns:a16="http://schemas.microsoft.com/office/drawing/2014/main" id="{409D5BB8-CD61-A871-EAA0-EC878A7CD460}"/>
              </a:ext>
            </a:extLst>
          </p:cNvPr>
          <p:cNvSpPr txBox="1"/>
          <p:nvPr/>
        </p:nvSpPr>
        <p:spPr>
          <a:xfrm>
            <a:off x="6065188" y="1986766"/>
            <a:ext cx="1874765" cy="297454"/>
          </a:xfrm>
          <a:prstGeom prst="rect">
            <a:avLst/>
          </a:prstGeom>
          <a:noFill/>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333" dirty="0"/>
              <a:t>OPC Server</a:t>
            </a:r>
            <a:endParaRPr lang="en-US" sz="2400" dirty="0"/>
          </a:p>
        </p:txBody>
      </p:sp>
      <p:cxnSp>
        <p:nvCxnSpPr>
          <p:cNvPr id="24" name="Straight Arrow Connector 23">
            <a:extLst>
              <a:ext uri="{FF2B5EF4-FFF2-40B4-BE49-F238E27FC236}">
                <a16:creationId xmlns:a16="http://schemas.microsoft.com/office/drawing/2014/main" id="{8B2F067C-1B45-B3E3-52C2-EDA9DA595DE1}"/>
              </a:ext>
            </a:extLst>
          </p:cNvPr>
          <p:cNvCxnSpPr>
            <a:cxnSpLocks/>
            <a:stCxn id="16" idx="3"/>
            <a:endCxn id="21" idx="1"/>
          </p:cNvCxnSpPr>
          <p:nvPr/>
        </p:nvCxnSpPr>
        <p:spPr>
          <a:xfrm flipV="1">
            <a:off x="5467087" y="2857318"/>
            <a:ext cx="1005649" cy="6406"/>
          </a:xfrm>
          <a:prstGeom prst="straightConnector1">
            <a:avLst/>
          </a:prstGeom>
          <a:ln>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25" name="TextBox 69">
            <a:extLst>
              <a:ext uri="{FF2B5EF4-FFF2-40B4-BE49-F238E27FC236}">
                <a16:creationId xmlns:a16="http://schemas.microsoft.com/office/drawing/2014/main" id="{32AE4936-624C-ED51-81BA-D73298B08072}"/>
              </a:ext>
            </a:extLst>
          </p:cNvPr>
          <p:cNvSpPr txBox="1"/>
          <p:nvPr/>
        </p:nvSpPr>
        <p:spPr>
          <a:xfrm>
            <a:off x="5036306" y="2569029"/>
            <a:ext cx="1874765" cy="297454"/>
          </a:xfrm>
          <a:prstGeom prst="rect">
            <a:avLst/>
          </a:prstGeom>
          <a:noFill/>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333" dirty="0"/>
              <a:t>DCOM</a:t>
            </a:r>
            <a:endParaRPr lang="en-US" sz="2400" dirty="0"/>
          </a:p>
        </p:txBody>
      </p:sp>
    </p:spTree>
    <p:extLst>
      <p:ext uri="{BB962C8B-B14F-4D97-AF65-F5344CB8AC3E}">
        <p14:creationId xmlns:p14="http://schemas.microsoft.com/office/powerpoint/2010/main" val="1566151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E5219-BE8B-F07F-92FE-6D63F32B78A9}"/>
            </a:ext>
          </a:extLst>
        </p:cNvPr>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1C014045-9E70-EDFD-5CCF-987DA1C9A70A}"/>
              </a:ext>
            </a:extLst>
          </p:cNvPr>
          <p:cNvPicPr>
            <a:picLocks noGrp="1" noChangeAspect="1"/>
          </p:cNvPicPr>
          <p:nvPr>
            <p:ph type="pic" idx="14"/>
          </p:nvPr>
        </p:nvPicPr>
        <p:blipFill>
          <a:blip r:embed="rId3" cstate="hqprint">
            <a:extLst>
              <a:ext uri="{28A0092B-C50C-407E-A947-70E740481C1C}">
                <a14:useLocalDpi xmlns:a14="http://schemas.microsoft.com/office/drawing/2010/main"/>
              </a:ext>
            </a:extLst>
          </a:blip>
          <a:srcRect/>
          <a:stretch>
            <a:fillRect/>
          </a:stretch>
        </p:blipFill>
        <p:spPr/>
      </p:pic>
      <p:pic>
        <p:nvPicPr>
          <p:cNvPr id="29" name="Picture 28">
            <a:extLst>
              <a:ext uri="{FF2B5EF4-FFF2-40B4-BE49-F238E27FC236}">
                <a16:creationId xmlns:a16="http://schemas.microsoft.com/office/drawing/2014/main" id="{8657EF47-D7C5-9F7A-1323-3E466B4AFC52}"/>
              </a:ext>
            </a:extLst>
          </p:cNvPr>
          <p:cNvPicPr>
            <a:picLocks noChangeAspect="1"/>
          </p:cNvPicPr>
          <p:nvPr/>
        </p:nvPicPr>
        <p:blipFill>
          <a:blip r:embed="rId4"/>
          <a:srcRect/>
          <a:stretch/>
        </p:blipFill>
        <p:spPr>
          <a:xfrm>
            <a:off x="128338" y="40902"/>
            <a:ext cx="802314" cy="257919"/>
          </a:xfrm>
          <a:prstGeom prst="rect">
            <a:avLst/>
          </a:prstGeom>
        </p:spPr>
      </p:pic>
      <p:sp>
        <p:nvSpPr>
          <p:cNvPr id="4" name="Title 9">
            <a:extLst>
              <a:ext uri="{FF2B5EF4-FFF2-40B4-BE49-F238E27FC236}">
                <a16:creationId xmlns:a16="http://schemas.microsoft.com/office/drawing/2014/main" id="{542D949C-9D6F-A36D-1BAE-9AB9DB409D72}"/>
              </a:ext>
            </a:extLst>
          </p:cNvPr>
          <p:cNvSpPr>
            <a:spLocks noGrp="1"/>
          </p:cNvSpPr>
          <p:nvPr>
            <p:ph type="title"/>
          </p:nvPr>
        </p:nvSpPr>
        <p:spPr>
          <a:xfrm>
            <a:off x="457200" y="388403"/>
            <a:ext cx="8229600" cy="670654"/>
          </a:xfrm>
        </p:spPr>
        <p:txBody>
          <a:bodyPr/>
          <a:lstStyle/>
          <a:p>
            <a:r>
              <a:rPr lang="en-US" dirty="0"/>
              <a:t>Upgraded EC14 PI Configuration in BSP</a:t>
            </a:r>
          </a:p>
        </p:txBody>
      </p:sp>
      <p:sp>
        <p:nvSpPr>
          <p:cNvPr id="5" name="Freeform 63">
            <a:extLst>
              <a:ext uri="{FF2B5EF4-FFF2-40B4-BE49-F238E27FC236}">
                <a16:creationId xmlns:a16="http://schemas.microsoft.com/office/drawing/2014/main" id="{771AB412-EF6E-3F4B-7D7A-B0262022676D}"/>
              </a:ext>
            </a:extLst>
          </p:cNvPr>
          <p:cNvSpPr>
            <a:spLocks noEditPoints="1"/>
          </p:cNvSpPr>
          <p:nvPr/>
        </p:nvSpPr>
        <p:spPr bwMode="auto">
          <a:xfrm>
            <a:off x="1205857" y="3917645"/>
            <a:ext cx="549193" cy="639737"/>
          </a:xfrm>
          <a:custGeom>
            <a:avLst/>
            <a:gdLst>
              <a:gd name="T0" fmla="*/ 729 w 1458"/>
              <a:gd name="T1" fmla="*/ 1324 h 1699"/>
              <a:gd name="T2" fmla="*/ 178 w 1458"/>
              <a:gd name="T3" fmla="*/ 1245 h 1699"/>
              <a:gd name="T4" fmla="*/ 0 w 1458"/>
              <a:gd name="T5" fmla="*/ 1156 h 1699"/>
              <a:gd name="T6" fmla="*/ 0 w 1458"/>
              <a:gd name="T7" fmla="*/ 1450 h 1699"/>
              <a:gd name="T8" fmla="*/ 265 w 1458"/>
              <a:gd name="T9" fmla="*/ 1642 h 1699"/>
              <a:gd name="T10" fmla="*/ 729 w 1458"/>
              <a:gd name="T11" fmla="*/ 1699 h 1699"/>
              <a:gd name="T12" fmla="*/ 1458 w 1458"/>
              <a:gd name="T13" fmla="*/ 1450 h 1699"/>
              <a:gd name="T14" fmla="*/ 1458 w 1458"/>
              <a:gd name="T15" fmla="*/ 1156 h 1699"/>
              <a:gd name="T16" fmla="*/ 1279 w 1458"/>
              <a:gd name="T17" fmla="*/ 1245 h 1699"/>
              <a:gd name="T18" fmla="*/ 729 w 1458"/>
              <a:gd name="T19" fmla="*/ 1324 h 1699"/>
              <a:gd name="T20" fmla="*/ 1458 w 1458"/>
              <a:gd name="T21" fmla="*/ 984 h 1699"/>
              <a:gd name="T22" fmla="*/ 1458 w 1458"/>
              <a:gd name="T23" fmla="*/ 682 h 1699"/>
              <a:gd name="T24" fmla="*/ 1279 w 1458"/>
              <a:gd name="T25" fmla="*/ 771 h 1699"/>
              <a:gd name="T26" fmla="*/ 729 w 1458"/>
              <a:gd name="T27" fmla="*/ 849 h 1699"/>
              <a:gd name="T28" fmla="*/ 178 w 1458"/>
              <a:gd name="T29" fmla="*/ 771 h 1699"/>
              <a:gd name="T30" fmla="*/ 0 w 1458"/>
              <a:gd name="T31" fmla="*/ 682 h 1699"/>
              <a:gd name="T32" fmla="*/ 0 w 1458"/>
              <a:gd name="T33" fmla="*/ 984 h 1699"/>
              <a:gd name="T34" fmla="*/ 729 w 1458"/>
              <a:gd name="T35" fmla="*/ 1217 h 1699"/>
              <a:gd name="T36" fmla="*/ 1458 w 1458"/>
              <a:gd name="T37" fmla="*/ 984 h 1699"/>
              <a:gd name="T38" fmla="*/ 0 w 1458"/>
              <a:gd name="T39" fmla="*/ 506 h 1699"/>
              <a:gd name="T40" fmla="*/ 729 w 1458"/>
              <a:gd name="T41" fmla="*/ 742 h 1699"/>
              <a:gd name="T42" fmla="*/ 1458 w 1458"/>
              <a:gd name="T43" fmla="*/ 506 h 1699"/>
              <a:gd name="T44" fmla="*/ 1458 w 1458"/>
              <a:gd name="T45" fmla="*/ 248 h 1699"/>
              <a:gd name="T46" fmla="*/ 729 w 1458"/>
              <a:gd name="T47" fmla="*/ 0 h 1699"/>
              <a:gd name="T48" fmla="*/ 0 w 1458"/>
              <a:gd name="T49" fmla="*/ 248 h 1699"/>
              <a:gd name="T50" fmla="*/ 0 w 1458"/>
              <a:gd name="T51" fmla="*/ 506 h 1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8" h="1699">
                <a:moveTo>
                  <a:pt x="729" y="1324"/>
                </a:moveTo>
                <a:cubicBezTo>
                  <a:pt x="522" y="1324"/>
                  <a:pt x="327" y="1296"/>
                  <a:pt x="178" y="1245"/>
                </a:cubicBezTo>
                <a:cubicBezTo>
                  <a:pt x="100" y="1219"/>
                  <a:pt x="42" y="1188"/>
                  <a:pt x="0" y="1156"/>
                </a:cubicBezTo>
                <a:cubicBezTo>
                  <a:pt x="0" y="1450"/>
                  <a:pt x="0" y="1450"/>
                  <a:pt x="0" y="1450"/>
                </a:cubicBezTo>
                <a:cubicBezTo>
                  <a:pt x="0" y="1528"/>
                  <a:pt x="103" y="1596"/>
                  <a:pt x="265" y="1642"/>
                </a:cubicBezTo>
                <a:cubicBezTo>
                  <a:pt x="391" y="1677"/>
                  <a:pt x="552" y="1699"/>
                  <a:pt x="729" y="1699"/>
                </a:cubicBezTo>
                <a:cubicBezTo>
                  <a:pt x="1131" y="1699"/>
                  <a:pt x="1458" y="1587"/>
                  <a:pt x="1458" y="1450"/>
                </a:cubicBezTo>
                <a:cubicBezTo>
                  <a:pt x="1458" y="1156"/>
                  <a:pt x="1458" y="1156"/>
                  <a:pt x="1458" y="1156"/>
                </a:cubicBezTo>
                <a:cubicBezTo>
                  <a:pt x="1415" y="1188"/>
                  <a:pt x="1357" y="1219"/>
                  <a:pt x="1279" y="1245"/>
                </a:cubicBezTo>
                <a:cubicBezTo>
                  <a:pt x="1130" y="1296"/>
                  <a:pt x="935" y="1324"/>
                  <a:pt x="729" y="1324"/>
                </a:cubicBezTo>
                <a:close/>
                <a:moveTo>
                  <a:pt x="1458" y="984"/>
                </a:moveTo>
                <a:cubicBezTo>
                  <a:pt x="1458" y="682"/>
                  <a:pt x="1458" y="682"/>
                  <a:pt x="1458" y="682"/>
                </a:cubicBezTo>
                <a:cubicBezTo>
                  <a:pt x="1415" y="714"/>
                  <a:pt x="1357" y="744"/>
                  <a:pt x="1279" y="771"/>
                </a:cubicBezTo>
                <a:cubicBezTo>
                  <a:pt x="1130" y="822"/>
                  <a:pt x="935" y="849"/>
                  <a:pt x="729" y="849"/>
                </a:cubicBezTo>
                <a:cubicBezTo>
                  <a:pt x="522" y="849"/>
                  <a:pt x="327" y="822"/>
                  <a:pt x="178" y="771"/>
                </a:cubicBezTo>
                <a:cubicBezTo>
                  <a:pt x="100" y="744"/>
                  <a:pt x="42" y="714"/>
                  <a:pt x="0" y="682"/>
                </a:cubicBezTo>
                <a:cubicBezTo>
                  <a:pt x="0" y="984"/>
                  <a:pt x="0" y="984"/>
                  <a:pt x="0" y="984"/>
                </a:cubicBezTo>
                <a:cubicBezTo>
                  <a:pt x="24" y="1114"/>
                  <a:pt x="342" y="1217"/>
                  <a:pt x="729" y="1217"/>
                </a:cubicBezTo>
                <a:cubicBezTo>
                  <a:pt x="1115" y="1217"/>
                  <a:pt x="1433" y="1114"/>
                  <a:pt x="1458" y="984"/>
                </a:cubicBezTo>
                <a:close/>
                <a:moveTo>
                  <a:pt x="0" y="506"/>
                </a:moveTo>
                <a:cubicBezTo>
                  <a:pt x="17" y="637"/>
                  <a:pt x="337" y="742"/>
                  <a:pt x="729" y="742"/>
                </a:cubicBezTo>
                <a:cubicBezTo>
                  <a:pt x="1120" y="742"/>
                  <a:pt x="1440" y="637"/>
                  <a:pt x="1458" y="506"/>
                </a:cubicBezTo>
                <a:cubicBezTo>
                  <a:pt x="1458" y="248"/>
                  <a:pt x="1458" y="248"/>
                  <a:pt x="1458" y="248"/>
                </a:cubicBezTo>
                <a:cubicBezTo>
                  <a:pt x="1458" y="111"/>
                  <a:pt x="1131" y="0"/>
                  <a:pt x="729" y="0"/>
                </a:cubicBezTo>
                <a:cubicBezTo>
                  <a:pt x="326" y="0"/>
                  <a:pt x="0" y="111"/>
                  <a:pt x="0" y="248"/>
                </a:cubicBezTo>
                <a:lnTo>
                  <a:pt x="0" y="506"/>
                </a:lnTo>
                <a:close/>
              </a:path>
            </a:pathLst>
          </a:custGeom>
          <a:solidFill>
            <a:srgbClr val="00AEA6"/>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6" name="Picture 5">
            <a:extLst>
              <a:ext uri="{FF2B5EF4-FFF2-40B4-BE49-F238E27FC236}">
                <a16:creationId xmlns:a16="http://schemas.microsoft.com/office/drawing/2014/main" id="{B9774EB2-A50F-1E15-9730-FE395713DA58}"/>
              </a:ext>
            </a:extLst>
          </p:cNvPr>
          <p:cNvPicPr>
            <a:picLocks noChangeAspect="1"/>
          </p:cNvPicPr>
          <p:nvPr/>
        </p:nvPicPr>
        <p:blipFill>
          <a:blip r:embed="rId5"/>
          <a:stretch>
            <a:fillRect/>
          </a:stretch>
        </p:blipFill>
        <p:spPr>
          <a:xfrm>
            <a:off x="1247047" y="2124221"/>
            <a:ext cx="448655" cy="425448"/>
          </a:xfrm>
          <a:prstGeom prst="rect">
            <a:avLst/>
          </a:prstGeom>
        </p:spPr>
      </p:pic>
      <p:sp>
        <p:nvSpPr>
          <p:cNvPr id="8" name="Freeform 32">
            <a:extLst>
              <a:ext uri="{FF2B5EF4-FFF2-40B4-BE49-F238E27FC236}">
                <a16:creationId xmlns:a16="http://schemas.microsoft.com/office/drawing/2014/main" id="{2C1F141E-DE42-3090-9D4F-EF116122C287}"/>
              </a:ext>
            </a:extLst>
          </p:cNvPr>
          <p:cNvSpPr>
            <a:spLocks noEditPoints="1"/>
          </p:cNvSpPr>
          <p:nvPr/>
        </p:nvSpPr>
        <p:spPr bwMode="auto">
          <a:xfrm>
            <a:off x="994850" y="2014161"/>
            <a:ext cx="966295" cy="844289"/>
          </a:xfrm>
          <a:custGeom>
            <a:avLst/>
            <a:gdLst>
              <a:gd name="T0" fmla="*/ 1598 w 1735"/>
              <a:gd name="T1" fmla="*/ 970 h 1298"/>
              <a:gd name="T2" fmla="*/ 137 w 1735"/>
              <a:gd name="T3" fmla="*/ 970 h 1298"/>
              <a:gd name="T4" fmla="*/ 29 w 1735"/>
              <a:gd name="T5" fmla="*/ 1182 h 1298"/>
              <a:gd name="T6" fmla="*/ 1706 w 1735"/>
              <a:gd name="T7" fmla="*/ 1182 h 1298"/>
              <a:gd name="T8" fmla="*/ 1598 w 1735"/>
              <a:gd name="T9" fmla="*/ 970 h 1298"/>
              <a:gd name="T10" fmla="*/ 685 w 1735"/>
              <a:gd name="T11" fmla="*/ 1131 h 1298"/>
              <a:gd name="T12" fmla="*/ 730 w 1735"/>
              <a:gd name="T13" fmla="*/ 1045 h 1298"/>
              <a:gd name="T14" fmla="*/ 1010 w 1735"/>
              <a:gd name="T15" fmla="*/ 1045 h 1298"/>
              <a:gd name="T16" fmla="*/ 1050 w 1735"/>
              <a:gd name="T17" fmla="*/ 1131 h 1298"/>
              <a:gd name="T18" fmla="*/ 685 w 1735"/>
              <a:gd name="T19" fmla="*/ 1131 h 1298"/>
              <a:gd name="T20" fmla="*/ 1572 w 1735"/>
              <a:gd name="T21" fmla="*/ 921 h 1298"/>
              <a:gd name="T22" fmla="*/ 1572 w 1735"/>
              <a:gd name="T23" fmla="*/ 918 h 1298"/>
              <a:gd name="T24" fmla="*/ 1572 w 1735"/>
              <a:gd name="T25" fmla="*/ 914 h 1298"/>
              <a:gd name="T26" fmla="*/ 1572 w 1735"/>
              <a:gd name="T27" fmla="*/ 40 h 1298"/>
              <a:gd name="T28" fmla="*/ 1532 w 1735"/>
              <a:gd name="T29" fmla="*/ 0 h 1298"/>
              <a:gd name="T30" fmla="*/ 203 w 1735"/>
              <a:gd name="T31" fmla="*/ 0 h 1298"/>
              <a:gd name="T32" fmla="*/ 162 w 1735"/>
              <a:gd name="T33" fmla="*/ 40 h 1298"/>
              <a:gd name="T34" fmla="*/ 162 w 1735"/>
              <a:gd name="T35" fmla="*/ 914 h 1298"/>
              <a:gd name="T36" fmla="*/ 163 w 1735"/>
              <a:gd name="T37" fmla="*/ 918 h 1298"/>
              <a:gd name="T38" fmla="*/ 162 w 1735"/>
              <a:gd name="T39" fmla="*/ 921 h 1298"/>
              <a:gd name="T40" fmla="*/ 162 w 1735"/>
              <a:gd name="T41" fmla="*/ 922 h 1298"/>
              <a:gd name="T42" fmla="*/ 1573 w 1735"/>
              <a:gd name="T43" fmla="*/ 922 h 1298"/>
              <a:gd name="T44" fmla="*/ 1572 w 1735"/>
              <a:gd name="T45" fmla="*/ 921 h 1298"/>
              <a:gd name="T46" fmla="*/ 1472 w 1735"/>
              <a:gd name="T47" fmla="*/ 854 h 1298"/>
              <a:gd name="T48" fmla="*/ 263 w 1735"/>
              <a:gd name="T49" fmla="*/ 854 h 1298"/>
              <a:gd name="T50" fmla="*/ 263 w 1735"/>
              <a:gd name="T51" fmla="*/ 100 h 1298"/>
              <a:gd name="T52" fmla="*/ 1472 w 1735"/>
              <a:gd name="T53" fmla="*/ 100 h 1298"/>
              <a:gd name="T54" fmla="*/ 1472 w 1735"/>
              <a:gd name="T55" fmla="*/ 854 h 1298"/>
              <a:gd name="T56" fmla="*/ 1731 w 1735"/>
              <a:gd name="T57" fmla="*/ 1230 h 1298"/>
              <a:gd name="T58" fmla="*/ 4 w 1735"/>
              <a:gd name="T59" fmla="*/ 1230 h 1298"/>
              <a:gd name="T60" fmla="*/ 0 w 1735"/>
              <a:gd name="T61" fmla="*/ 1238 h 1298"/>
              <a:gd name="T62" fmla="*/ 40 w 1735"/>
              <a:gd name="T63" fmla="*/ 1298 h 1298"/>
              <a:gd name="T64" fmla="*/ 1695 w 1735"/>
              <a:gd name="T65" fmla="*/ 1298 h 1298"/>
              <a:gd name="T66" fmla="*/ 1735 w 1735"/>
              <a:gd name="T67" fmla="*/ 1238 h 1298"/>
              <a:gd name="T68" fmla="*/ 1731 w 1735"/>
              <a:gd name="T69" fmla="*/ 1230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35" h="1298">
                <a:moveTo>
                  <a:pt x="1598" y="970"/>
                </a:moveTo>
                <a:cubicBezTo>
                  <a:pt x="137" y="970"/>
                  <a:pt x="137" y="970"/>
                  <a:pt x="137" y="970"/>
                </a:cubicBezTo>
                <a:cubicBezTo>
                  <a:pt x="29" y="1182"/>
                  <a:pt x="29" y="1182"/>
                  <a:pt x="29" y="1182"/>
                </a:cubicBezTo>
                <a:cubicBezTo>
                  <a:pt x="1706" y="1182"/>
                  <a:pt x="1706" y="1182"/>
                  <a:pt x="1706" y="1182"/>
                </a:cubicBezTo>
                <a:lnTo>
                  <a:pt x="1598" y="970"/>
                </a:lnTo>
                <a:close/>
                <a:moveTo>
                  <a:pt x="685" y="1131"/>
                </a:moveTo>
                <a:cubicBezTo>
                  <a:pt x="730" y="1045"/>
                  <a:pt x="730" y="1045"/>
                  <a:pt x="730" y="1045"/>
                </a:cubicBezTo>
                <a:cubicBezTo>
                  <a:pt x="1010" y="1045"/>
                  <a:pt x="1010" y="1045"/>
                  <a:pt x="1010" y="1045"/>
                </a:cubicBezTo>
                <a:cubicBezTo>
                  <a:pt x="1050" y="1131"/>
                  <a:pt x="1050" y="1131"/>
                  <a:pt x="1050" y="1131"/>
                </a:cubicBezTo>
                <a:lnTo>
                  <a:pt x="685" y="1131"/>
                </a:lnTo>
                <a:close/>
                <a:moveTo>
                  <a:pt x="1572" y="921"/>
                </a:moveTo>
                <a:cubicBezTo>
                  <a:pt x="1572" y="920"/>
                  <a:pt x="1572" y="919"/>
                  <a:pt x="1572" y="918"/>
                </a:cubicBezTo>
                <a:cubicBezTo>
                  <a:pt x="1572" y="916"/>
                  <a:pt x="1572" y="915"/>
                  <a:pt x="1572" y="914"/>
                </a:cubicBezTo>
                <a:cubicBezTo>
                  <a:pt x="1572" y="40"/>
                  <a:pt x="1572" y="40"/>
                  <a:pt x="1572" y="40"/>
                </a:cubicBezTo>
                <a:cubicBezTo>
                  <a:pt x="1572" y="18"/>
                  <a:pt x="1554" y="0"/>
                  <a:pt x="1532" y="0"/>
                </a:cubicBezTo>
                <a:cubicBezTo>
                  <a:pt x="203" y="0"/>
                  <a:pt x="203" y="0"/>
                  <a:pt x="203" y="0"/>
                </a:cubicBezTo>
                <a:cubicBezTo>
                  <a:pt x="180" y="0"/>
                  <a:pt x="162" y="18"/>
                  <a:pt x="162" y="40"/>
                </a:cubicBezTo>
                <a:cubicBezTo>
                  <a:pt x="162" y="914"/>
                  <a:pt x="162" y="914"/>
                  <a:pt x="162" y="914"/>
                </a:cubicBezTo>
                <a:cubicBezTo>
                  <a:pt x="162" y="915"/>
                  <a:pt x="163" y="916"/>
                  <a:pt x="163" y="918"/>
                </a:cubicBezTo>
                <a:cubicBezTo>
                  <a:pt x="163" y="919"/>
                  <a:pt x="162" y="920"/>
                  <a:pt x="162" y="921"/>
                </a:cubicBezTo>
                <a:cubicBezTo>
                  <a:pt x="162" y="922"/>
                  <a:pt x="162" y="922"/>
                  <a:pt x="162" y="922"/>
                </a:cubicBezTo>
                <a:cubicBezTo>
                  <a:pt x="1573" y="922"/>
                  <a:pt x="1573" y="922"/>
                  <a:pt x="1573" y="922"/>
                </a:cubicBezTo>
                <a:lnTo>
                  <a:pt x="1572" y="921"/>
                </a:lnTo>
                <a:close/>
                <a:moveTo>
                  <a:pt x="1472" y="854"/>
                </a:moveTo>
                <a:cubicBezTo>
                  <a:pt x="263" y="854"/>
                  <a:pt x="263" y="854"/>
                  <a:pt x="263" y="854"/>
                </a:cubicBezTo>
                <a:cubicBezTo>
                  <a:pt x="263" y="100"/>
                  <a:pt x="263" y="100"/>
                  <a:pt x="263" y="100"/>
                </a:cubicBezTo>
                <a:cubicBezTo>
                  <a:pt x="1472" y="100"/>
                  <a:pt x="1472" y="100"/>
                  <a:pt x="1472" y="100"/>
                </a:cubicBezTo>
                <a:lnTo>
                  <a:pt x="1472" y="854"/>
                </a:lnTo>
                <a:close/>
                <a:moveTo>
                  <a:pt x="1731" y="1230"/>
                </a:moveTo>
                <a:cubicBezTo>
                  <a:pt x="4" y="1230"/>
                  <a:pt x="4" y="1230"/>
                  <a:pt x="4" y="1230"/>
                </a:cubicBezTo>
                <a:cubicBezTo>
                  <a:pt x="0" y="1238"/>
                  <a:pt x="0" y="1238"/>
                  <a:pt x="0" y="1238"/>
                </a:cubicBezTo>
                <a:cubicBezTo>
                  <a:pt x="0" y="1260"/>
                  <a:pt x="18" y="1298"/>
                  <a:pt x="40" y="1298"/>
                </a:cubicBezTo>
                <a:cubicBezTo>
                  <a:pt x="1695" y="1298"/>
                  <a:pt x="1695" y="1298"/>
                  <a:pt x="1695" y="1298"/>
                </a:cubicBezTo>
                <a:cubicBezTo>
                  <a:pt x="1717" y="1298"/>
                  <a:pt x="1735" y="1260"/>
                  <a:pt x="1735" y="1238"/>
                </a:cubicBezTo>
                <a:lnTo>
                  <a:pt x="1731" y="1230"/>
                </a:lnTo>
                <a:close/>
              </a:path>
            </a:pathLst>
          </a:custGeom>
          <a:solidFill>
            <a:srgbClr val="00AEA6"/>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9" name="TextBox 8">
            <a:extLst>
              <a:ext uri="{FF2B5EF4-FFF2-40B4-BE49-F238E27FC236}">
                <a16:creationId xmlns:a16="http://schemas.microsoft.com/office/drawing/2014/main" id="{0D2BD43C-0F51-8494-DF53-AE3220B724BF}"/>
              </a:ext>
            </a:extLst>
          </p:cNvPr>
          <p:cNvSpPr txBox="1"/>
          <p:nvPr/>
        </p:nvSpPr>
        <p:spPr>
          <a:xfrm>
            <a:off x="961718" y="2923567"/>
            <a:ext cx="1032556" cy="297454"/>
          </a:xfrm>
          <a:prstGeom prst="rect">
            <a:avLst/>
          </a:prstGeom>
          <a:noFill/>
        </p:spPr>
        <p:txBody>
          <a:bodyPr wrap="square" rtlCol="0">
            <a:spAutoFit/>
          </a:bodyPr>
          <a:lstStyle/>
          <a:p>
            <a:pPr algn="ctr"/>
            <a:r>
              <a:rPr lang="en-US" sz="1333" dirty="0"/>
              <a:t>EC</a:t>
            </a:r>
            <a:endParaRPr lang="en-MY" sz="1333" dirty="0"/>
          </a:p>
        </p:txBody>
      </p:sp>
      <p:sp>
        <p:nvSpPr>
          <p:cNvPr id="10" name="TextBox 9">
            <a:extLst>
              <a:ext uri="{FF2B5EF4-FFF2-40B4-BE49-F238E27FC236}">
                <a16:creationId xmlns:a16="http://schemas.microsoft.com/office/drawing/2014/main" id="{E857FF17-1C92-B1E3-87C1-B96720F8E399}"/>
              </a:ext>
            </a:extLst>
          </p:cNvPr>
          <p:cNvSpPr txBox="1"/>
          <p:nvPr/>
        </p:nvSpPr>
        <p:spPr>
          <a:xfrm>
            <a:off x="720105" y="4615474"/>
            <a:ext cx="1441184" cy="297454"/>
          </a:xfrm>
          <a:prstGeom prst="rect">
            <a:avLst/>
          </a:prstGeom>
          <a:noFill/>
        </p:spPr>
        <p:txBody>
          <a:bodyPr wrap="square" rtlCol="0">
            <a:spAutoFit/>
          </a:bodyPr>
          <a:lstStyle/>
          <a:p>
            <a:pPr algn="ctr"/>
            <a:r>
              <a:rPr lang="en-US" sz="1333"/>
              <a:t>EC Database</a:t>
            </a:r>
            <a:endParaRPr lang="en-MY" sz="1333"/>
          </a:p>
        </p:txBody>
      </p:sp>
      <p:cxnSp>
        <p:nvCxnSpPr>
          <p:cNvPr id="12" name="Straight Connector 11">
            <a:extLst>
              <a:ext uri="{FF2B5EF4-FFF2-40B4-BE49-F238E27FC236}">
                <a16:creationId xmlns:a16="http://schemas.microsoft.com/office/drawing/2014/main" id="{C45782E0-1849-3A05-1C94-18BDB456BA92}"/>
              </a:ext>
            </a:extLst>
          </p:cNvPr>
          <p:cNvCxnSpPr>
            <a:cxnSpLocks/>
          </p:cNvCxnSpPr>
          <p:nvPr/>
        </p:nvCxnSpPr>
        <p:spPr bwMode="auto">
          <a:xfrm>
            <a:off x="1477996" y="3190862"/>
            <a:ext cx="2457" cy="665783"/>
          </a:xfrm>
          <a:prstGeom prst="line">
            <a:avLst/>
          </a:prstGeom>
          <a:solidFill>
            <a:schemeClr val="accent1"/>
          </a:solidFill>
          <a:ln w="9525" cap="flat" cmpd="sng" algn="ctr">
            <a:solidFill>
              <a:schemeClr val="tx1"/>
            </a:solidFill>
            <a:prstDash val="solid"/>
            <a:round/>
            <a:headEnd type="triangle" w="med" len="med"/>
            <a:tailEnd type="triangle" w="med" len="med"/>
          </a:ln>
          <a:effectLst/>
        </p:spPr>
      </p:cxnSp>
      <p:pic>
        <p:nvPicPr>
          <p:cNvPr id="13" name="Picture 72" descr="A close up of a logo&#10;&#10;Description generated with very high confidence">
            <a:extLst>
              <a:ext uri="{FF2B5EF4-FFF2-40B4-BE49-F238E27FC236}">
                <a16:creationId xmlns:a16="http://schemas.microsoft.com/office/drawing/2014/main" id="{CA340CBD-3A09-E8CF-3D37-570DE1D1D971}"/>
              </a:ext>
            </a:extLst>
          </p:cNvPr>
          <p:cNvPicPr>
            <a:picLocks noChangeAspect="1"/>
          </p:cNvPicPr>
          <p:nvPr/>
        </p:nvPicPr>
        <p:blipFill>
          <a:blip r:embed="rId6"/>
          <a:stretch>
            <a:fillRect/>
          </a:stretch>
        </p:blipFill>
        <p:spPr>
          <a:xfrm>
            <a:off x="1150299" y="994272"/>
            <a:ext cx="659063" cy="728579"/>
          </a:xfrm>
          <a:prstGeom prst="rect">
            <a:avLst/>
          </a:prstGeom>
        </p:spPr>
      </p:pic>
      <p:sp>
        <p:nvSpPr>
          <p:cNvPr id="14" name="TextBox 13">
            <a:extLst>
              <a:ext uri="{FF2B5EF4-FFF2-40B4-BE49-F238E27FC236}">
                <a16:creationId xmlns:a16="http://schemas.microsoft.com/office/drawing/2014/main" id="{159DF1D3-3147-2EAA-4C44-800F823869A9}"/>
              </a:ext>
            </a:extLst>
          </p:cNvPr>
          <p:cNvSpPr txBox="1"/>
          <p:nvPr/>
        </p:nvSpPr>
        <p:spPr>
          <a:xfrm>
            <a:off x="540611" y="627539"/>
            <a:ext cx="1874765" cy="297454"/>
          </a:xfrm>
          <a:prstGeom prst="rect">
            <a:avLst/>
          </a:prstGeom>
          <a:noFill/>
        </p:spPr>
        <p:txBody>
          <a:bodyPr wrap="square" rtlCol="0" anchor="t">
            <a:spAutoFit/>
          </a:bodyPr>
          <a:lstStyle/>
          <a:p>
            <a:pPr algn="ctr"/>
            <a:r>
              <a:rPr lang="en-US" sz="1333" dirty="0"/>
              <a:t>EC BSP</a:t>
            </a:r>
            <a:endParaRPr lang="en-US" sz="2400" dirty="0"/>
          </a:p>
        </p:txBody>
      </p:sp>
      <p:cxnSp>
        <p:nvCxnSpPr>
          <p:cNvPr id="15" name="Straight Connector 14">
            <a:extLst>
              <a:ext uri="{FF2B5EF4-FFF2-40B4-BE49-F238E27FC236}">
                <a16:creationId xmlns:a16="http://schemas.microsoft.com/office/drawing/2014/main" id="{12B7E533-FD42-FBD6-B436-8D214757A982}"/>
              </a:ext>
            </a:extLst>
          </p:cNvPr>
          <p:cNvCxnSpPr>
            <a:cxnSpLocks/>
          </p:cNvCxnSpPr>
          <p:nvPr/>
        </p:nvCxnSpPr>
        <p:spPr bwMode="auto">
          <a:xfrm>
            <a:off x="1467969" y="1636783"/>
            <a:ext cx="2457" cy="344941"/>
          </a:xfrm>
          <a:prstGeom prst="line">
            <a:avLst/>
          </a:prstGeom>
          <a:solidFill>
            <a:schemeClr val="accent1"/>
          </a:solidFill>
          <a:ln w="9525" cap="flat" cmpd="sng" algn="ctr">
            <a:solidFill>
              <a:schemeClr val="tx1"/>
            </a:solidFill>
            <a:prstDash val="solid"/>
            <a:round/>
            <a:headEnd type="triangle" w="med" len="med"/>
            <a:tailEnd type="triangle" w="med" len="med"/>
          </a:ln>
          <a:effectLst/>
        </p:spPr>
      </p:cxnSp>
      <p:sp>
        <p:nvSpPr>
          <p:cNvPr id="16" name="Rectangle: Rounded Corners 15">
            <a:extLst>
              <a:ext uri="{FF2B5EF4-FFF2-40B4-BE49-F238E27FC236}">
                <a16:creationId xmlns:a16="http://schemas.microsoft.com/office/drawing/2014/main" id="{D3BEF2CC-E7E8-CA60-CCE1-C997982CAFBC}"/>
              </a:ext>
            </a:extLst>
          </p:cNvPr>
          <p:cNvSpPr/>
          <p:nvPr/>
        </p:nvSpPr>
        <p:spPr bwMode="auto">
          <a:xfrm>
            <a:off x="805060" y="919413"/>
            <a:ext cx="1349541" cy="4166935"/>
          </a:xfrm>
          <a:prstGeom prst="roundRect">
            <a:avLst/>
          </a:prstGeom>
          <a:noFill/>
          <a:ln w="95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fontAlgn="base">
              <a:spcBef>
                <a:spcPct val="0"/>
              </a:spcBef>
              <a:spcAft>
                <a:spcPct val="0"/>
              </a:spcAft>
            </a:pPr>
            <a:endParaRPr lang="en-US" sz="2133">
              <a:solidFill>
                <a:srgbClr val="FFFFFF"/>
              </a:solidFill>
              <a:latin typeface="Arial" charset="0"/>
            </a:endParaRPr>
          </a:p>
        </p:txBody>
      </p:sp>
      <p:pic>
        <p:nvPicPr>
          <p:cNvPr id="17" name="Graphic 16" descr="Server with solid fill">
            <a:extLst>
              <a:ext uri="{FF2B5EF4-FFF2-40B4-BE49-F238E27FC236}">
                <a16:creationId xmlns:a16="http://schemas.microsoft.com/office/drawing/2014/main" id="{0CF454E8-887B-A514-79A9-E92F38BC08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95154" y="2698576"/>
            <a:ext cx="914400" cy="914400"/>
          </a:xfrm>
          <a:prstGeom prst="rect">
            <a:avLst/>
          </a:prstGeom>
        </p:spPr>
      </p:pic>
      <p:pic>
        <p:nvPicPr>
          <p:cNvPr id="18" name="Picture 76">
            <a:extLst>
              <a:ext uri="{FF2B5EF4-FFF2-40B4-BE49-F238E27FC236}">
                <a16:creationId xmlns:a16="http://schemas.microsoft.com/office/drawing/2014/main" id="{F638F94D-2597-413F-9AAF-C8ACB30940F4}"/>
              </a:ext>
            </a:extLst>
          </p:cNvPr>
          <p:cNvPicPr>
            <a:picLocks noChangeAspect="1"/>
          </p:cNvPicPr>
          <p:nvPr/>
        </p:nvPicPr>
        <p:blipFill>
          <a:blip r:embed="rId9"/>
          <a:stretch>
            <a:fillRect/>
          </a:stretch>
        </p:blipFill>
        <p:spPr>
          <a:xfrm>
            <a:off x="4889357" y="2149448"/>
            <a:ext cx="411593" cy="586413"/>
          </a:xfrm>
          <a:prstGeom prst="rect">
            <a:avLst/>
          </a:prstGeom>
        </p:spPr>
      </p:pic>
      <p:pic>
        <p:nvPicPr>
          <p:cNvPr id="19" name="Graphic 18" descr="Puzzle pieces with solid fill">
            <a:extLst>
              <a:ext uri="{FF2B5EF4-FFF2-40B4-BE49-F238E27FC236}">
                <a16:creationId xmlns:a16="http://schemas.microsoft.com/office/drawing/2014/main" id="{47EAB012-8444-7047-F193-0B2E98EFBA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94216" y="2675537"/>
            <a:ext cx="672483" cy="672483"/>
          </a:xfrm>
          <a:prstGeom prst="rect">
            <a:avLst/>
          </a:prstGeom>
        </p:spPr>
      </p:pic>
      <p:sp>
        <p:nvSpPr>
          <p:cNvPr id="20" name="TextBox 19">
            <a:extLst>
              <a:ext uri="{FF2B5EF4-FFF2-40B4-BE49-F238E27FC236}">
                <a16:creationId xmlns:a16="http://schemas.microsoft.com/office/drawing/2014/main" id="{84D3730E-1063-6C19-CC8A-BDF72AFC2816}"/>
              </a:ext>
            </a:extLst>
          </p:cNvPr>
          <p:cNvSpPr txBox="1"/>
          <p:nvPr/>
        </p:nvSpPr>
        <p:spPr>
          <a:xfrm>
            <a:off x="3981453" y="3238908"/>
            <a:ext cx="1328377" cy="276999"/>
          </a:xfrm>
          <a:prstGeom prst="rect">
            <a:avLst/>
          </a:prstGeom>
          <a:noFill/>
        </p:spPr>
        <p:txBody>
          <a:bodyPr wrap="square" rtlCol="0">
            <a:spAutoFit/>
          </a:bodyPr>
          <a:lstStyle/>
          <a:p>
            <a:r>
              <a:rPr lang="en-US" sz="1200" dirty="0"/>
              <a:t>ECIS Agent</a:t>
            </a:r>
          </a:p>
        </p:txBody>
      </p:sp>
      <p:sp>
        <p:nvSpPr>
          <p:cNvPr id="21" name="Rectangle: Rounded Corners 20">
            <a:extLst>
              <a:ext uri="{FF2B5EF4-FFF2-40B4-BE49-F238E27FC236}">
                <a16:creationId xmlns:a16="http://schemas.microsoft.com/office/drawing/2014/main" id="{1FEA760D-A955-9644-6D5E-A43E24A4EAF0}"/>
              </a:ext>
            </a:extLst>
          </p:cNvPr>
          <p:cNvSpPr/>
          <p:nvPr/>
        </p:nvSpPr>
        <p:spPr>
          <a:xfrm>
            <a:off x="3779779" y="1959779"/>
            <a:ext cx="2494625" cy="2086204"/>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0B0B906-E0A8-20CA-1B82-4BCF91128DEC}"/>
              </a:ext>
            </a:extLst>
          </p:cNvPr>
          <p:cNvSpPr txBox="1"/>
          <p:nvPr/>
        </p:nvSpPr>
        <p:spPr>
          <a:xfrm>
            <a:off x="4157770" y="1618854"/>
            <a:ext cx="1874765" cy="297454"/>
          </a:xfrm>
          <a:prstGeom prst="rect">
            <a:avLst/>
          </a:prstGeom>
          <a:noFill/>
        </p:spPr>
        <p:txBody>
          <a:bodyPr wrap="square" rtlCol="0" anchor="t">
            <a:spAutoFit/>
          </a:bodyPr>
          <a:lstStyle/>
          <a:p>
            <a:pPr algn="ctr"/>
            <a:r>
              <a:rPr lang="en-US" sz="1333" dirty="0"/>
              <a:t>ECIS Agent server</a:t>
            </a:r>
          </a:p>
        </p:txBody>
      </p:sp>
      <p:cxnSp>
        <p:nvCxnSpPr>
          <p:cNvPr id="23" name="Straight Arrow Connector 22">
            <a:extLst>
              <a:ext uri="{FF2B5EF4-FFF2-40B4-BE49-F238E27FC236}">
                <a16:creationId xmlns:a16="http://schemas.microsoft.com/office/drawing/2014/main" id="{8F51686D-90B5-2C52-645A-62FB6AA9E236}"/>
              </a:ext>
            </a:extLst>
          </p:cNvPr>
          <p:cNvCxnSpPr>
            <a:stCxn id="21" idx="1"/>
            <a:endCxn id="16" idx="3"/>
          </p:cNvCxnSpPr>
          <p:nvPr/>
        </p:nvCxnSpPr>
        <p:spPr>
          <a:xfrm flipH="1">
            <a:off x="2154601" y="3002881"/>
            <a:ext cx="1625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Graphic 24" descr="Server with solid fill">
            <a:extLst>
              <a:ext uri="{FF2B5EF4-FFF2-40B4-BE49-F238E27FC236}">
                <a16:creationId xmlns:a16="http://schemas.microsoft.com/office/drawing/2014/main" id="{21325012-1602-1FB9-4C3E-64DAB573A51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768332" y="2510114"/>
            <a:ext cx="914400" cy="914400"/>
          </a:xfrm>
          <a:prstGeom prst="rect">
            <a:avLst/>
          </a:prstGeom>
        </p:spPr>
      </p:pic>
      <p:sp>
        <p:nvSpPr>
          <p:cNvPr id="26" name="Rectangle: Rounded Corners 25">
            <a:extLst>
              <a:ext uri="{FF2B5EF4-FFF2-40B4-BE49-F238E27FC236}">
                <a16:creationId xmlns:a16="http://schemas.microsoft.com/office/drawing/2014/main" id="{44018004-8BFA-76A9-9259-36E56B1BC1DB}"/>
              </a:ext>
            </a:extLst>
          </p:cNvPr>
          <p:cNvSpPr/>
          <p:nvPr/>
        </p:nvSpPr>
        <p:spPr>
          <a:xfrm>
            <a:off x="7695696" y="2417197"/>
            <a:ext cx="1059671" cy="1159008"/>
          </a:xfrm>
          <a:prstGeom prst="round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40C25008-9032-9C11-C14E-FBD10DAC6A44}"/>
              </a:ext>
            </a:extLst>
          </p:cNvPr>
          <p:cNvCxnSpPr>
            <a:cxnSpLocks/>
            <a:stCxn id="26" idx="1"/>
            <a:endCxn id="21" idx="3"/>
          </p:cNvCxnSpPr>
          <p:nvPr/>
        </p:nvCxnSpPr>
        <p:spPr>
          <a:xfrm flipH="1">
            <a:off x="6274404" y="2996701"/>
            <a:ext cx="1421292" cy="6180"/>
          </a:xfrm>
          <a:prstGeom prst="straightConnector1">
            <a:avLst/>
          </a:prstGeom>
          <a:ln>
            <a:prstDash val="dash"/>
            <a:headEnd type="none"/>
            <a:tailEnd type="triangle"/>
          </a:ln>
        </p:spPr>
        <p:style>
          <a:lnRef idx="1">
            <a:schemeClr val="accent1"/>
          </a:lnRef>
          <a:fillRef idx="0">
            <a:schemeClr val="accent1"/>
          </a:fillRef>
          <a:effectRef idx="0">
            <a:schemeClr val="accent1"/>
          </a:effectRef>
          <a:fontRef idx="minor">
            <a:schemeClr val="tx1"/>
          </a:fontRef>
        </p:style>
      </p:cxnSp>
      <p:sp>
        <p:nvSpPr>
          <p:cNvPr id="2" name="TextBox 65">
            <a:extLst>
              <a:ext uri="{FF2B5EF4-FFF2-40B4-BE49-F238E27FC236}">
                <a16:creationId xmlns:a16="http://schemas.microsoft.com/office/drawing/2014/main" id="{6F3D5FFF-A835-F66B-0A9B-49EAB1667984}"/>
              </a:ext>
            </a:extLst>
          </p:cNvPr>
          <p:cNvSpPr txBox="1"/>
          <p:nvPr/>
        </p:nvSpPr>
        <p:spPr>
          <a:xfrm>
            <a:off x="7211767" y="2073285"/>
            <a:ext cx="1874765" cy="297454"/>
          </a:xfrm>
          <a:prstGeom prst="rect">
            <a:avLst/>
          </a:prstGeom>
          <a:noFill/>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333" dirty="0"/>
              <a:t>PI Web</a:t>
            </a:r>
            <a:endParaRPr lang="en-US" sz="2400" dirty="0"/>
          </a:p>
        </p:txBody>
      </p:sp>
      <p:pic>
        <p:nvPicPr>
          <p:cNvPr id="1026" name="Picture 2">
            <a:extLst>
              <a:ext uri="{FF2B5EF4-FFF2-40B4-BE49-F238E27FC236}">
                <a16:creationId xmlns:a16="http://schemas.microsoft.com/office/drawing/2014/main" id="{9144A10F-344B-7FD4-5608-192A8F074E1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22242" y="2445369"/>
            <a:ext cx="551332" cy="55133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3D2C56FE-A91F-1E16-DDB5-CBD4516E587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52752" y="2445369"/>
            <a:ext cx="551332" cy="551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64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F8820-0A54-42F6-C05C-A392BCCF9F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3238C1-8256-7B82-727E-A3883DEDC407}"/>
              </a:ext>
            </a:extLst>
          </p:cNvPr>
          <p:cNvSpPr/>
          <p:nvPr/>
        </p:nvSpPr>
        <p:spPr>
          <a:xfrm>
            <a:off x="0" y="0"/>
            <a:ext cx="9144000" cy="339725"/>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9">
            <a:extLst>
              <a:ext uri="{FF2B5EF4-FFF2-40B4-BE49-F238E27FC236}">
                <a16:creationId xmlns:a16="http://schemas.microsoft.com/office/drawing/2014/main" id="{AC0EBC66-F06D-B99E-8BB7-533E563AEB3C}"/>
              </a:ext>
            </a:extLst>
          </p:cNvPr>
          <p:cNvSpPr>
            <a:spLocks noGrp="1"/>
          </p:cNvSpPr>
          <p:nvPr>
            <p:ph type="title"/>
          </p:nvPr>
        </p:nvSpPr>
        <p:spPr>
          <a:xfrm>
            <a:off x="457200" y="487635"/>
            <a:ext cx="8229600" cy="670654"/>
          </a:xfrm>
        </p:spPr>
        <p:txBody>
          <a:bodyPr/>
          <a:lstStyle/>
          <a:p>
            <a:r>
              <a:rPr lang="en-US" dirty="0"/>
              <a:t>PI - BSP_ECIS_DAY (scheduled)</a:t>
            </a:r>
          </a:p>
        </p:txBody>
      </p:sp>
      <p:sp>
        <p:nvSpPr>
          <p:cNvPr id="11" name="Slide Number Placeholder 1">
            <a:extLst>
              <a:ext uri="{FF2B5EF4-FFF2-40B4-BE49-F238E27FC236}">
                <a16:creationId xmlns:a16="http://schemas.microsoft.com/office/drawing/2014/main" id="{A6190690-7BCF-5390-CC34-CB7D66A63398}"/>
              </a:ext>
            </a:extLst>
          </p:cNvPr>
          <p:cNvSpPr txBox="1">
            <a:spLocks/>
          </p:cNvSpPr>
          <p:nvPr/>
        </p:nvSpPr>
        <p:spPr>
          <a:xfrm>
            <a:off x="454900" y="5168917"/>
            <a:ext cx="355600" cy="1524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2893F7D-8890-4C92-89D8-CBB4547E9607}" type="slidenum">
              <a:rPr lang="en-MY" smtClean="0"/>
              <a:pPr/>
              <a:t>41</a:t>
            </a:fld>
            <a:endParaRPr lang="en-MY"/>
          </a:p>
        </p:txBody>
      </p:sp>
      <p:pic>
        <p:nvPicPr>
          <p:cNvPr id="7" name="Picture 6">
            <a:extLst>
              <a:ext uri="{FF2B5EF4-FFF2-40B4-BE49-F238E27FC236}">
                <a16:creationId xmlns:a16="http://schemas.microsoft.com/office/drawing/2014/main" id="{156AD6D0-E465-4D99-0EAE-1723721F2718}"/>
              </a:ext>
            </a:extLst>
          </p:cNvPr>
          <p:cNvPicPr>
            <a:picLocks noChangeAspect="1"/>
          </p:cNvPicPr>
          <p:nvPr/>
        </p:nvPicPr>
        <p:blipFill>
          <a:blip r:embed="rId3"/>
          <a:srcRect/>
          <a:stretch/>
        </p:blipFill>
        <p:spPr>
          <a:xfrm>
            <a:off x="128338" y="40902"/>
            <a:ext cx="802314" cy="257919"/>
          </a:xfrm>
          <a:prstGeom prst="rect">
            <a:avLst/>
          </a:prstGeom>
        </p:spPr>
      </p:pic>
      <p:sp>
        <p:nvSpPr>
          <p:cNvPr id="4" name="Content Placeholder 1">
            <a:extLst>
              <a:ext uri="{FF2B5EF4-FFF2-40B4-BE49-F238E27FC236}">
                <a16:creationId xmlns:a16="http://schemas.microsoft.com/office/drawing/2014/main" id="{B8B838A1-6489-0FC4-EFEA-905B903C1868}"/>
              </a:ext>
            </a:extLst>
          </p:cNvPr>
          <p:cNvSpPr txBox="1">
            <a:spLocks/>
          </p:cNvSpPr>
          <p:nvPr/>
        </p:nvSpPr>
        <p:spPr>
          <a:xfrm>
            <a:off x="406036" y="1028250"/>
            <a:ext cx="3798570" cy="3149320"/>
          </a:xfrm>
          <a:prstGeom prst="rect">
            <a:avLst/>
          </a:prstGeom>
        </p:spPr>
        <p:txBody>
          <a:bodyPr vert="horz" lIns="91440" tIns="45720" rIns="91440" bIns="45720" rtlCol="0" anchor="ctr"/>
          <a:lstStyle>
            <a:defPPr>
              <a:defRPr lang="en-US"/>
            </a:defPPr>
            <a:lvl1pPr marL="214313" indent="-214313" defTabSz="685800">
              <a:lnSpc>
                <a:spcPct val="110000"/>
              </a:lnSpc>
              <a:spcBef>
                <a:spcPts val="600"/>
              </a:spcBef>
              <a:buFont typeface="Arial" panose="020B0604020202020204" pitchFamily="34" charset="0"/>
              <a:buChar char="•"/>
              <a:defRPr sz="1349">
                <a:solidFill>
                  <a:srgbClr val="333333"/>
                </a:solidFill>
                <a:latin typeface="Arial" panose="020B0604020202020204" pitchFamily="34" charset="0"/>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a:p>
            <a:r>
              <a:rPr lang="en-US" dirty="0"/>
              <a:t>PI job is </a:t>
            </a:r>
            <a:r>
              <a:rPr lang="en-US" u="sng" dirty="0"/>
              <a:t>scheduled in EC </a:t>
            </a:r>
            <a:r>
              <a:rPr lang="en-US" dirty="0"/>
              <a:t>to run everyday at midnight 00:10</a:t>
            </a:r>
          </a:p>
          <a:p>
            <a:r>
              <a:rPr lang="en-US" dirty="0"/>
              <a:t>The PI tag is configured to map to EC column through the Maintain Mapping screen.</a:t>
            </a:r>
          </a:p>
          <a:p>
            <a:r>
              <a:rPr lang="en-US" dirty="0"/>
              <a:t>Data imported from PI will be stamped as Created By / Last Updated By: </a:t>
            </a:r>
            <a:r>
              <a:rPr lang="en-US" u="sng" dirty="0"/>
              <a:t>sched</a:t>
            </a:r>
            <a:r>
              <a:rPr lang="en-US" dirty="0"/>
              <a:t>, under Record Status.</a:t>
            </a:r>
          </a:p>
        </p:txBody>
      </p:sp>
      <p:sp>
        <p:nvSpPr>
          <p:cNvPr id="10" name="Text Placeholder 5">
            <a:extLst>
              <a:ext uri="{FF2B5EF4-FFF2-40B4-BE49-F238E27FC236}">
                <a16:creationId xmlns:a16="http://schemas.microsoft.com/office/drawing/2014/main" id="{63D838C5-7DFF-90A4-0B64-269A327E4B68}"/>
              </a:ext>
            </a:extLst>
          </p:cNvPr>
          <p:cNvSpPr txBox="1">
            <a:spLocks/>
          </p:cNvSpPr>
          <p:nvPr/>
        </p:nvSpPr>
        <p:spPr>
          <a:xfrm>
            <a:off x="406036" y="1007412"/>
            <a:ext cx="3459104" cy="244375"/>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EC12</a:t>
            </a:r>
          </a:p>
        </p:txBody>
      </p:sp>
      <p:sp>
        <p:nvSpPr>
          <p:cNvPr id="13" name="Text Placeholder 6">
            <a:extLst>
              <a:ext uri="{FF2B5EF4-FFF2-40B4-BE49-F238E27FC236}">
                <a16:creationId xmlns:a16="http://schemas.microsoft.com/office/drawing/2014/main" id="{88224FFA-2EF4-6B89-881B-302335D77814}"/>
              </a:ext>
            </a:extLst>
          </p:cNvPr>
          <p:cNvSpPr txBox="1">
            <a:spLocks/>
          </p:cNvSpPr>
          <p:nvPr/>
        </p:nvSpPr>
        <p:spPr>
          <a:xfrm>
            <a:off x="4204606" y="990080"/>
            <a:ext cx="4004172" cy="261707"/>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EC14</a:t>
            </a:r>
          </a:p>
        </p:txBody>
      </p:sp>
      <p:sp>
        <p:nvSpPr>
          <p:cNvPr id="3" name="Content Placeholder 1">
            <a:extLst>
              <a:ext uri="{FF2B5EF4-FFF2-40B4-BE49-F238E27FC236}">
                <a16:creationId xmlns:a16="http://schemas.microsoft.com/office/drawing/2014/main" id="{48A9589A-9824-B2EF-0896-21FADD76B95D}"/>
              </a:ext>
            </a:extLst>
          </p:cNvPr>
          <p:cNvSpPr txBox="1">
            <a:spLocks/>
          </p:cNvSpPr>
          <p:nvPr/>
        </p:nvSpPr>
        <p:spPr>
          <a:xfrm>
            <a:off x="4297683" y="1025528"/>
            <a:ext cx="3798570" cy="3149320"/>
          </a:xfrm>
          <a:prstGeom prst="rect">
            <a:avLst/>
          </a:prstGeom>
        </p:spPr>
        <p:txBody>
          <a:bodyPr vert="horz" lIns="91440" tIns="45720" rIns="91440" bIns="45720" rtlCol="0" anchor="ctr"/>
          <a:lstStyle>
            <a:defPPr>
              <a:defRPr lang="en-US"/>
            </a:defPPr>
            <a:lvl1pPr marL="214313" indent="-214313" defTabSz="685800">
              <a:lnSpc>
                <a:spcPct val="110000"/>
              </a:lnSpc>
              <a:spcBef>
                <a:spcPts val="600"/>
              </a:spcBef>
              <a:buFont typeface="Arial" panose="020B0604020202020204" pitchFamily="34" charset="0"/>
              <a:buChar char="•"/>
              <a:defRPr sz="1349">
                <a:solidFill>
                  <a:srgbClr val="333333"/>
                </a:solidFill>
                <a:latin typeface="Arial" panose="020B0604020202020204" pitchFamily="34" charset="0"/>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a:p>
            <a:r>
              <a:rPr lang="en-US" dirty="0"/>
              <a:t>PI job is </a:t>
            </a:r>
            <a:r>
              <a:rPr lang="en-US" u="sng" dirty="0"/>
              <a:t>scheduled in ECIS server task scheduler </a:t>
            </a:r>
            <a:r>
              <a:rPr lang="en-US" dirty="0"/>
              <a:t>to run everyday at midnight 00:10</a:t>
            </a:r>
          </a:p>
          <a:p>
            <a:r>
              <a:rPr lang="en-US" dirty="0"/>
              <a:t>The PI tag is configured to map to EC column through the Maintain Mapping screen.</a:t>
            </a:r>
          </a:p>
          <a:p>
            <a:r>
              <a:rPr lang="en-US" dirty="0"/>
              <a:t>Data imported from PI will be stamped as Created By / Last Updated By: </a:t>
            </a:r>
            <a:r>
              <a:rPr lang="en-US" u="sng" dirty="0" err="1"/>
              <a:t>ecisagent</a:t>
            </a:r>
            <a:r>
              <a:rPr lang="en-US" dirty="0"/>
              <a:t>, under Record Status.</a:t>
            </a:r>
          </a:p>
        </p:txBody>
      </p:sp>
    </p:spTree>
    <p:extLst>
      <p:ext uri="{BB962C8B-B14F-4D97-AF65-F5344CB8AC3E}">
        <p14:creationId xmlns:p14="http://schemas.microsoft.com/office/powerpoint/2010/main" val="2261512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75DDD-74F4-5F60-171A-AD40032EE7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0DD278-4E7C-262F-CE41-933B1EDBECFB}"/>
              </a:ext>
            </a:extLst>
          </p:cNvPr>
          <p:cNvSpPr/>
          <p:nvPr/>
        </p:nvSpPr>
        <p:spPr>
          <a:xfrm>
            <a:off x="0" y="0"/>
            <a:ext cx="9144000" cy="339725"/>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9">
            <a:extLst>
              <a:ext uri="{FF2B5EF4-FFF2-40B4-BE49-F238E27FC236}">
                <a16:creationId xmlns:a16="http://schemas.microsoft.com/office/drawing/2014/main" id="{95AB8EE2-5A2E-AB0E-CC05-2961CB9201C1}"/>
              </a:ext>
            </a:extLst>
          </p:cNvPr>
          <p:cNvSpPr>
            <a:spLocks noGrp="1"/>
          </p:cNvSpPr>
          <p:nvPr>
            <p:ph type="title"/>
          </p:nvPr>
        </p:nvSpPr>
        <p:spPr>
          <a:xfrm>
            <a:off x="457200" y="487635"/>
            <a:ext cx="8229600" cy="670654"/>
          </a:xfrm>
        </p:spPr>
        <p:txBody>
          <a:bodyPr/>
          <a:lstStyle/>
          <a:p>
            <a:r>
              <a:rPr lang="en-US" dirty="0"/>
              <a:t>PI - BSP_ECIS_PISAMPLE (scheduled)</a:t>
            </a:r>
          </a:p>
        </p:txBody>
      </p:sp>
      <p:sp>
        <p:nvSpPr>
          <p:cNvPr id="11" name="Slide Number Placeholder 1">
            <a:extLst>
              <a:ext uri="{FF2B5EF4-FFF2-40B4-BE49-F238E27FC236}">
                <a16:creationId xmlns:a16="http://schemas.microsoft.com/office/drawing/2014/main" id="{BB3E3B18-67EB-1DCB-FE08-58DB3BD462E7}"/>
              </a:ext>
            </a:extLst>
          </p:cNvPr>
          <p:cNvSpPr txBox="1">
            <a:spLocks/>
          </p:cNvSpPr>
          <p:nvPr/>
        </p:nvSpPr>
        <p:spPr>
          <a:xfrm>
            <a:off x="454900" y="5168917"/>
            <a:ext cx="355600" cy="1524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2893F7D-8890-4C92-89D8-CBB4547E9607}" type="slidenum">
              <a:rPr lang="en-MY" smtClean="0"/>
              <a:pPr/>
              <a:t>42</a:t>
            </a:fld>
            <a:endParaRPr lang="en-MY"/>
          </a:p>
        </p:txBody>
      </p:sp>
      <p:pic>
        <p:nvPicPr>
          <p:cNvPr id="7" name="Picture 6">
            <a:extLst>
              <a:ext uri="{FF2B5EF4-FFF2-40B4-BE49-F238E27FC236}">
                <a16:creationId xmlns:a16="http://schemas.microsoft.com/office/drawing/2014/main" id="{FE2D929C-61F5-84F8-9412-6A4BFF4FD690}"/>
              </a:ext>
            </a:extLst>
          </p:cNvPr>
          <p:cNvPicPr>
            <a:picLocks noChangeAspect="1"/>
          </p:cNvPicPr>
          <p:nvPr/>
        </p:nvPicPr>
        <p:blipFill>
          <a:blip r:embed="rId3"/>
          <a:srcRect/>
          <a:stretch/>
        </p:blipFill>
        <p:spPr>
          <a:xfrm>
            <a:off x="128338" y="40902"/>
            <a:ext cx="802314" cy="257919"/>
          </a:xfrm>
          <a:prstGeom prst="rect">
            <a:avLst/>
          </a:prstGeom>
        </p:spPr>
      </p:pic>
      <p:sp>
        <p:nvSpPr>
          <p:cNvPr id="4" name="Content Placeholder 1">
            <a:extLst>
              <a:ext uri="{FF2B5EF4-FFF2-40B4-BE49-F238E27FC236}">
                <a16:creationId xmlns:a16="http://schemas.microsoft.com/office/drawing/2014/main" id="{80E3A468-31F6-66A7-1FE6-64BF7D2DC11A}"/>
              </a:ext>
            </a:extLst>
          </p:cNvPr>
          <p:cNvSpPr txBox="1">
            <a:spLocks/>
          </p:cNvSpPr>
          <p:nvPr/>
        </p:nvSpPr>
        <p:spPr>
          <a:xfrm>
            <a:off x="406036" y="1028250"/>
            <a:ext cx="3798570" cy="3149320"/>
          </a:xfrm>
          <a:prstGeom prst="rect">
            <a:avLst/>
          </a:prstGeom>
        </p:spPr>
        <p:txBody>
          <a:bodyPr vert="horz" lIns="91440" tIns="45720" rIns="91440" bIns="45720" rtlCol="0" anchor="ctr"/>
          <a:lstStyle>
            <a:defPPr>
              <a:defRPr lang="en-US"/>
            </a:defPPr>
            <a:lvl1pPr marL="214313" indent="-214313" defTabSz="685800">
              <a:lnSpc>
                <a:spcPct val="110000"/>
              </a:lnSpc>
              <a:spcBef>
                <a:spcPts val="600"/>
              </a:spcBef>
              <a:buFont typeface="Arial" panose="020B0604020202020204" pitchFamily="34" charset="0"/>
              <a:buChar char="•"/>
              <a:defRPr sz="1349">
                <a:solidFill>
                  <a:srgbClr val="333333"/>
                </a:solidFill>
                <a:latin typeface="Arial" panose="020B0604020202020204" pitchFamily="34" charset="0"/>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a:p>
            <a:r>
              <a:rPr lang="en-US" dirty="0"/>
              <a:t>PI job is </a:t>
            </a:r>
            <a:r>
              <a:rPr lang="en-US" u="sng" dirty="0"/>
              <a:t>scheduled in EC </a:t>
            </a:r>
            <a:r>
              <a:rPr lang="en-US" dirty="0"/>
              <a:t>to run everyday at midnight 00:02</a:t>
            </a:r>
          </a:p>
          <a:p>
            <a:r>
              <a:rPr lang="en-US" dirty="0"/>
              <a:t>The PI tag is configured to map to EC column through the Maintain Mapping screen.</a:t>
            </a:r>
          </a:p>
          <a:p>
            <a:r>
              <a:rPr lang="en-US" dirty="0"/>
              <a:t>Data imported from PI will be stamped as Created By / Last Updated By: </a:t>
            </a:r>
            <a:r>
              <a:rPr lang="en-US" u="sng" dirty="0"/>
              <a:t>sched</a:t>
            </a:r>
            <a:r>
              <a:rPr lang="en-US" dirty="0"/>
              <a:t>, under Record Status.</a:t>
            </a:r>
          </a:p>
        </p:txBody>
      </p:sp>
      <p:sp>
        <p:nvSpPr>
          <p:cNvPr id="10" name="Text Placeholder 5">
            <a:extLst>
              <a:ext uri="{FF2B5EF4-FFF2-40B4-BE49-F238E27FC236}">
                <a16:creationId xmlns:a16="http://schemas.microsoft.com/office/drawing/2014/main" id="{607F2C79-1E51-079C-3F4C-751E43BF2430}"/>
              </a:ext>
            </a:extLst>
          </p:cNvPr>
          <p:cNvSpPr txBox="1">
            <a:spLocks/>
          </p:cNvSpPr>
          <p:nvPr/>
        </p:nvSpPr>
        <p:spPr>
          <a:xfrm>
            <a:off x="406036" y="1007412"/>
            <a:ext cx="3459104" cy="244375"/>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EC12</a:t>
            </a:r>
          </a:p>
        </p:txBody>
      </p:sp>
      <p:sp>
        <p:nvSpPr>
          <p:cNvPr id="13" name="Text Placeholder 6">
            <a:extLst>
              <a:ext uri="{FF2B5EF4-FFF2-40B4-BE49-F238E27FC236}">
                <a16:creationId xmlns:a16="http://schemas.microsoft.com/office/drawing/2014/main" id="{D7678C81-E687-7967-8421-C60651B7ADFA}"/>
              </a:ext>
            </a:extLst>
          </p:cNvPr>
          <p:cNvSpPr txBox="1">
            <a:spLocks/>
          </p:cNvSpPr>
          <p:nvPr/>
        </p:nvSpPr>
        <p:spPr>
          <a:xfrm>
            <a:off x="4204606" y="990080"/>
            <a:ext cx="4004172" cy="261707"/>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EC14</a:t>
            </a:r>
          </a:p>
        </p:txBody>
      </p:sp>
      <p:sp>
        <p:nvSpPr>
          <p:cNvPr id="3" name="Content Placeholder 1">
            <a:extLst>
              <a:ext uri="{FF2B5EF4-FFF2-40B4-BE49-F238E27FC236}">
                <a16:creationId xmlns:a16="http://schemas.microsoft.com/office/drawing/2014/main" id="{13F03088-E2C5-970D-4B44-7C3BEAB71B20}"/>
              </a:ext>
            </a:extLst>
          </p:cNvPr>
          <p:cNvSpPr txBox="1">
            <a:spLocks/>
          </p:cNvSpPr>
          <p:nvPr/>
        </p:nvSpPr>
        <p:spPr>
          <a:xfrm>
            <a:off x="4297683" y="1025528"/>
            <a:ext cx="3798570" cy="3149320"/>
          </a:xfrm>
          <a:prstGeom prst="rect">
            <a:avLst/>
          </a:prstGeom>
        </p:spPr>
        <p:txBody>
          <a:bodyPr vert="horz" lIns="91440" tIns="45720" rIns="91440" bIns="45720" rtlCol="0" anchor="ctr"/>
          <a:lstStyle>
            <a:defPPr>
              <a:defRPr lang="en-US"/>
            </a:defPPr>
            <a:lvl1pPr marL="214313" indent="-214313" defTabSz="685800">
              <a:lnSpc>
                <a:spcPct val="110000"/>
              </a:lnSpc>
              <a:spcBef>
                <a:spcPts val="600"/>
              </a:spcBef>
              <a:buFont typeface="Arial" panose="020B0604020202020204" pitchFamily="34" charset="0"/>
              <a:buChar char="•"/>
              <a:defRPr sz="1349">
                <a:solidFill>
                  <a:srgbClr val="333333"/>
                </a:solidFill>
                <a:latin typeface="Arial" panose="020B0604020202020204" pitchFamily="34" charset="0"/>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a:p>
            <a:r>
              <a:rPr lang="en-US" dirty="0"/>
              <a:t>PI job is </a:t>
            </a:r>
            <a:r>
              <a:rPr lang="en-US" u="sng" dirty="0"/>
              <a:t>scheduled in ECIS server task scheduler </a:t>
            </a:r>
            <a:r>
              <a:rPr lang="en-US" dirty="0"/>
              <a:t>to run everyday at midnight 00:02</a:t>
            </a:r>
          </a:p>
          <a:p>
            <a:r>
              <a:rPr lang="en-US" dirty="0"/>
              <a:t>The PI tag is configured to map to EC column through the Maintain Mapping screen.</a:t>
            </a:r>
          </a:p>
          <a:p>
            <a:r>
              <a:rPr lang="en-US" dirty="0"/>
              <a:t>Data imported from PI will be stamped as Created By / Last Updated By: </a:t>
            </a:r>
            <a:r>
              <a:rPr lang="en-US" u="sng" dirty="0" err="1"/>
              <a:t>ecisagent</a:t>
            </a:r>
            <a:r>
              <a:rPr lang="en-US" dirty="0"/>
              <a:t>, under Record Status.</a:t>
            </a:r>
          </a:p>
        </p:txBody>
      </p:sp>
    </p:spTree>
    <p:extLst>
      <p:ext uri="{BB962C8B-B14F-4D97-AF65-F5344CB8AC3E}">
        <p14:creationId xmlns:p14="http://schemas.microsoft.com/office/powerpoint/2010/main" val="2869724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4FC51-CBF8-1E3D-14CD-4E5B237398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06AF1EC-8710-D1B2-C8ED-C7BE08F98F8C}"/>
              </a:ext>
            </a:extLst>
          </p:cNvPr>
          <p:cNvSpPr/>
          <p:nvPr/>
        </p:nvSpPr>
        <p:spPr>
          <a:xfrm>
            <a:off x="0" y="0"/>
            <a:ext cx="9144000" cy="339725"/>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9">
            <a:extLst>
              <a:ext uri="{FF2B5EF4-FFF2-40B4-BE49-F238E27FC236}">
                <a16:creationId xmlns:a16="http://schemas.microsoft.com/office/drawing/2014/main" id="{D1E70E7F-B91D-BCCB-98DF-C4692D2674D7}"/>
              </a:ext>
            </a:extLst>
          </p:cNvPr>
          <p:cNvSpPr>
            <a:spLocks noGrp="1"/>
          </p:cNvSpPr>
          <p:nvPr>
            <p:ph type="title"/>
          </p:nvPr>
        </p:nvSpPr>
        <p:spPr>
          <a:xfrm>
            <a:off x="457200" y="487635"/>
            <a:ext cx="8229600" cy="670654"/>
          </a:xfrm>
        </p:spPr>
        <p:txBody>
          <a:bodyPr/>
          <a:lstStyle/>
          <a:p>
            <a:r>
              <a:rPr lang="en-US" dirty="0"/>
              <a:t>PI - BSP_ECIS_PIRERUN (manual)</a:t>
            </a:r>
          </a:p>
        </p:txBody>
      </p:sp>
      <p:sp>
        <p:nvSpPr>
          <p:cNvPr id="11" name="Slide Number Placeholder 1">
            <a:extLst>
              <a:ext uri="{FF2B5EF4-FFF2-40B4-BE49-F238E27FC236}">
                <a16:creationId xmlns:a16="http://schemas.microsoft.com/office/drawing/2014/main" id="{E71AE398-45ED-9FAB-0D97-C64034426720}"/>
              </a:ext>
            </a:extLst>
          </p:cNvPr>
          <p:cNvSpPr txBox="1">
            <a:spLocks/>
          </p:cNvSpPr>
          <p:nvPr/>
        </p:nvSpPr>
        <p:spPr>
          <a:xfrm>
            <a:off x="454900" y="5168917"/>
            <a:ext cx="355600" cy="15240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2893F7D-8890-4C92-89D8-CBB4547E9607}" type="slidenum">
              <a:rPr lang="en-MY" smtClean="0"/>
              <a:pPr/>
              <a:t>43</a:t>
            </a:fld>
            <a:endParaRPr lang="en-MY"/>
          </a:p>
        </p:txBody>
      </p:sp>
      <p:pic>
        <p:nvPicPr>
          <p:cNvPr id="7" name="Picture 6">
            <a:extLst>
              <a:ext uri="{FF2B5EF4-FFF2-40B4-BE49-F238E27FC236}">
                <a16:creationId xmlns:a16="http://schemas.microsoft.com/office/drawing/2014/main" id="{4A78674D-7029-4A57-A7EF-21DB75E586AF}"/>
              </a:ext>
            </a:extLst>
          </p:cNvPr>
          <p:cNvPicPr>
            <a:picLocks noChangeAspect="1"/>
          </p:cNvPicPr>
          <p:nvPr/>
        </p:nvPicPr>
        <p:blipFill>
          <a:blip r:embed="rId3"/>
          <a:srcRect/>
          <a:stretch/>
        </p:blipFill>
        <p:spPr>
          <a:xfrm>
            <a:off x="128338" y="40902"/>
            <a:ext cx="802314" cy="257919"/>
          </a:xfrm>
          <a:prstGeom prst="rect">
            <a:avLst/>
          </a:prstGeom>
        </p:spPr>
      </p:pic>
      <p:sp>
        <p:nvSpPr>
          <p:cNvPr id="4" name="Content Placeholder 1">
            <a:extLst>
              <a:ext uri="{FF2B5EF4-FFF2-40B4-BE49-F238E27FC236}">
                <a16:creationId xmlns:a16="http://schemas.microsoft.com/office/drawing/2014/main" id="{0C8BF76D-5C58-6262-FDD3-5EC1C1BA8CA3}"/>
              </a:ext>
            </a:extLst>
          </p:cNvPr>
          <p:cNvSpPr txBox="1">
            <a:spLocks/>
          </p:cNvSpPr>
          <p:nvPr/>
        </p:nvSpPr>
        <p:spPr>
          <a:xfrm>
            <a:off x="386588" y="1106510"/>
            <a:ext cx="3798570" cy="2103841"/>
          </a:xfrm>
          <a:prstGeom prst="rect">
            <a:avLst/>
          </a:prstGeom>
        </p:spPr>
        <p:txBody>
          <a:bodyPr vert="horz" lIns="91440" tIns="45720" rIns="91440" bIns="45720" rtlCol="0" anchor="ctr"/>
          <a:lstStyle>
            <a:defPPr>
              <a:defRPr lang="en-US"/>
            </a:defPPr>
            <a:lvl1pPr marL="214313" indent="-214313" defTabSz="685800">
              <a:lnSpc>
                <a:spcPct val="110000"/>
              </a:lnSpc>
              <a:spcBef>
                <a:spcPts val="600"/>
              </a:spcBef>
              <a:buFont typeface="Arial" panose="020B0604020202020204" pitchFamily="34" charset="0"/>
              <a:buChar char="•"/>
              <a:defRPr sz="1349">
                <a:solidFill>
                  <a:srgbClr val="333333"/>
                </a:solidFill>
                <a:latin typeface="Arial" panose="020B0604020202020204" pitchFamily="34" charset="0"/>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a:p>
            <a:r>
              <a:rPr lang="en-US" u="sng" dirty="0"/>
              <a:t>User</a:t>
            </a:r>
            <a:r>
              <a:rPr lang="en-US" dirty="0"/>
              <a:t> identify the PI tag to rerun.</a:t>
            </a:r>
          </a:p>
          <a:p>
            <a:r>
              <a:rPr lang="en-US" u="sng" dirty="0"/>
              <a:t>User</a:t>
            </a:r>
            <a:r>
              <a:rPr lang="en-US" dirty="0"/>
              <a:t> update Source Id and Last Transfer date through the Maintain Mapping screen.</a:t>
            </a:r>
          </a:p>
          <a:p>
            <a:r>
              <a:rPr lang="en-US" u="sng" dirty="0"/>
              <a:t>User</a:t>
            </a:r>
            <a:r>
              <a:rPr lang="en-US" dirty="0"/>
              <a:t> trigger scheduler BSP_ECIS_PIRERUN in EC manually</a:t>
            </a:r>
          </a:p>
        </p:txBody>
      </p:sp>
      <p:sp>
        <p:nvSpPr>
          <p:cNvPr id="10" name="Text Placeholder 5">
            <a:extLst>
              <a:ext uri="{FF2B5EF4-FFF2-40B4-BE49-F238E27FC236}">
                <a16:creationId xmlns:a16="http://schemas.microsoft.com/office/drawing/2014/main" id="{99BF2937-5ECB-1C76-C8D8-DB6F34CBD21F}"/>
              </a:ext>
            </a:extLst>
          </p:cNvPr>
          <p:cNvSpPr txBox="1">
            <a:spLocks/>
          </p:cNvSpPr>
          <p:nvPr/>
        </p:nvSpPr>
        <p:spPr>
          <a:xfrm>
            <a:off x="406036" y="1007412"/>
            <a:ext cx="3459104" cy="244375"/>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EC12</a:t>
            </a:r>
          </a:p>
        </p:txBody>
      </p:sp>
      <p:sp>
        <p:nvSpPr>
          <p:cNvPr id="13" name="Text Placeholder 6">
            <a:extLst>
              <a:ext uri="{FF2B5EF4-FFF2-40B4-BE49-F238E27FC236}">
                <a16:creationId xmlns:a16="http://schemas.microsoft.com/office/drawing/2014/main" id="{540AF017-9A19-0014-3D82-2DFC6A42C7C7}"/>
              </a:ext>
            </a:extLst>
          </p:cNvPr>
          <p:cNvSpPr txBox="1">
            <a:spLocks/>
          </p:cNvSpPr>
          <p:nvPr/>
        </p:nvSpPr>
        <p:spPr>
          <a:xfrm>
            <a:off x="4204606" y="990080"/>
            <a:ext cx="4004172" cy="261707"/>
          </a:xfrm>
          <a:prstGeom prst="rect">
            <a:avLst/>
          </a:prstGeom>
        </p:spPr>
        <p:txBody>
          <a:bodyPr/>
          <a:lstStyle>
            <a:lvl1pPr marL="0" indent="0" algn="l" defTabSz="685800" rtl="0" eaLnBrk="1" latinLnBrk="0" hangingPunct="1">
              <a:lnSpc>
                <a:spcPct val="110000"/>
              </a:lnSpc>
              <a:spcBef>
                <a:spcPts val="750"/>
              </a:spcBef>
              <a:buFontTx/>
              <a:buNone/>
              <a:defRPr sz="14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10000"/>
              </a:lnSpc>
              <a:spcBef>
                <a:spcPts val="375"/>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10000"/>
              </a:lnSpc>
              <a:spcBef>
                <a:spcPts val="375"/>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10000"/>
              </a:lnSpc>
              <a:spcBef>
                <a:spcPts val="375"/>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23"/>
              </a:spcBef>
            </a:pPr>
            <a:r>
              <a:rPr lang="en-US" sz="1800" dirty="0">
                <a:solidFill>
                  <a:srgbClr val="005B99"/>
                </a:solidFill>
              </a:rPr>
              <a:t>EC14</a:t>
            </a:r>
          </a:p>
        </p:txBody>
      </p:sp>
      <p:sp>
        <p:nvSpPr>
          <p:cNvPr id="5" name="Content Placeholder 1">
            <a:extLst>
              <a:ext uri="{FF2B5EF4-FFF2-40B4-BE49-F238E27FC236}">
                <a16:creationId xmlns:a16="http://schemas.microsoft.com/office/drawing/2014/main" id="{08AE91AE-3D45-739A-8C70-66688E6E17EF}"/>
              </a:ext>
            </a:extLst>
          </p:cNvPr>
          <p:cNvSpPr txBox="1">
            <a:spLocks/>
          </p:cNvSpPr>
          <p:nvPr/>
        </p:nvSpPr>
        <p:spPr>
          <a:xfrm>
            <a:off x="4236322" y="1106509"/>
            <a:ext cx="3798570" cy="2175534"/>
          </a:xfrm>
          <a:prstGeom prst="rect">
            <a:avLst/>
          </a:prstGeom>
        </p:spPr>
        <p:txBody>
          <a:bodyPr vert="horz" lIns="91440" tIns="45720" rIns="91440" bIns="45720" rtlCol="0" anchor="ctr"/>
          <a:lstStyle>
            <a:defPPr>
              <a:defRPr lang="en-US"/>
            </a:defPPr>
            <a:lvl1pPr marL="214313" indent="-214313" defTabSz="685800">
              <a:lnSpc>
                <a:spcPct val="110000"/>
              </a:lnSpc>
              <a:spcBef>
                <a:spcPts val="600"/>
              </a:spcBef>
              <a:buFont typeface="Arial" panose="020B0604020202020204" pitchFamily="34" charset="0"/>
              <a:buChar char="•"/>
              <a:defRPr sz="1349">
                <a:solidFill>
                  <a:srgbClr val="333333"/>
                </a:solidFill>
                <a:latin typeface="Arial" panose="020B0604020202020204" pitchFamily="34" charset="0"/>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a:p>
            <a:r>
              <a:rPr lang="en-US" u="sng" dirty="0"/>
              <a:t>User</a:t>
            </a:r>
            <a:r>
              <a:rPr lang="en-US" dirty="0"/>
              <a:t> identify the PI tag to rerun.</a:t>
            </a:r>
          </a:p>
          <a:p>
            <a:r>
              <a:rPr lang="en-US" u="sng" dirty="0"/>
              <a:t>User</a:t>
            </a:r>
            <a:r>
              <a:rPr lang="en-US" dirty="0"/>
              <a:t> update Source Id and Last Transfer date through the Maintain Mapping screen.</a:t>
            </a:r>
          </a:p>
          <a:p>
            <a:r>
              <a:rPr lang="en-US" u="sng" dirty="0"/>
              <a:t>User</a:t>
            </a:r>
            <a:r>
              <a:rPr lang="en-US" dirty="0"/>
              <a:t> to inform </a:t>
            </a:r>
            <a:r>
              <a:rPr lang="en-US" u="sng" dirty="0"/>
              <a:t>IT support </a:t>
            </a:r>
            <a:r>
              <a:rPr lang="en-US" dirty="0"/>
              <a:t>to run task scheduler </a:t>
            </a:r>
            <a:r>
              <a:rPr lang="en-US" dirty="0" err="1"/>
              <a:t>PIRerun</a:t>
            </a:r>
            <a:r>
              <a:rPr lang="en-US" dirty="0"/>
              <a:t> in ECIS server manually</a:t>
            </a:r>
          </a:p>
        </p:txBody>
      </p:sp>
    </p:spTree>
    <p:extLst>
      <p:ext uri="{BB962C8B-B14F-4D97-AF65-F5344CB8AC3E}">
        <p14:creationId xmlns:p14="http://schemas.microsoft.com/office/powerpoint/2010/main" val="1090611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people sitting in a chair in front of a window&#10;&#10;Description automatically generated">
            <a:extLst>
              <a:ext uri="{FF2B5EF4-FFF2-40B4-BE49-F238E27FC236}">
                <a16:creationId xmlns:a16="http://schemas.microsoft.com/office/drawing/2014/main" id="{65E8011E-F556-4B3C-B799-C9DEAD4FC7E2}"/>
              </a:ext>
            </a:extLst>
          </p:cNvPr>
          <p:cNvPicPr>
            <a:picLocks noChangeAspect="1"/>
          </p:cNvPicPr>
          <p:nvPr/>
        </p:nvPicPr>
        <p:blipFill>
          <a:blip r:embed="rId3"/>
          <a:stretch>
            <a:fillRect/>
          </a:stretch>
        </p:blipFill>
        <p:spPr>
          <a:xfrm>
            <a:off x="0" y="0"/>
            <a:ext cx="9144000" cy="5143500"/>
          </a:xfrm>
          <a:prstGeom prst="rect">
            <a:avLst/>
          </a:prstGeom>
        </p:spPr>
      </p:pic>
      <p:sp>
        <p:nvSpPr>
          <p:cNvPr id="10" name="Title 4">
            <a:extLst>
              <a:ext uri="{FF2B5EF4-FFF2-40B4-BE49-F238E27FC236}">
                <a16:creationId xmlns:a16="http://schemas.microsoft.com/office/drawing/2014/main" id="{68670C26-517C-46A7-B064-8C626CBFBEB8}"/>
              </a:ext>
            </a:extLst>
          </p:cNvPr>
          <p:cNvSpPr txBox="1">
            <a:spLocks/>
          </p:cNvSpPr>
          <p:nvPr/>
        </p:nvSpPr>
        <p:spPr>
          <a:xfrm>
            <a:off x="421517" y="2299603"/>
            <a:ext cx="2434225" cy="544294"/>
          </a:xfrm>
          <a:prstGeom prst="rect">
            <a:avLst/>
          </a:prstGeom>
        </p:spPr>
        <p:txBody>
          <a:bodyPr vert="horz" lIns="0" tIns="0" rIns="0" bIns="0" rtlCol="0" anchor="t" anchorCtr="0">
            <a:noAutofit/>
          </a:bodyPr>
          <a:lstStyle>
            <a:lvl1pPr algn="l" defTabSz="685800" rtl="0" eaLnBrk="1" latinLnBrk="0" hangingPunct="1">
              <a:lnSpc>
                <a:spcPct val="90000"/>
              </a:lnSpc>
              <a:spcBef>
                <a:spcPct val="0"/>
              </a:spcBef>
              <a:buNone/>
              <a:defRPr sz="3600" b="1" kern="1200">
                <a:solidFill>
                  <a:schemeClr val="tx1"/>
                </a:solidFill>
                <a:latin typeface="Arial" panose="020B0604020202020204" pitchFamily="34" charset="0"/>
                <a:ea typeface="+mj-ea"/>
                <a:cs typeface="Arial" panose="020B0604020202020204" pitchFamily="34" charset="0"/>
              </a:defRPr>
            </a:lvl1pPr>
          </a:lstStyle>
          <a:p>
            <a:pPr>
              <a:lnSpc>
                <a:spcPts val="4000"/>
              </a:lnSpc>
            </a:pPr>
            <a:r>
              <a:rPr lang="en-US" sz="3500">
                <a:solidFill>
                  <a:schemeClr val="bg2"/>
                </a:solidFill>
              </a:rPr>
              <a:t>Discussion</a:t>
            </a:r>
          </a:p>
        </p:txBody>
      </p:sp>
      <p:pic>
        <p:nvPicPr>
          <p:cNvPr id="14" name="Picture 13">
            <a:extLst>
              <a:ext uri="{FF2B5EF4-FFF2-40B4-BE49-F238E27FC236}">
                <a16:creationId xmlns:a16="http://schemas.microsoft.com/office/drawing/2014/main" id="{C84AA24F-7F06-45AF-BD8C-3D7D43507715}"/>
              </a:ext>
            </a:extLst>
          </p:cNvPr>
          <p:cNvPicPr>
            <a:picLocks noChangeAspect="1"/>
          </p:cNvPicPr>
          <p:nvPr/>
        </p:nvPicPr>
        <p:blipFill>
          <a:blip r:embed="rId4"/>
          <a:srcRect/>
          <a:stretch/>
        </p:blipFill>
        <p:spPr>
          <a:xfrm>
            <a:off x="128338" y="123037"/>
            <a:ext cx="1232630" cy="396252"/>
          </a:xfrm>
          <a:prstGeom prst="rect">
            <a:avLst/>
          </a:prstGeom>
        </p:spPr>
      </p:pic>
    </p:spTree>
    <p:extLst>
      <p:ext uri="{BB962C8B-B14F-4D97-AF65-F5344CB8AC3E}">
        <p14:creationId xmlns:p14="http://schemas.microsoft.com/office/powerpoint/2010/main" val="233266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026253" y="2665439"/>
            <a:ext cx="3091493" cy="648000"/>
          </a:xfrm>
          <a:blipFill>
            <a:blip r:embed="rId2"/>
            <a:stretch>
              <a:fillRect/>
            </a:stretch>
          </a:blipFill>
          <a:ln>
            <a:noFill/>
          </a:ln>
        </p:spPr>
        <p:txBody>
          <a:bodyPr/>
          <a:lstStyle/>
          <a:p>
            <a:endParaRPr lang="en-GB" dirty="0"/>
          </a:p>
        </p:txBody>
      </p:sp>
      <p:pic>
        <p:nvPicPr>
          <p:cNvPr id="4" name="Picture 3">
            <a:extLst>
              <a:ext uri="{FF2B5EF4-FFF2-40B4-BE49-F238E27FC236}">
                <a16:creationId xmlns:a16="http://schemas.microsoft.com/office/drawing/2014/main" id="{118FE417-2BBE-45B9-920B-ACB3C0FE4A6E}"/>
              </a:ext>
            </a:extLst>
          </p:cNvPr>
          <p:cNvPicPr>
            <a:picLocks noChangeAspect="1"/>
          </p:cNvPicPr>
          <p:nvPr/>
        </p:nvPicPr>
        <p:blipFill>
          <a:blip r:embed="rId3"/>
          <a:srcRect/>
          <a:stretch/>
        </p:blipFill>
        <p:spPr>
          <a:xfrm>
            <a:off x="3409945" y="1720704"/>
            <a:ext cx="2324110" cy="648000"/>
          </a:xfrm>
          <a:prstGeom prst="rect">
            <a:avLst/>
          </a:prstGeom>
        </p:spPr>
      </p:pic>
    </p:spTree>
    <p:extLst>
      <p:ext uri="{BB962C8B-B14F-4D97-AF65-F5344CB8AC3E}">
        <p14:creationId xmlns:p14="http://schemas.microsoft.com/office/powerpoint/2010/main" val="3606658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TietoEvry">
      <a:dk1>
        <a:srgbClr val="0A3952"/>
      </a:dk1>
      <a:lt1>
        <a:srgbClr val="73ABD5"/>
      </a:lt1>
      <a:dk2>
        <a:srgbClr val="E2DBD6"/>
      </a:dk2>
      <a:lt2>
        <a:srgbClr val="FFFFFF"/>
      </a:lt2>
      <a:accent1>
        <a:srgbClr val="636262"/>
      </a:accent1>
      <a:accent2>
        <a:srgbClr val="73ABD5"/>
      </a:accent2>
      <a:accent3>
        <a:srgbClr val="E2DBD6"/>
      </a:accent3>
      <a:accent4>
        <a:srgbClr val="F9F2E6"/>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8832C7E46D64F4AB63EDE54275CD2B9" ma:contentTypeVersion="3" ma:contentTypeDescription="Create a new document." ma:contentTypeScope="" ma:versionID="6736ab33175ce7c37103da51075d432c">
  <xsd:schema xmlns:xsd="http://www.w3.org/2001/XMLSchema" xmlns:xs="http://www.w3.org/2001/XMLSchema" xmlns:p="http://schemas.microsoft.com/office/2006/metadata/properties" xmlns:ns2="c0db7dc2-ecfd-40e6-86f3-58249072573c" targetNamespace="http://schemas.microsoft.com/office/2006/metadata/properties" ma:root="true" ma:fieldsID="0f9762a232ee0c536934aff70c2a164d" ns2:_="">
    <xsd:import namespace="c0db7dc2-ecfd-40e6-86f3-58249072573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db7dc2-ecfd-40e6-86f3-5824907257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BB6D92-2191-415F-943B-60EEC96D414F}">
  <ds:schemaRefs>
    <ds:schemaRef ds:uri="http://schemas.openxmlformats.org/package/2006/metadata/core-properties"/>
    <ds:schemaRef ds:uri="http://purl.org/dc/elements/1.1/"/>
    <ds:schemaRef ds:uri="http://purl.org/dc/dcmitype/"/>
    <ds:schemaRef ds:uri="http://purl.org/dc/terms/"/>
    <ds:schemaRef ds:uri="http://schemas.microsoft.com/sharepoint/v3"/>
    <ds:schemaRef ds:uri="09d8fb32-43da-4385-8195-3108901b17fc"/>
    <ds:schemaRef ds:uri="http://schemas.microsoft.com/office/2006/metadata/properties"/>
    <ds:schemaRef ds:uri="http://schemas.microsoft.com/office/2006/documentManagement/types"/>
    <ds:schemaRef ds:uri="http://schemas.microsoft.com/office/infopath/2007/PartnerControls"/>
    <ds:schemaRef ds:uri="dba43ab4-d7c2-4a3c-9c9c-b5c86b822a08"/>
    <ds:schemaRef ds:uri="http://www.w3.org/XML/1998/namespace"/>
    <ds:schemaRef ds:uri="af5c95a2-ff56-4f09-85d6-5bd69cef88db"/>
    <ds:schemaRef ds:uri="a4f4e4a9-9c89-46bb-bc52-89dc8d6a1da0"/>
  </ds:schemaRefs>
</ds:datastoreItem>
</file>

<file path=customXml/itemProps2.xml><?xml version="1.0" encoding="utf-8"?>
<ds:datastoreItem xmlns:ds="http://schemas.openxmlformats.org/officeDocument/2006/customXml" ds:itemID="{11808899-C02E-4D42-93AF-51824C81A7D8}">
  <ds:schemaRefs>
    <ds:schemaRef ds:uri="http://schemas.microsoft.com/sharepoint/v3/contenttype/forms"/>
  </ds:schemaRefs>
</ds:datastoreItem>
</file>

<file path=customXml/itemProps3.xml><?xml version="1.0" encoding="utf-8"?>
<ds:datastoreItem xmlns:ds="http://schemas.openxmlformats.org/officeDocument/2006/customXml" ds:itemID="{98853F20-D5C8-49E8-8E71-25650DD678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db7dc2-ecfd-40e6-86f3-5824907257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e68f836-c221-45ef-866b-38cda86b3d5e}" enabled="0" method="" siteId="{ce68f836-c221-45ef-866b-38cda86b3d5e}" removed="1"/>
</clbl:labelList>
</file>

<file path=docProps/app.xml><?xml version="1.0" encoding="utf-8"?>
<Properties xmlns="http://schemas.openxmlformats.org/officeDocument/2006/extended-properties" xmlns:vt="http://schemas.openxmlformats.org/officeDocument/2006/docPropsVTypes">
  <Template>Office Theme</Template>
  <TotalTime>3865</TotalTime>
  <Words>2412</Words>
  <Application>Microsoft Office PowerPoint</Application>
  <PresentationFormat>On-screen Show (16:9)</PresentationFormat>
  <Paragraphs>294</Paragraphs>
  <Slides>45</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Courier New</vt:lpstr>
      <vt:lpstr>Wingdings</vt:lpstr>
      <vt:lpstr>Office Theme</vt:lpstr>
      <vt:lpstr>BSP User Training  </vt:lpstr>
      <vt:lpstr>PowerPoint Presentation</vt:lpstr>
      <vt:lpstr>EC14 Introduction</vt:lpstr>
      <vt:lpstr>PowerPoint Presentation</vt:lpstr>
      <vt:lpstr>PowerPoint Presentation</vt:lpstr>
      <vt:lpstr>Security Enhancements </vt:lpstr>
      <vt:lpstr>Integrations</vt:lpstr>
      <vt:lpstr>Upgrading/Flyway</vt:lpstr>
      <vt:lpstr>EC Extensions Concept</vt:lpstr>
      <vt:lpstr>Calculation enhancements</vt:lpstr>
      <vt:lpstr>PowerPoint Presentation</vt:lpstr>
      <vt:lpstr>PowerPoint Presentation</vt:lpstr>
      <vt:lpstr>Screen Areas </vt:lpstr>
      <vt:lpstr>Screen Bar</vt:lpstr>
      <vt:lpstr>Treeview</vt:lpstr>
      <vt:lpstr>Tool Bar</vt:lpstr>
      <vt:lpstr>PowerPoint Presentation</vt:lpstr>
      <vt:lpstr>Navigator </vt:lpstr>
      <vt:lpstr>Status Area</vt:lpstr>
      <vt:lpstr>PowerPoint Presentation</vt:lpstr>
      <vt:lpstr>PowerPoint Presentation</vt:lpstr>
      <vt:lpstr>PowerPoint Presentation</vt:lpstr>
      <vt:lpstr>Data Window - 2</vt:lpstr>
      <vt:lpstr>PowerPoint Presentation</vt:lpstr>
      <vt:lpstr>PowerPoint Presentation</vt:lpstr>
      <vt:lpstr>PowerPoint Presentation</vt:lpstr>
      <vt:lpstr>PowerPoint Presentation</vt:lpstr>
      <vt:lpstr>Upgraded Business Features/Process in EC 14.1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Upload – Gas Nomination / IPP</vt:lpstr>
      <vt:lpstr>Current EC12 PI configuration in BSP</vt:lpstr>
      <vt:lpstr>Upgraded EC14 PI Configuration in BSP</vt:lpstr>
      <vt:lpstr>PI - BSP_ECIS_DAY (scheduled)</vt:lpstr>
      <vt:lpstr>PI - BSP_ECIS_PISAMPLE (scheduled)</vt:lpstr>
      <vt:lpstr>PI - BSP_ECIS_PIRERUN (manual)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dc:creator>
  <cp:lastModifiedBy>See Kay Ling</cp:lastModifiedBy>
  <cp:revision>22</cp:revision>
  <dcterms:created xsi:type="dcterms:W3CDTF">2019-10-29T14:01:05Z</dcterms:created>
  <dcterms:modified xsi:type="dcterms:W3CDTF">2025-10-03T07:49:08Z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0x01010078832C7E46D64F4AB63EDE54275CD2B9</vt:lpwstr>
  </property>
  <property fmtid="{D5CDD505-2E9C-101B-9397-08002B2CF9AE}" pid="3" name="MSIP_Label_2fef85ea-3e38-424b-a536-85f7ca35fb6d_Enabled">
    <vt:lpwstr>True</vt:lpwstr>
  </property>
  <property fmtid="{D5CDD505-2E9C-101B-9397-08002B2CF9AE}" pid="4" name="MSIP_Label_2fef85ea-3e38-424b-a536-85f7ca35fb6d_SiteId">
    <vt:lpwstr>40cc2915-e283-4a27-9471-6bdd7ca4c6e1</vt:lpwstr>
  </property>
  <property fmtid="{D5CDD505-2E9C-101B-9397-08002B2CF9AE}" pid="5" name="MSIP_Label_2fef85ea-3e38-424b-a536-85f7ca35fb6d_Owner">
    <vt:lpwstr>thea.corwin.bristol@evry.com</vt:lpwstr>
  </property>
  <property fmtid="{D5CDD505-2E9C-101B-9397-08002B2CF9AE}" pid="6" name="MSIP_Label_2fef85ea-3e38-424b-a536-85f7ca35fb6d_SetDate">
    <vt:lpwstr>2020-01-06T07:44:25.3061781Z</vt:lpwstr>
  </property>
  <property fmtid="{D5CDD505-2E9C-101B-9397-08002B2CF9AE}" pid="7" name="MSIP_Label_2fef85ea-3e38-424b-a536-85f7ca35fb6d_Name">
    <vt:lpwstr>Internal</vt:lpwstr>
  </property>
  <property fmtid="{D5CDD505-2E9C-101B-9397-08002B2CF9AE}" pid="8" name="MSIP_Label_2fef85ea-3e38-424b-a536-85f7ca35fb6d_Application">
    <vt:lpwstr>Microsoft Azure Information Protection</vt:lpwstr>
  </property>
  <property fmtid="{D5CDD505-2E9C-101B-9397-08002B2CF9AE}" pid="9" name="MSIP_Label_2fef85ea-3e38-424b-a536-85f7ca35fb6d_ActionId">
    <vt:lpwstr>4f4de864-2fc4-44e2-adc0-e69af4fb1385</vt:lpwstr>
  </property>
  <property fmtid="{D5CDD505-2E9C-101B-9397-08002B2CF9AE}" pid="10" name="MSIP_Label_2fef85ea-3e38-424b-a536-85f7ca35fb6d_Extended_MSFT_Method">
    <vt:lpwstr>Automatic</vt:lpwstr>
  </property>
  <property fmtid="{D5CDD505-2E9C-101B-9397-08002B2CF9AE}" pid="11" name="Sensitivity">
    <vt:lpwstr>Internal</vt:lpwstr>
  </property>
  <property fmtid="{D5CDD505-2E9C-101B-9397-08002B2CF9AE}" pid="12" name="MediaServiceImageTags">
    <vt:lpwstr/>
  </property>
</Properties>
</file>